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1" r:id="rId1"/>
  </p:sldMasterIdLst>
  <p:notesMasterIdLst>
    <p:notesMasterId r:id="rId3"/>
  </p:notesMasterIdLst>
  <p:sldIdLst>
    <p:sldId id="1721" r:id="rId2"/>
  </p:sldIdLst>
  <p:sldSz cx="12192000" cy="6858000"/>
  <p:notesSz cx="6858000" cy="9144000"/>
  <p:defaultTextStyle>
    <a:defPPr>
      <a:defRPr lang="en-US"/>
    </a:defPPr>
    <a:lvl1pPr marL="0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58" d="100"/>
          <a:sy n="58" d="100"/>
        </p:scale>
        <p:origin x="-78" y="-33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18E14E-269D-48C6-9E27-5103ADDD9DD0}" type="datetimeFigureOut">
              <a:rPr lang="en-AU" smtClean="0"/>
              <a:pPr/>
              <a:t>27/08/2026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958F61-A8C9-4E3B-8C13-13ED2034EBB7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xmlns="" val="2153487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>
                <a:solidFill>
                  <a:prstClr val="black"/>
                </a:solidFill>
                <a:latin typeface="Calibri"/>
              </a:rPr>
              <a:pPr/>
              <a:t>1</a:t>
            </a:fld>
            <a:endParaRPr lang="en-AU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76046394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06003" y="909240"/>
            <a:ext cx="10378404" cy="101342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954053"/>
            <a:endParaRPr dirty="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907813" y="2889223"/>
            <a:ext cx="8025435" cy="8478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954053"/>
            <a:endParaRPr dirty="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1869490" y="1974206"/>
            <a:ext cx="9296039" cy="46065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954053"/>
            <a:endParaRPr dirty="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2849947" y="2083681"/>
            <a:ext cx="237468" cy="99616"/>
          </a:xfrm>
          <a:custGeom>
            <a:avLst/>
            <a:gdLst/>
            <a:ahLst/>
            <a:cxnLst/>
            <a:rect l="l" t="t" r="r" b="b"/>
            <a:pathLst>
              <a:path w="208280" h="109855">
                <a:moveTo>
                  <a:pt x="182460" y="16078"/>
                </a:moveTo>
                <a:lnTo>
                  <a:pt x="193528" y="23836"/>
                </a:lnTo>
                <a:lnTo>
                  <a:pt x="201434" y="32821"/>
                </a:lnTo>
                <a:lnTo>
                  <a:pt x="206178" y="43033"/>
                </a:lnTo>
                <a:lnTo>
                  <a:pt x="207759" y="54470"/>
                </a:lnTo>
                <a:lnTo>
                  <a:pt x="206178" y="65805"/>
                </a:lnTo>
                <a:lnTo>
                  <a:pt x="167168" y="100035"/>
                </a:lnTo>
                <a:lnTo>
                  <a:pt x="127879" y="108221"/>
                </a:lnTo>
                <a:lnTo>
                  <a:pt x="103885" y="109245"/>
                </a:lnTo>
                <a:lnTo>
                  <a:pt x="79754" y="108221"/>
                </a:lnTo>
                <a:lnTo>
                  <a:pt x="40315" y="100035"/>
                </a:lnTo>
                <a:lnTo>
                  <a:pt x="6249" y="75982"/>
                </a:lnTo>
                <a:lnTo>
                  <a:pt x="0" y="54470"/>
                </a:lnTo>
                <a:lnTo>
                  <a:pt x="1562" y="43033"/>
                </a:lnTo>
                <a:lnTo>
                  <a:pt x="40201" y="9043"/>
                </a:lnTo>
                <a:lnTo>
                  <a:pt x="79639" y="1004"/>
                </a:lnTo>
                <a:lnTo>
                  <a:pt x="103885" y="0"/>
                </a:lnTo>
                <a:lnTo>
                  <a:pt x="127991" y="1004"/>
                </a:lnTo>
                <a:lnTo>
                  <a:pt x="149121" y="4019"/>
                </a:lnTo>
                <a:lnTo>
                  <a:pt x="167277" y="9043"/>
                </a:lnTo>
                <a:lnTo>
                  <a:pt x="182460" y="1607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954053"/>
            <a:endParaRPr dirty="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2869625" y="2097456"/>
            <a:ext cx="197649" cy="71401"/>
          </a:xfrm>
          <a:custGeom>
            <a:avLst/>
            <a:gdLst/>
            <a:ahLst/>
            <a:cxnLst/>
            <a:rect l="l" t="t" r="r" b="b"/>
            <a:pathLst>
              <a:path w="173355" h="78739">
                <a:moveTo>
                  <a:pt x="20840" y="11302"/>
                </a:moveTo>
                <a:lnTo>
                  <a:pt x="11722" y="16960"/>
                </a:lnTo>
                <a:lnTo>
                  <a:pt x="5210" y="23510"/>
                </a:lnTo>
                <a:lnTo>
                  <a:pt x="1302" y="30951"/>
                </a:lnTo>
                <a:lnTo>
                  <a:pt x="0" y="39281"/>
                </a:lnTo>
                <a:lnTo>
                  <a:pt x="1302" y="47489"/>
                </a:lnTo>
                <a:lnTo>
                  <a:pt x="33432" y="72043"/>
                </a:lnTo>
                <a:lnTo>
                  <a:pt x="86626" y="78574"/>
                </a:lnTo>
                <a:lnTo>
                  <a:pt x="106786" y="77848"/>
                </a:lnTo>
                <a:lnTo>
                  <a:pt x="152107" y="66967"/>
                </a:lnTo>
                <a:lnTo>
                  <a:pt x="173240" y="39281"/>
                </a:lnTo>
                <a:lnTo>
                  <a:pt x="171919" y="30951"/>
                </a:lnTo>
                <a:lnTo>
                  <a:pt x="139415" y="6359"/>
                </a:lnTo>
                <a:lnTo>
                  <a:pt x="86626" y="0"/>
                </a:lnTo>
                <a:lnTo>
                  <a:pt x="66435" y="707"/>
                </a:lnTo>
                <a:lnTo>
                  <a:pt x="48742" y="2827"/>
                </a:lnTo>
                <a:lnTo>
                  <a:pt x="33545" y="6359"/>
                </a:lnTo>
                <a:lnTo>
                  <a:pt x="20840" y="1130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954053"/>
            <a:endParaRPr dirty="0">
              <a:solidFill>
                <a:prstClr val="black"/>
              </a:solidFill>
            </a:endParaRPr>
          </a:p>
        </p:txBody>
      </p:sp>
      <p:sp>
        <p:nvSpPr>
          <p:cNvPr id="21" name="bk object 21"/>
          <p:cNvSpPr/>
          <p:nvPr/>
        </p:nvSpPr>
        <p:spPr>
          <a:xfrm>
            <a:off x="2826070" y="2214057"/>
            <a:ext cx="284527" cy="92131"/>
          </a:xfrm>
          <a:custGeom>
            <a:avLst/>
            <a:gdLst/>
            <a:ahLst/>
            <a:cxnLst/>
            <a:rect l="l" t="t" r="r" b="b"/>
            <a:pathLst>
              <a:path w="249555" h="101600">
                <a:moveTo>
                  <a:pt x="249237" y="7442"/>
                </a:moveTo>
                <a:lnTo>
                  <a:pt x="249237" y="12598"/>
                </a:lnTo>
                <a:lnTo>
                  <a:pt x="246760" y="15176"/>
                </a:lnTo>
                <a:lnTo>
                  <a:pt x="241795" y="15176"/>
                </a:lnTo>
                <a:lnTo>
                  <a:pt x="194170" y="15176"/>
                </a:lnTo>
                <a:lnTo>
                  <a:pt x="194170" y="91973"/>
                </a:lnTo>
                <a:lnTo>
                  <a:pt x="194170" y="94754"/>
                </a:lnTo>
                <a:lnTo>
                  <a:pt x="193179" y="97027"/>
                </a:lnTo>
                <a:lnTo>
                  <a:pt x="191198" y="98818"/>
                </a:lnTo>
                <a:lnTo>
                  <a:pt x="189610" y="100406"/>
                </a:lnTo>
                <a:lnTo>
                  <a:pt x="187629" y="101193"/>
                </a:lnTo>
                <a:lnTo>
                  <a:pt x="185242" y="101193"/>
                </a:lnTo>
                <a:lnTo>
                  <a:pt x="182867" y="101193"/>
                </a:lnTo>
                <a:lnTo>
                  <a:pt x="180873" y="100507"/>
                </a:lnTo>
                <a:lnTo>
                  <a:pt x="179298" y="99110"/>
                </a:lnTo>
                <a:lnTo>
                  <a:pt x="177507" y="97332"/>
                </a:lnTo>
                <a:lnTo>
                  <a:pt x="176618" y="95046"/>
                </a:lnTo>
                <a:lnTo>
                  <a:pt x="176618" y="92265"/>
                </a:lnTo>
                <a:lnTo>
                  <a:pt x="176618" y="15176"/>
                </a:lnTo>
                <a:lnTo>
                  <a:pt x="81660" y="15176"/>
                </a:lnTo>
                <a:lnTo>
                  <a:pt x="81660" y="38696"/>
                </a:lnTo>
                <a:lnTo>
                  <a:pt x="81270" y="46692"/>
                </a:lnTo>
                <a:lnTo>
                  <a:pt x="68487" y="83932"/>
                </a:lnTo>
                <a:lnTo>
                  <a:pt x="55473" y="97828"/>
                </a:lnTo>
                <a:lnTo>
                  <a:pt x="53085" y="97624"/>
                </a:lnTo>
                <a:lnTo>
                  <a:pt x="43560" y="88988"/>
                </a:lnTo>
                <a:lnTo>
                  <a:pt x="43167" y="86410"/>
                </a:lnTo>
                <a:lnTo>
                  <a:pt x="43954" y="84226"/>
                </a:lnTo>
                <a:lnTo>
                  <a:pt x="45948" y="82448"/>
                </a:lnTo>
                <a:lnTo>
                  <a:pt x="51701" y="76695"/>
                </a:lnTo>
                <a:lnTo>
                  <a:pt x="56057" y="70243"/>
                </a:lnTo>
                <a:lnTo>
                  <a:pt x="59042" y="63093"/>
                </a:lnTo>
                <a:lnTo>
                  <a:pt x="62217" y="55359"/>
                </a:lnTo>
                <a:lnTo>
                  <a:pt x="63804" y="47129"/>
                </a:lnTo>
                <a:lnTo>
                  <a:pt x="63804" y="38392"/>
                </a:lnTo>
                <a:lnTo>
                  <a:pt x="63804" y="15176"/>
                </a:lnTo>
                <a:lnTo>
                  <a:pt x="7848" y="15176"/>
                </a:lnTo>
                <a:lnTo>
                  <a:pt x="2489" y="15176"/>
                </a:lnTo>
                <a:lnTo>
                  <a:pt x="0" y="12598"/>
                </a:lnTo>
                <a:lnTo>
                  <a:pt x="406" y="7442"/>
                </a:lnTo>
                <a:lnTo>
                  <a:pt x="596" y="2476"/>
                </a:lnTo>
                <a:lnTo>
                  <a:pt x="3568" y="0"/>
                </a:lnTo>
                <a:lnTo>
                  <a:pt x="9334" y="0"/>
                </a:lnTo>
                <a:lnTo>
                  <a:pt x="241211" y="0"/>
                </a:lnTo>
                <a:lnTo>
                  <a:pt x="246367" y="0"/>
                </a:lnTo>
                <a:lnTo>
                  <a:pt x="249046" y="2476"/>
                </a:lnTo>
                <a:lnTo>
                  <a:pt x="249237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954053"/>
            <a:endParaRPr dirty="0">
              <a:solidFill>
                <a:prstClr val="black"/>
              </a:solidFill>
            </a:endParaRPr>
          </a:p>
        </p:txBody>
      </p:sp>
      <p:sp>
        <p:nvSpPr>
          <p:cNvPr id="22" name="bk object 22"/>
          <p:cNvSpPr/>
          <p:nvPr/>
        </p:nvSpPr>
        <p:spPr>
          <a:xfrm>
            <a:off x="3423475" y="2108787"/>
            <a:ext cx="248328" cy="13820"/>
          </a:xfrm>
          <a:custGeom>
            <a:avLst/>
            <a:gdLst/>
            <a:ahLst/>
            <a:cxnLst/>
            <a:rect l="l" t="t" r="r" b="b"/>
            <a:pathLst>
              <a:path w="217805" h="15239">
                <a:moveTo>
                  <a:pt x="217284" y="7442"/>
                </a:moveTo>
                <a:lnTo>
                  <a:pt x="217474" y="12598"/>
                </a:lnTo>
                <a:lnTo>
                  <a:pt x="215099" y="15176"/>
                </a:lnTo>
                <a:lnTo>
                  <a:pt x="210146" y="15176"/>
                </a:lnTo>
                <a:lnTo>
                  <a:pt x="8331" y="15176"/>
                </a:lnTo>
                <a:lnTo>
                  <a:pt x="2768" y="15176"/>
                </a:lnTo>
                <a:lnTo>
                  <a:pt x="0" y="12598"/>
                </a:lnTo>
                <a:lnTo>
                  <a:pt x="0" y="7442"/>
                </a:lnTo>
                <a:lnTo>
                  <a:pt x="0" y="2489"/>
                </a:lnTo>
                <a:lnTo>
                  <a:pt x="2768" y="0"/>
                </a:lnTo>
                <a:lnTo>
                  <a:pt x="8331" y="0"/>
                </a:lnTo>
                <a:lnTo>
                  <a:pt x="209245" y="0"/>
                </a:lnTo>
                <a:lnTo>
                  <a:pt x="214401" y="0"/>
                </a:lnTo>
                <a:lnTo>
                  <a:pt x="217081" y="2489"/>
                </a:lnTo>
                <a:lnTo>
                  <a:pt x="217284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954053"/>
            <a:endParaRPr dirty="0">
              <a:solidFill>
                <a:prstClr val="black"/>
              </a:solidFill>
            </a:endParaRPr>
          </a:p>
        </p:txBody>
      </p:sp>
      <p:sp>
        <p:nvSpPr>
          <p:cNvPr id="23" name="bk object 23"/>
          <p:cNvSpPr/>
          <p:nvPr/>
        </p:nvSpPr>
        <p:spPr>
          <a:xfrm>
            <a:off x="3476413" y="2080722"/>
            <a:ext cx="142627" cy="13820"/>
          </a:xfrm>
          <a:custGeom>
            <a:avLst/>
            <a:gdLst/>
            <a:ahLst/>
            <a:cxnLst/>
            <a:rect l="l" t="t" r="r" b="b"/>
            <a:pathLst>
              <a:path w="125094" h="15239">
                <a:moveTo>
                  <a:pt x="124421" y="7429"/>
                </a:moveTo>
                <a:lnTo>
                  <a:pt x="124612" y="12598"/>
                </a:lnTo>
                <a:lnTo>
                  <a:pt x="122339" y="15176"/>
                </a:lnTo>
                <a:lnTo>
                  <a:pt x="117576" y="15176"/>
                </a:lnTo>
                <a:lnTo>
                  <a:pt x="8331" y="15176"/>
                </a:lnTo>
                <a:lnTo>
                  <a:pt x="2781" y="15176"/>
                </a:lnTo>
                <a:lnTo>
                  <a:pt x="0" y="12598"/>
                </a:lnTo>
                <a:lnTo>
                  <a:pt x="0" y="7429"/>
                </a:lnTo>
                <a:lnTo>
                  <a:pt x="0" y="2476"/>
                </a:lnTo>
                <a:lnTo>
                  <a:pt x="2781" y="0"/>
                </a:lnTo>
                <a:lnTo>
                  <a:pt x="8331" y="0"/>
                </a:lnTo>
                <a:lnTo>
                  <a:pt x="116382" y="0"/>
                </a:lnTo>
                <a:lnTo>
                  <a:pt x="121539" y="0"/>
                </a:lnTo>
                <a:lnTo>
                  <a:pt x="124218" y="2476"/>
                </a:lnTo>
                <a:lnTo>
                  <a:pt x="124421" y="742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954053"/>
            <a:endParaRPr dirty="0">
              <a:solidFill>
                <a:prstClr val="black"/>
              </a:solidFill>
            </a:endParaRPr>
          </a:p>
        </p:txBody>
      </p:sp>
      <p:sp>
        <p:nvSpPr>
          <p:cNvPr id="24" name="bk object 24"/>
          <p:cNvSpPr/>
          <p:nvPr/>
        </p:nvSpPr>
        <p:spPr>
          <a:xfrm>
            <a:off x="3438740" y="2132005"/>
            <a:ext cx="217921" cy="57007"/>
          </a:xfrm>
          <a:custGeom>
            <a:avLst/>
            <a:gdLst/>
            <a:ahLst/>
            <a:cxnLst/>
            <a:rect l="l" t="t" r="r" b="b"/>
            <a:pathLst>
              <a:path w="191135" h="62864">
                <a:moveTo>
                  <a:pt x="166687" y="8928"/>
                </a:moveTo>
                <a:lnTo>
                  <a:pt x="177238" y="13445"/>
                </a:lnTo>
                <a:lnTo>
                  <a:pt x="184775" y="18672"/>
                </a:lnTo>
                <a:lnTo>
                  <a:pt x="189297" y="24608"/>
                </a:lnTo>
                <a:lnTo>
                  <a:pt x="190804" y="31254"/>
                </a:lnTo>
                <a:lnTo>
                  <a:pt x="189297" y="37779"/>
                </a:lnTo>
                <a:lnTo>
                  <a:pt x="152514" y="57609"/>
                </a:lnTo>
                <a:lnTo>
                  <a:pt x="95250" y="62801"/>
                </a:lnTo>
                <a:lnTo>
                  <a:pt x="73597" y="62225"/>
                </a:lnTo>
                <a:lnTo>
                  <a:pt x="23812" y="53568"/>
                </a:lnTo>
                <a:lnTo>
                  <a:pt x="0" y="31254"/>
                </a:lnTo>
                <a:lnTo>
                  <a:pt x="1488" y="24608"/>
                </a:lnTo>
                <a:lnTo>
                  <a:pt x="37878" y="5020"/>
                </a:lnTo>
                <a:lnTo>
                  <a:pt x="95250" y="0"/>
                </a:lnTo>
                <a:lnTo>
                  <a:pt x="116795" y="557"/>
                </a:lnTo>
                <a:lnTo>
                  <a:pt x="135883" y="2230"/>
                </a:lnTo>
                <a:lnTo>
                  <a:pt x="152514" y="5020"/>
                </a:lnTo>
                <a:lnTo>
                  <a:pt x="166687" y="892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954053"/>
            <a:endParaRPr dirty="0">
              <a:solidFill>
                <a:prstClr val="black"/>
              </a:solidFill>
            </a:endParaRPr>
          </a:p>
        </p:txBody>
      </p:sp>
      <p:sp>
        <p:nvSpPr>
          <p:cNvPr id="25" name="bk object 25"/>
          <p:cNvSpPr/>
          <p:nvPr/>
        </p:nvSpPr>
        <p:spPr>
          <a:xfrm>
            <a:off x="3459444" y="2145767"/>
            <a:ext cx="176653" cy="29365"/>
          </a:xfrm>
          <a:custGeom>
            <a:avLst/>
            <a:gdLst/>
            <a:ahLst/>
            <a:cxnLst/>
            <a:rect l="l" t="t" r="r" b="b"/>
            <a:pathLst>
              <a:path w="154939" h="32385">
                <a:moveTo>
                  <a:pt x="19050" y="4470"/>
                </a:moveTo>
                <a:lnTo>
                  <a:pt x="6350" y="7251"/>
                </a:lnTo>
                <a:lnTo>
                  <a:pt x="0" y="11112"/>
                </a:lnTo>
                <a:lnTo>
                  <a:pt x="0" y="16078"/>
                </a:lnTo>
                <a:lnTo>
                  <a:pt x="0" y="20840"/>
                </a:lnTo>
                <a:lnTo>
                  <a:pt x="43678" y="30953"/>
                </a:lnTo>
                <a:lnTo>
                  <a:pt x="77089" y="32143"/>
                </a:lnTo>
                <a:lnTo>
                  <a:pt x="94783" y="31846"/>
                </a:lnTo>
                <a:lnTo>
                  <a:pt x="135140" y="27381"/>
                </a:lnTo>
                <a:lnTo>
                  <a:pt x="154482" y="20840"/>
                </a:lnTo>
                <a:lnTo>
                  <a:pt x="154482" y="16078"/>
                </a:lnTo>
                <a:lnTo>
                  <a:pt x="154482" y="11112"/>
                </a:lnTo>
                <a:lnTo>
                  <a:pt x="110501" y="1116"/>
                </a:lnTo>
                <a:lnTo>
                  <a:pt x="77089" y="0"/>
                </a:lnTo>
                <a:lnTo>
                  <a:pt x="59287" y="278"/>
                </a:lnTo>
                <a:lnTo>
                  <a:pt x="43678" y="1116"/>
                </a:lnTo>
                <a:lnTo>
                  <a:pt x="30265" y="2512"/>
                </a:lnTo>
                <a:lnTo>
                  <a:pt x="19050" y="44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954053"/>
            <a:endParaRPr dirty="0">
              <a:solidFill>
                <a:prstClr val="black"/>
              </a:solidFill>
            </a:endParaRPr>
          </a:p>
        </p:txBody>
      </p:sp>
      <p:sp>
        <p:nvSpPr>
          <p:cNvPr id="26" name="bk object 26"/>
          <p:cNvSpPr/>
          <p:nvPr/>
        </p:nvSpPr>
        <p:spPr>
          <a:xfrm>
            <a:off x="3405261" y="2184370"/>
            <a:ext cx="284527" cy="33973"/>
          </a:xfrm>
          <a:custGeom>
            <a:avLst/>
            <a:gdLst/>
            <a:ahLst/>
            <a:cxnLst/>
            <a:rect l="l" t="t" r="r" b="b"/>
            <a:pathLst>
              <a:path w="249555" h="37464">
                <a:moveTo>
                  <a:pt x="240106" y="21717"/>
                </a:moveTo>
                <a:lnTo>
                  <a:pt x="242887" y="21717"/>
                </a:lnTo>
                <a:lnTo>
                  <a:pt x="245059" y="22517"/>
                </a:lnTo>
                <a:lnTo>
                  <a:pt x="246659" y="24104"/>
                </a:lnTo>
                <a:lnTo>
                  <a:pt x="248246" y="25488"/>
                </a:lnTo>
                <a:lnTo>
                  <a:pt x="249034" y="27279"/>
                </a:lnTo>
                <a:lnTo>
                  <a:pt x="249034" y="29464"/>
                </a:lnTo>
                <a:lnTo>
                  <a:pt x="249034" y="31445"/>
                </a:lnTo>
                <a:lnTo>
                  <a:pt x="248335" y="33134"/>
                </a:lnTo>
                <a:lnTo>
                  <a:pt x="246951" y="34518"/>
                </a:lnTo>
                <a:lnTo>
                  <a:pt x="245567" y="36309"/>
                </a:lnTo>
                <a:lnTo>
                  <a:pt x="243573" y="37198"/>
                </a:lnTo>
                <a:lnTo>
                  <a:pt x="240995" y="37198"/>
                </a:lnTo>
                <a:lnTo>
                  <a:pt x="8229" y="37198"/>
                </a:lnTo>
                <a:lnTo>
                  <a:pt x="2679" y="37198"/>
                </a:lnTo>
                <a:lnTo>
                  <a:pt x="0" y="34620"/>
                </a:lnTo>
                <a:lnTo>
                  <a:pt x="190" y="29464"/>
                </a:lnTo>
                <a:lnTo>
                  <a:pt x="393" y="24307"/>
                </a:lnTo>
                <a:lnTo>
                  <a:pt x="3365" y="21717"/>
                </a:lnTo>
                <a:lnTo>
                  <a:pt x="9131" y="21717"/>
                </a:lnTo>
                <a:lnTo>
                  <a:pt x="115684" y="21717"/>
                </a:lnTo>
                <a:lnTo>
                  <a:pt x="115684" y="0"/>
                </a:lnTo>
                <a:lnTo>
                  <a:pt x="132956" y="0"/>
                </a:lnTo>
                <a:lnTo>
                  <a:pt x="132956" y="21717"/>
                </a:lnTo>
                <a:lnTo>
                  <a:pt x="240106" y="21717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954053"/>
            <a:endParaRPr dirty="0">
              <a:solidFill>
                <a:prstClr val="black"/>
              </a:solidFill>
            </a:endParaRPr>
          </a:p>
        </p:txBody>
      </p:sp>
      <p:sp>
        <p:nvSpPr>
          <p:cNvPr id="27" name="bk object 27"/>
          <p:cNvSpPr/>
          <p:nvPr/>
        </p:nvSpPr>
        <p:spPr>
          <a:xfrm>
            <a:off x="3428673" y="2241041"/>
            <a:ext cx="233848" cy="64492"/>
          </a:xfrm>
          <a:custGeom>
            <a:avLst/>
            <a:gdLst/>
            <a:ahLst/>
            <a:cxnLst/>
            <a:rect l="l" t="t" r="r" b="b"/>
            <a:pathLst>
              <a:path w="205105" h="71119">
                <a:moveTo>
                  <a:pt x="196646" y="6261"/>
                </a:moveTo>
                <a:lnTo>
                  <a:pt x="202006" y="10617"/>
                </a:lnTo>
                <a:lnTo>
                  <a:pt x="204685" y="16573"/>
                </a:lnTo>
                <a:lnTo>
                  <a:pt x="204685" y="24117"/>
                </a:lnTo>
                <a:lnTo>
                  <a:pt x="204685" y="61328"/>
                </a:lnTo>
                <a:lnTo>
                  <a:pt x="204685" y="64300"/>
                </a:lnTo>
                <a:lnTo>
                  <a:pt x="203695" y="66674"/>
                </a:lnTo>
                <a:lnTo>
                  <a:pt x="201714" y="68465"/>
                </a:lnTo>
                <a:lnTo>
                  <a:pt x="200126" y="70053"/>
                </a:lnTo>
                <a:lnTo>
                  <a:pt x="198145" y="70853"/>
                </a:lnTo>
                <a:lnTo>
                  <a:pt x="195757" y="70853"/>
                </a:lnTo>
                <a:lnTo>
                  <a:pt x="193179" y="70853"/>
                </a:lnTo>
                <a:lnTo>
                  <a:pt x="191096" y="69951"/>
                </a:lnTo>
                <a:lnTo>
                  <a:pt x="189509" y="68173"/>
                </a:lnTo>
                <a:lnTo>
                  <a:pt x="187718" y="66382"/>
                </a:lnTo>
                <a:lnTo>
                  <a:pt x="186829" y="64007"/>
                </a:lnTo>
                <a:lnTo>
                  <a:pt x="186829" y="61023"/>
                </a:lnTo>
                <a:lnTo>
                  <a:pt x="186829" y="26200"/>
                </a:lnTo>
                <a:lnTo>
                  <a:pt x="186829" y="22428"/>
                </a:lnTo>
                <a:lnTo>
                  <a:pt x="185940" y="19748"/>
                </a:lnTo>
                <a:lnTo>
                  <a:pt x="184150" y="18160"/>
                </a:lnTo>
                <a:lnTo>
                  <a:pt x="182168" y="16382"/>
                </a:lnTo>
                <a:lnTo>
                  <a:pt x="178892" y="15481"/>
                </a:lnTo>
                <a:lnTo>
                  <a:pt x="174332" y="15481"/>
                </a:lnTo>
                <a:lnTo>
                  <a:pt x="8229" y="15481"/>
                </a:lnTo>
                <a:lnTo>
                  <a:pt x="2882" y="15481"/>
                </a:lnTo>
                <a:lnTo>
                  <a:pt x="203" y="12903"/>
                </a:lnTo>
                <a:lnTo>
                  <a:pt x="203" y="7746"/>
                </a:lnTo>
                <a:lnTo>
                  <a:pt x="0" y="2590"/>
                </a:lnTo>
                <a:lnTo>
                  <a:pt x="2679" y="0"/>
                </a:lnTo>
                <a:lnTo>
                  <a:pt x="8229" y="0"/>
                </a:lnTo>
                <a:lnTo>
                  <a:pt x="174917" y="0"/>
                </a:lnTo>
                <a:lnTo>
                  <a:pt x="184048" y="0"/>
                </a:lnTo>
                <a:lnTo>
                  <a:pt x="191300" y="2095"/>
                </a:lnTo>
                <a:lnTo>
                  <a:pt x="196646" y="6261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954053"/>
            <a:endParaRPr dirty="0">
              <a:solidFill>
                <a:prstClr val="black"/>
              </a:solidFill>
            </a:endParaRPr>
          </a:p>
        </p:txBody>
      </p:sp>
      <p:sp>
        <p:nvSpPr>
          <p:cNvPr id="28" name="bk object 28"/>
          <p:cNvSpPr/>
          <p:nvPr/>
        </p:nvSpPr>
        <p:spPr>
          <a:xfrm>
            <a:off x="3879924" y="2086917"/>
            <a:ext cx="125251" cy="198081"/>
          </a:xfrm>
          <a:custGeom>
            <a:avLst/>
            <a:gdLst/>
            <a:ahLst/>
            <a:cxnLst/>
            <a:rect l="l" t="t" r="r" b="b"/>
            <a:pathLst>
              <a:path w="109854" h="218439">
                <a:moveTo>
                  <a:pt x="96735" y="33045"/>
                </a:moveTo>
                <a:lnTo>
                  <a:pt x="102462" y="48859"/>
                </a:lnTo>
                <a:lnTo>
                  <a:pt x="106554" y="66830"/>
                </a:lnTo>
                <a:lnTo>
                  <a:pt x="109010" y="86959"/>
                </a:lnTo>
                <a:lnTo>
                  <a:pt x="109829" y="109245"/>
                </a:lnTo>
                <a:lnTo>
                  <a:pt x="109010" y="131255"/>
                </a:lnTo>
                <a:lnTo>
                  <a:pt x="102462" y="168911"/>
                </a:lnTo>
                <a:lnTo>
                  <a:pt x="78949" y="209559"/>
                </a:lnTo>
                <a:lnTo>
                  <a:pt x="54762" y="217893"/>
                </a:lnTo>
                <a:lnTo>
                  <a:pt x="41873" y="215810"/>
                </a:lnTo>
                <a:lnTo>
                  <a:pt x="12801" y="184556"/>
                </a:lnTo>
                <a:lnTo>
                  <a:pt x="800" y="131255"/>
                </a:lnTo>
                <a:lnTo>
                  <a:pt x="0" y="109245"/>
                </a:lnTo>
                <a:lnTo>
                  <a:pt x="800" y="86959"/>
                </a:lnTo>
                <a:lnTo>
                  <a:pt x="7200" y="48859"/>
                </a:lnTo>
                <a:lnTo>
                  <a:pt x="30581" y="8264"/>
                </a:lnTo>
                <a:lnTo>
                  <a:pt x="54762" y="0"/>
                </a:lnTo>
                <a:lnTo>
                  <a:pt x="67657" y="2066"/>
                </a:lnTo>
                <a:lnTo>
                  <a:pt x="78949" y="8264"/>
                </a:lnTo>
                <a:lnTo>
                  <a:pt x="88641" y="18591"/>
                </a:lnTo>
                <a:lnTo>
                  <a:pt x="96735" y="3304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954053"/>
            <a:endParaRPr dirty="0">
              <a:solidFill>
                <a:prstClr val="black"/>
              </a:solidFill>
            </a:endParaRPr>
          </a:p>
        </p:txBody>
      </p:sp>
      <p:sp>
        <p:nvSpPr>
          <p:cNvPr id="29" name="bk object 29"/>
          <p:cNvSpPr/>
          <p:nvPr/>
        </p:nvSpPr>
        <p:spPr>
          <a:xfrm>
            <a:off x="3900283" y="2100689"/>
            <a:ext cx="84707" cy="170443"/>
          </a:xfrm>
          <a:custGeom>
            <a:avLst/>
            <a:gdLst/>
            <a:ahLst/>
            <a:cxnLst/>
            <a:rect l="l" t="t" r="r" b="b"/>
            <a:pathLst>
              <a:path w="74295" h="187960">
                <a:moveTo>
                  <a:pt x="8331" y="28270"/>
                </a:moveTo>
                <a:lnTo>
                  <a:pt x="4688" y="41760"/>
                </a:lnTo>
                <a:lnTo>
                  <a:pt x="2084" y="57219"/>
                </a:lnTo>
                <a:lnTo>
                  <a:pt x="521" y="74650"/>
                </a:lnTo>
                <a:lnTo>
                  <a:pt x="0" y="94056"/>
                </a:lnTo>
                <a:lnTo>
                  <a:pt x="521" y="113196"/>
                </a:lnTo>
                <a:lnTo>
                  <a:pt x="8331" y="159245"/>
                </a:lnTo>
                <a:lnTo>
                  <a:pt x="36906" y="187820"/>
                </a:lnTo>
                <a:lnTo>
                  <a:pt x="45728" y="186034"/>
                </a:lnTo>
                <a:lnTo>
                  <a:pt x="69257" y="145791"/>
                </a:lnTo>
                <a:lnTo>
                  <a:pt x="74117" y="94056"/>
                </a:lnTo>
                <a:lnTo>
                  <a:pt x="73576" y="74542"/>
                </a:lnTo>
                <a:lnTo>
                  <a:pt x="65481" y="28270"/>
                </a:lnTo>
                <a:lnTo>
                  <a:pt x="36906" y="0"/>
                </a:lnTo>
                <a:lnTo>
                  <a:pt x="27976" y="1766"/>
                </a:lnTo>
                <a:lnTo>
                  <a:pt x="20237" y="7067"/>
                </a:lnTo>
                <a:lnTo>
                  <a:pt x="13689" y="15901"/>
                </a:lnTo>
                <a:lnTo>
                  <a:pt x="8331" y="282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954053"/>
            <a:endParaRPr dirty="0">
              <a:solidFill>
                <a:prstClr val="black"/>
              </a:solidFill>
            </a:endParaRPr>
          </a:p>
        </p:txBody>
      </p:sp>
      <p:sp>
        <p:nvSpPr>
          <p:cNvPr id="30" name="bk object 30"/>
          <p:cNvSpPr/>
          <p:nvPr/>
        </p:nvSpPr>
        <p:spPr>
          <a:xfrm>
            <a:off x="3988175" y="2079995"/>
            <a:ext cx="76743" cy="226296"/>
          </a:xfrm>
          <a:custGeom>
            <a:avLst/>
            <a:gdLst/>
            <a:ahLst/>
            <a:cxnLst/>
            <a:rect l="l" t="t" r="r" b="b"/>
            <a:pathLst>
              <a:path w="67310" h="249555">
                <a:moveTo>
                  <a:pt x="52095" y="2285"/>
                </a:moveTo>
                <a:lnTo>
                  <a:pt x="53682" y="888"/>
                </a:lnTo>
                <a:lnTo>
                  <a:pt x="55765" y="190"/>
                </a:lnTo>
                <a:lnTo>
                  <a:pt x="58343" y="190"/>
                </a:lnTo>
                <a:lnTo>
                  <a:pt x="60731" y="0"/>
                </a:lnTo>
                <a:lnTo>
                  <a:pt x="62712" y="596"/>
                </a:lnTo>
                <a:lnTo>
                  <a:pt x="64300" y="1981"/>
                </a:lnTo>
                <a:lnTo>
                  <a:pt x="66281" y="3378"/>
                </a:lnTo>
                <a:lnTo>
                  <a:pt x="67271" y="5359"/>
                </a:lnTo>
                <a:lnTo>
                  <a:pt x="67271" y="7937"/>
                </a:lnTo>
                <a:lnTo>
                  <a:pt x="67271" y="239814"/>
                </a:lnTo>
                <a:lnTo>
                  <a:pt x="67271" y="242582"/>
                </a:lnTo>
                <a:lnTo>
                  <a:pt x="66281" y="244868"/>
                </a:lnTo>
                <a:lnTo>
                  <a:pt x="64300" y="246659"/>
                </a:lnTo>
                <a:lnTo>
                  <a:pt x="62712" y="248246"/>
                </a:lnTo>
                <a:lnTo>
                  <a:pt x="60731" y="249034"/>
                </a:lnTo>
                <a:lnTo>
                  <a:pt x="58343" y="249034"/>
                </a:lnTo>
                <a:lnTo>
                  <a:pt x="55765" y="249034"/>
                </a:lnTo>
                <a:lnTo>
                  <a:pt x="53682" y="248246"/>
                </a:lnTo>
                <a:lnTo>
                  <a:pt x="52095" y="246659"/>
                </a:lnTo>
                <a:lnTo>
                  <a:pt x="50304" y="244868"/>
                </a:lnTo>
                <a:lnTo>
                  <a:pt x="49415" y="242582"/>
                </a:lnTo>
                <a:lnTo>
                  <a:pt x="49415" y="239814"/>
                </a:lnTo>
                <a:lnTo>
                  <a:pt x="49415" y="118668"/>
                </a:lnTo>
                <a:lnTo>
                  <a:pt x="9232" y="118668"/>
                </a:lnTo>
                <a:lnTo>
                  <a:pt x="6261" y="118668"/>
                </a:lnTo>
                <a:lnTo>
                  <a:pt x="3975" y="117767"/>
                </a:lnTo>
                <a:lnTo>
                  <a:pt x="2387" y="115989"/>
                </a:lnTo>
                <a:lnTo>
                  <a:pt x="800" y="114604"/>
                </a:lnTo>
                <a:lnTo>
                  <a:pt x="0" y="112915"/>
                </a:lnTo>
                <a:lnTo>
                  <a:pt x="0" y="110921"/>
                </a:lnTo>
                <a:lnTo>
                  <a:pt x="0" y="108737"/>
                </a:lnTo>
                <a:lnTo>
                  <a:pt x="800" y="106959"/>
                </a:lnTo>
                <a:lnTo>
                  <a:pt x="2387" y="105562"/>
                </a:lnTo>
                <a:lnTo>
                  <a:pt x="3975" y="103974"/>
                </a:lnTo>
                <a:lnTo>
                  <a:pt x="6159" y="103187"/>
                </a:lnTo>
                <a:lnTo>
                  <a:pt x="8928" y="103187"/>
                </a:lnTo>
                <a:lnTo>
                  <a:pt x="49415" y="103187"/>
                </a:lnTo>
                <a:lnTo>
                  <a:pt x="49415" y="8534"/>
                </a:lnTo>
                <a:lnTo>
                  <a:pt x="49415" y="5753"/>
                </a:lnTo>
                <a:lnTo>
                  <a:pt x="50304" y="3670"/>
                </a:lnTo>
                <a:lnTo>
                  <a:pt x="52095" y="228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954053"/>
            <a:endParaRPr dirty="0">
              <a:solidFill>
                <a:prstClr val="black"/>
              </a:solidFill>
            </a:endParaRPr>
          </a:p>
        </p:txBody>
      </p:sp>
      <p:sp>
        <p:nvSpPr>
          <p:cNvPr id="31" name="bk object 31"/>
          <p:cNvSpPr/>
          <p:nvPr/>
        </p:nvSpPr>
        <p:spPr>
          <a:xfrm>
            <a:off x="4108992" y="2080169"/>
            <a:ext cx="20272" cy="225721"/>
          </a:xfrm>
          <a:custGeom>
            <a:avLst/>
            <a:gdLst/>
            <a:ahLst/>
            <a:cxnLst/>
            <a:rect l="l" t="t" r="r" b="b"/>
            <a:pathLst>
              <a:path w="17779" h="248919">
                <a:moveTo>
                  <a:pt x="14287" y="246468"/>
                </a:moveTo>
                <a:lnTo>
                  <a:pt x="12700" y="248056"/>
                </a:lnTo>
                <a:lnTo>
                  <a:pt x="10820" y="248843"/>
                </a:lnTo>
                <a:lnTo>
                  <a:pt x="8636" y="248843"/>
                </a:lnTo>
                <a:lnTo>
                  <a:pt x="6248" y="248843"/>
                </a:lnTo>
                <a:lnTo>
                  <a:pt x="4267" y="248056"/>
                </a:lnTo>
                <a:lnTo>
                  <a:pt x="2679" y="246468"/>
                </a:lnTo>
                <a:lnTo>
                  <a:pt x="889" y="244678"/>
                </a:lnTo>
                <a:lnTo>
                  <a:pt x="0" y="242404"/>
                </a:lnTo>
                <a:lnTo>
                  <a:pt x="0" y="239623"/>
                </a:lnTo>
                <a:lnTo>
                  <a:pt x="0" y="8331"/>
                </a:lnTo>
                <a:lnTo>
                  <a:pt x="0" y="5753"/>
                </a:lnTo>
                <a:lnTo>
                  <a:pt x="889" y="3670"/>
                </a:lnTo>
                <a:lnTo>
                  <a:pt x="2679" y="2082"/>
                </a:lnTo>
                <a:lnTo>
                  <a:pt x="4267" y="698"/>
                </a:lnTo>
                <a:lnTo>
                  <a:pt x="6248" y="0"/>
                </a:lnTo>
                <a:lnTo>
                  <a:pt x="8636" y="0"/>
                </a:lnTo>
                <a:lnTo>
                  <a:pt x="10820" y="0"/>
                </a:lnTo>
                <a:lnTo>
                  <a:pt x="12700" y="698"/>
                </a:lnTo>
                <a:lnTo>
                  <a:pt x="14287" y="2082"/>
                </a:lnTo>
                <a:lnTo>
                  <a:pt x="16268" y="3479"/>
                </a:lnTo>
                <a:lnTo>
                  <a:pt x="17272" y="5460"/>
                </a:lnTo>
                <a:lnTo>
                  <a:pt x="17272" y="8039"/>
                </a:lnTo>
                <a:lnTo>
                  <a:pt x="17272" y="239623"/>
                </a:lnTo>
                <a:lnTo>
                  <a:pt x="17272" y="242404"/>
                </a:lnTo>
                <a:lnTo>
                  <a:pt x="16268" y="244678"/>
                </a:lnTo>
                <a:lnTo>
                  <a:pt x="14287" y="24646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954053"/>
            <a:endParaRPr dirty="0">
              <a:solidFill>
                <a:prstClr val="black"/>
              </a:solidFill>
            </a:endParaRPr>
          </a:p>
        </p:txBody>
      </p:sp>
      <p:sp>
        <p:nvSpPr>
          <p:cNvPr id="32" name="bk object 32"/>
          <p:cNvSpPr/>
          <p:nvPr/>
        </p:nvSpPr>
        <p:spPr>
          <a:xfrm>
            <a:off x="4367257" y="2175180"/>
            <a:ext cx="32580" cy="94433"/>
          </a:xfrm>
          <a:custGeom>
            <a:avLst/>
            <a:gdLst/>
            <a:ahLst/>
            <a:cxnLst/>
            <a:rect l="l" t="t" r="r" b="b"/>
            <a:pathLst>
              <a:path w="28575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787" y="99618"/>
                </a:lnTo>
                <a:lnTo>
                  <a:pt x="2374" y="101206"/>
                </a:lnTo>
                <a:lnTo>
                  <a:pt x="3771" y="102793"/>
                </a:lnTo>
                <a:lnTo>
                  <a:pt x="5549" y="103581"/>
                </a:lnTo>
                <a:lnTo>
                  <a:pt x="7734" y="103581"/>
                </a:lnTo>
                <a:lnTo>
                  <a:pt x="18757" y="103581"/>
                </a:lnTo>
                <a:lnTo>
                  <a:pt x="21729" y="103581"/>
                </a:lnTo>
                <a:lnTo>
                  <a:pt x="24003" y="102692"/>
                </a:lnTo>
                <a:lnTo>
                  <a:pt x="25603" y="100901"/>
                </a:lnTo>
                <a:lnTo>
                  <a:pt x="27190" y="99123"/>
                </a:lnTo>
                <a:lnTo>
                  <a:pt x="27978" y="96545"/>
                </a:lnTo>
                <a:lnTo>
                  <a:pt x="27978" y="93167"/>
                </a:lnTo>
                <a:lnTo>
                  <a:pt x="27978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954053"/>
            <a:endParaRPr dirty="0">
              <a:solidFill>
                <a:prstClr val="black"/>
              </a:solidFill>
            </a:endParaRPr>
          </a:p>
        </p:txBody>
      </p:sp>
      <p:sp>
        <p:nvSpPr>
          <p:cNvPr id="33" name="bk object 33"/>
          <p:cNvSpPr/>
          <p:nvPr/>
        </p:nvSpPr>
        <p:spPr>
          <a:xfrm>
            <a:off x="4347231" y="2086378"/>
            <a:ext cx="72399" cy="196929"/>
          </a:xfrm>
          <a:custGeom>
            <a:avLst/>
            <a:gdLst/>
            <a:ahLst/>
            <a:cxnLst/>
            <a:rect l="l" t="t" r="r" b="b"/>
            <a:pathLst>
              <a:path w="63500" h="217169">
                <a:moveTo>
                  <a:pt x="48221" y="2082"/>
                </a:moveTo>
                <a:lnTo>
                  <a:pt x="49809" y="698"/>
                </a:lnTo>
                <a:lnTo>
                  <a:pt x="51790" y="0"/>
                </a:lnTo>
                <a:lnTo>
                  <a:pt x="54178" y="0"/>
                </a:lnTo>
                <a:lnTo>
                  <a:pt x="56553" y="0"/>
                </a:lnTo>
                <a:lnTo>
                  <a:pt x="58534" y="698"/>
                </a:lnTo>
                <a:lnTo>
                  <a:pt x="60134" y="2082"/>
                </a:lnTo>
                <a:lnTo>
                  <a:pt x="62115" y="3479"/>
                </a:lnTo>
                <a:lnTo>
                  <a:pt x="63106" y="5562"/>
                </a:lnTo>
                <a:lnTo>
                  <a:pt x="63106" y="8331"/>
                </a:lnTo>
                <a:lnTo>
                  <a:pt x="63106" y="195262"/>
                </a:lnTo>
                <a:lnTo>
                  <a:pt x="63106" y="202006"/>
                </a:lnTo>
                <a:lnTo>
                  <a:pt x="60921" y="207276"/>
                </a:lnTo>
                <a:lnTo>
                  <a:pt x="56553" y="211035"/>
                </a:lnTo>
                <a:lnTo>
                  <a:pt x="52387" y="214807"/>
                </a:lnTo>
                <a:lnTo>
                  <a:pt x="46735" y="216700"/>
                </a:lnTo>
                <a:lnTo>
                  <a:pt x="39585" y="216700"/>
                </a:lnTo>
                <a:lnTo>
                  <a:pt x="22034" y="216700"/>
                </a:lnTo>
                <a:lnTo>
                  <a:pt x="15671" y="216700"/>
                </a:lnTo>
                <a:lnTo>
                  <a:pt x="10426" y="214807"/>
                </a:lnTo>
                <a:lnTo>
                  <a:pt x="6248" y="211035"/>
                </a:lnTo>
                <a:lnTo>
                  <a:pt x="2082" y="207073"/>
                </a:lnTo>
                <a:lnTo>
                  <a:pt x="0" y="201917"/>
                </a:lnTo>
                <a:lnTo>
                  <a:pt x="0" y="195554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48" y="304"/>
                </a:lnTo>
                <a:lnTo>
                  <a:pt x="8635" y="304"/>
                </a:lnTo>
                <a:lnTo>
                  <a:pt x="11010" y="304"/>
                </a:lnTo>
                <a:lnTo>
                  <a:pt x="12992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5542" y="82753"/>
                </a:lnTo>
                <a:lnTo>
                  <a:pt x="45542" y="8331"/>
                </a:lnTo>
                <a:lnTo>
                  <a:pt x="45542" y="5562"/>
                </a:lnTo>
                <a:lnTo>
                  <a:pt x="46431" y="3479"/>
                </a:lnTo>
                <a:lnTo>
                  <a:pt x="48221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954053"/>
            <a:endParaRPr dirty="0">
              <a:solidFill>
                <a:prstClr val="black"/>
              </a:solidFill>
            </a:endParaRPr>
          </a:p>
        </p:txBody>
      </p:sp>
      <p:sp>
        <p:nvSpPr>
          <p:cNvPr id="34" name="bk object 34"/>
          <p:cNvSpPr/>
          <p:nvPr/>
        </p:nvSpPr>
        <p:spPr>
          <a:xfrm>
            <a:off x="4443608" y="2086378"/>
            <a:ext cx="73845" cy="196929"/>
          </a:xfrm>
          <a:custGeom>
            <a:avLst/>
            <a:gdLst/>
            <a:ahLst/>
            <a:cxnLst/>
            <a:rect l="l" t="t" r="r" b="b"/>
            <a:pathLst>
              <a:path w="64770" h="217169">
                <a:moveTo>
                  <a:pt x="49123" y="2082"/>
                </a:moveTo>
                <a:lnTo>
                  <a:pt x="50711" y="698"/>
                </a:lnTo>
                <a:lnTo>
                  <a:pt x="52793" y="0"/>
                </a:lnTo>
                <a:lnTo>
                  <a:pt x="55371" y="0"/>
                </a:lnTo>
                <a:lnTo>
                  <a:pt x="57746" y="0"/>
                </a:lnTo>
                <a:lnTo>
                  <a:pt x="59728" y="698"/>
                </a:lnTo>
                <a:lnTo>
                  <a:pt x="61328" y="2082"/>
                </a:lnTo>
                <a:lnTo>
                  <a:pt x="63309" y="3479"/>
                </a:lnTo>
                <a:lnTo>
                  <a:pt x="64300" y="5562"/>
                </a:lnTo>
                <a:lnTo>
                  <a:pt x="64300" y="8331"/>
                </a:lnTo>
                <a:lnTo>
                  <a:pt x="64300" y="196748"/>
                </a:lnTo>
                <a:lnTo>
                  <a:pt x="64300" y="202514"/>
                </a:lnTo>
                <a:lnTo>
                  <a:pt x="62217" y="207276"/>
                </a:lnTo>
                <a:lnTo>
                  <a:pt x="58051" y="211035"/>
                </a:lnTo>
                <a:lnTo>
                  <a:pt x="54076" y="214807"/>
                </a:lnTo>
                <a:lnTo>
                  <a:pt x="49123" y="216700"/>
                </a:lnTo>
                <a:lnTo>
                  <a:pt x="43167" y="216700"/>
                </a:lnTo>
                <a:lnTo>
                  <a:pt x="21729" y="216700"/>
                </a:lnTo>
                <a:lnTo>
                  <a:pt x="15786" y="216700"/>
                </a:lnTo>
                <a:lnTo>
                  <a:pt x="10718" y="214807"/>
                </a:lnTo>
                <a:lnTo>
                  <a:pt x="6553" y="211035"/>
                </a:lnTo>
                <a:lnTo>
                  <a:pt x="2184" y="207073"/>
                </a:lnTo>
                <a:lnTo>
                  <a:pt x="0" y="202209"/>
                </a:lnTo>
                <a:lnTo>
                  <a:pt x="0" y="196456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61" y="304"/>
                </a:lnTo>
                <a:lnTo>
                  <a:pt x="8635" y="304"/>
                </a:lnTo>
                <a:lnTo>
                  <a:pt x="11023" y="304"/>
                </a:lnTo>
                <a:lnTo>
                  <a:pt x="13004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6443" y="82753"/>
                </a:lnTo>
                <a:lnTo>
                  <a:pt x="46443" y="8331"/>
                </a:lnTo>
                <a:lnTo>
                  <a:pt x="46443" y="5562"/>
                </a:lnTo>
                <a:lnTo>
                  <a:pt x="47332" y="3479"/>
                </a:lnTo>
                <a:lnTo>
                  <a:pt x="49123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954053"/>
            <a:endParaRPr dirty="0">
              <a:solidFill>
                <a:prstClr val="black"/>
              </a:solidFill>
            </a:endParaRPr>
          </a:p>
        </p:txBody>
      </p:sp>
      <p:sp>
        <p:nvSpPr>
          <p:cNvPr id="35" name="bk object 35"/>
          <p:cNvSpPr/>
          <p:nvPr/>
        </p:nvSpPr>
        <p:spPr>
          <a:xfrm>
            <a:off x="4463635" y="2175180"/>
            <a:ext cx="33303" cy="94433"/>
          </a:xfrm>
          <a:custGeom>
            <a:avLst/>
            <a:gdLst/>
            <a:ahLst/>
            <a:cxnLst/>
            <a:rect l="l" t="t" r="r" b="b"/>
            <a:pathLst>
              <a:path w="29210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901" y="99618"/>
                </a:lnTo>
                <a:lnTo>
                  <a:pt x="2679" y="101206"/>
                </a:lnTo>
                <a:lnTo>
                  <a:pt x="4063" y="102793"/>
                </a:lnTo>
                <a:lnTo>
                  <a:pt x="6146" y="103581"/>
                </a:lnTo>
                <a:lnTo>
                  <a:pt x="8928" y="103581"/>
                </a:lnTo>
                <a:lnTo>
                  <a:pt x="18453" y="103581"/>
                </a:lnTo>
                <a:lnTo>
                  <a:pt x="22034" y="103581"/>
                </a:lnTo>
                <a:lnTo>
                  <a:pt x="24612" y="102692"/>
                </a:lnTo>
                <a:lnTo>
                  <a:pt x="26200" y="100901"/>
                </a:lnTo>
                <a:lnTo>
                  <a:pt x="27978" y="99314"/>
                </a:lnTo>
                <a:lnTo>
                  <a:pt x="28879" y="96735"/>
                </a:lnTo>
                <a:lnTo>
                  <a:pt x="28879" y="93167"/>
                </a:lnTo>
                <a:lnTo>
                  <a:pt x="28879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954053"/>
            <a:endParaRPr dirty="0">
              <a:solidFill>
                <a:prstClr val="black"/>
              </a:solidFill>
            </a:endParaRPr>
          </a:p>
        </p:txBody>
      </p:sp>
      <p:sp>
        <p:nvSpPr>
          <p:cNvPr id="36" name="bk object 36"/>
          <p:cNvSpPr/>
          <p:nvPr/>
        </p:nvSpPr>
        <p:spPr>
          <a:xfrm>
            <a:off x="4552887" y="2080169"/>
            <a:ext cx="66605" cy="225721"/>
          </a:xfrm>
          <a:custGeom>
            <a:avLst/>
            <a:gdLst/>
            <a:ahLst/>
            <a:cxnLst/>
            <a:rect l="l" t="t" r="r" b="b"/>
            <a:pathLst>
              <a:path w="58420" h="248919">
                <a:moveTo>
                  <a:pt x="50012" y="116979"/>
                </a:moveTo>
                <a:lnTo>
                  <a:pt x="55168" y="116979"/>
                </a:lnTo>
                <a:lnTo>
                  <a:pt x="57746" y="119354"/>
                </a:lnTo>
                <a:lnTo>
                  <a:pt x="57746" y="124117"/>
                </a:lnTo>
                <a:lnTo>
                  <a:pt x="57950" y="129082"/>
                </a:lnTo>
                <a:lnTo>
                  <a:pt x="55562" y="131559"/>
                </a:lnTo>
                <a:lnTo>
                  <a:pt x="50609" y="131559"/>
                </a:lnTo>
                <a:lnTo>
                  <a:pt x="17564" y="131559"/>
                </a:lnTo>
                <a:lnTo>
                  <a:pt x="17564" y="240207"/>
                </a:lnTo>
                <a:lnTo>
                  <a:pt x="17564" y="242785"/>
                </a:lnTo>
                <a:lnTo>
                  <a:pt x="16573" y="244868"/>
                </a:lnTo>
                <a:lnTo>
                  <a:pt x="14592" y="246456"/>
                </a:lnTo>
                <a:lnTo>
                  <a:pt x="13004" y="248043"/>
                </a:lnTo>
                <a:lnTo>
                  <a:pt x="11023" y="248843"/>
                </a:lnTo>
                <a:lnTo>
                  <a:pt x="8636" y="248843"/>
                </a:lnTo>
                <a:lnTo>
                  <a:pt x="6261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901" y="244868"/>
                </a:lnTo>
                <a:lnTo>
                  <a:pt x="0" y="242684"/>
                </a:lnTo>
                <a:lnTo>
                  <a:pt x="0" y="239915"/>
                </a:lnTo>
                <a:lnTo>
                  <a:pt x="0" y="8039"/>
                </a:lnTo>
                <a:lnTo>
                  <a:pt x="0" y="5460"/>
                </a:lnTo>
                <a:lnTo>
                  <a:pt x="901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261" y="0"/>
                </a:lnTo>
                <a:lnTo>
                  <a:pt x="8636" y="0"/>
                </a:lnTo>
                <a:lnTo>
                  <a:pt x="11023" y="0"/>
                </a:lnTo>
                <a:lnTo>
                  <a:pt x="13004" y="596"/>
                </a:lnTo>
                <a:lnTo>
                  <a:pt x="14592" y="1790"/>
                </a:lnTo>
                <a:lnTo>
                  <a:pt x="16573" y="3378"/>
                </a:lnTo>
                <a:lnTo>
                  <a:pt x="17564" y="5460"/>
                </a:lnTo>
                <a:lnTo>
                  <a:pt x="17564" y="8039"/>
                </a:lnTo>
                <a:lnTo>
                  <a:pt x="17564" y="116979"/>
                </a:lnTo>
                <a:lnTo>
                  <a:pt x="50012" y="11697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954053"/>
            <a:endParaRPr dirty="0">
              <a:solidFill>
                <a:prstClr val="black"/>
              </a:solidFill>
            </a:endParaRPr>
          </a:p>
        </p:txBody>
      </p:sp>
      <p:sp>
        <p:nvSpPr>
          <p:cNvPr id="37" name="bk object 37"/>
          <p:cNvSpPr/>
          <p:nvPr/>
        </p:nvSpPr>
        <p:spPr>
          <a:xfrm>
            <a:off x="4801635" y="2088266"/>
            <a:ext cx="191133" cy="199233"/>
          </a:xfrm>
          <a:custGeom>
            <a:avLst/>
            <a:gdLst/>
            <a:ahLst/>
            <a:cxnLst/>
            <a:rect l="l" t="t" r="r" b="b"/>
            <a:pathLst>
              <a:path w="167639" h="219710">
                <a:moveTo>
                  <a:pt x="158648" y="7442"/>
                </a:moveTo>
                <a:lnTo>
                  <a:pt x="158648" y="12598"/>
                </a:lnTo>
                <a:lnTo>
                  <a:pt x="156159" y="15176"/>
                </a:lnTo>
                <a:lnTo>
                  <a:pt x="151206" y="15176"/>
                </a:lnTo>
                <a:lnTo>
                  <a:pt x="92265" y="15176"/>
                </a:lnTo>
                <a:lnTo>
                  <a:pt x="92265" y="63398"/>
                </a:lnTo>
                <a:lnTo>
                  <a:pt x="93494" y="86098"/>
                </a:lnTo>
                <a:lnTo>
                  <a:pt x="103318" y="128370"/>
                </a:lnTo>
                <a:lnTo>
                  <a:pt x="122201" y="165165"/>
                </a:lnTo>
                <a:lnTo>
                  <a:pt x="162217" y="202107"/>
                </a:lnTo>
                <a:lnTo>
                  <a:pt x="164795" y="203504"/>
                </a:lnTo>
                <a:lnTo>
                  <a:pt x="166382" y="205384"/>
                </a:lnTo>
                <a:lnTo>
                  <a:pt x="166979" y="207759"/>
                </a:lnTo>
                <a:lnTo>
                  <a:pt x="167576" y="210146"/>
                </a:lnTo>
                <a:lnTo>
                  <a:pt x="167373" y="212331"/>
                </a:lnTo>
                <a:lnTo>
                  <a:pt x="166382" y="214312"/>
                </a:lnTo>
                <a:lnTo>
                  <a:pt x="165201" y="216496"/>
                </a:lnTo>
                <a:lnTo>
                  <a:pt x="163410" y="217881"/>
                </a:lnTo>
                <a:lnTo>
                  <a:pt x="161023" y="218478"/>
                </a:lnTo>
                <a:lnTo>
                  <a:pt x="158445" y="219278"/>
                </a:lnTo>
                <a:lnTo>
                  <a:pt x="118982" y="188884"/>
                </a:lnTo>
                <a:lnTo>
                  <a:pt x="92195" y="145403"/>
                </a:lnTo>
                <a:lnTo>
                  <a:pt x="83337" y="115189"/>
                </a:lnTo>
                <a:lnTo>
                  <a:pt x="79508" y="130669"/>
                </a:lnTo>
                <a:lnTo>
                  <a:pt x="57746" y="175323"/>
                </a:lnTo>
                <a:lnTo>
                  <a:pt x="24983" y="209976"/>
                </a:lnTo>
                <a:lnTo>
                  <a:pt x="8128" y="218579"/>
                </a:lnTo>
                <a:lnTo>
                  <a:pt x="5956" y="217589"/>
                </a:lnTo>
                <a:lnTo>
                  <a:pt x="3962" y="216801"/>
                </a:lnTo>
                <a:lnTo>
                  <a:pt x="2476" y="215404"/>
                </a:lnTo>
                <a:lnTo>
                  <a:pt x="1485" y="213423"/>
                </a:lnTo>
                <a:lnTo>
                  <a:pt x="292" y="211239"/>
                </a:lnTo>
                <a:lnTo>
                  <a:pt x="5651" y="201510"/>
                </a:lnTo>
                <a:lnTo>
                  <a:pt x="19993" y="192398"/>
                </a:lnTo>
                <a:lnTo>
                  <a:pt x="54762" y="148526"/>
                </a:lnTo>
                <a:lnTo>
                  <a:pt x="69724" y="108124"/>
                </a:lnTo>
                <a:lnTo>
                  <a:pt x="74714" y="63703"/>
                </a:lnTo>
                <a:lnTo>
                  <a:pt x="74714" y="15176"/>
                </a:lnTo>
                <a:lnTo>
                  <a:pt x="15773" y="15176"/>
                </a:lnTo>
                <a:lnTo>
                  <a:pt x="10210" y="15176"/>
                </a:lnTo>
                <a:lnTo>
                  <a:pt x="7531" y="12598"/>
                </a:lnTo>
                <a:lnTo>
                  <a:pt x="7734" y="7442"/>
                </a:lnTo>
                <a:lnTo>
                  <a:pt x="7734" y="2489"/>
                </a:lnTo>
                <a:lnTo>
                  <a:pt x="10515" y="0"/>
                </a:lnTo>
                <a:lnTo>
                  <a:pt x="16065" y="0"/>
                </a:lnTo>
                <a:lnTo>
                  <a:pt x="151206" y="0"/>
                </a:lnTo>
                <a:lnTo>
                  <a:pt x="156159" y="0"/>
                </a:lnTo>
                <a:lnTo>
                  <a:pt x="158648" y="2489"/>
                </a:lnTo>
                <a:lnTo>
                  <a:pt x="158648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954053"/>
            <a:endParaRPr dirty="0">
              <a:solidFill>
                <a:prstClr val="black"/>
              </a:solidFill>
            </a:endParaRPr>
          </a:p>
        </p:txBody>
      </p:sp>
      <p:sp>
        <p:nvSpPr>
          <p:cNvPr id="38" name="bk object 38"/>
          <p:cNvSpPr/>
          <p:nvPr/>
        </p:nvSpPr>
        <p:spPr>
          <a:xfrm>
            <a:off x="5025958" y="2080169"/>
            <a:ext cx="20996" cy="225721"/>
          </a:xfrm>
          <a:custGeom>
            <a:avLst/>
            <a:gdLst/>
            <a:ahLst/>
            <a:cxnLst/>
            <a:rect l="l" t="t" r="r" b="b"/>
            <a:pathLst>
              <a:path w="18414" h="248919">
                <a:moveTo>
                  <a:pt x="14884" y="246456"/>
                </a:moveTo>
                <a:lnTo>
                  <a:pt x="13296" y="248043"/>
                </a:lnTo>
                <a:lnTo>
                  <a:pt x="11315" y="248843"/>
                </a:lnTo>
                <a:lnTo>
                  <a:pt x="8928" y="248843"/>
                </a:lnTo>
                <a:lnTo>
                  <a:pt x="6350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888" y="244678"/>
                </a:lnTo>
                <a:lnTo>
                  <a:pt x="0" y="242392"/>
                </a:lnTo>
                <a:lnTo>
                  <a:pt x="0" y="239610"/>
                </a:lnTo>
                <a:lnTo>
                  <a:pt x="0" y="8039"/>
                </a:lnTo>
                <a:lnTo>
                  <a:pt x="0" y="5460"/>
                </a:lnTo>
                <a:lnTo>
                  <a:pt x="888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350" y="0"/>
                </a:lnTo>
                <a:lnTo>
                  <a:pt x="8928" y="0"/>
                </a:lnTo>
                <a:lnTo>
                  <a:pt x="11315" y="0"/>
                </a:lnTo>
                <a:lnTo>
                  <a:pt x="13296" y="596"/>
                </a:lnTo>
                <a:lnTo>
                  <a:pt x="14884" y="1790"/>
                </a:lnTo>
                <a:lnTo>
                  <a:pt x="16865" y="3378"/>
                </a:lnTo>
                <a:lnTo>
                  <a:pt x="17856" y="5460"/>
                </a:lnTo>
                <a:lnTo>
                  <a:pt x="17856" y="8039"/>
                </a:lnTo>
                <a:lnTo>
                  <a:pt x="17856" y="239610"/>
                </a:lnTo>
                <a:lnTo>
                  <a:pt x="17856" y="242392"/>
                </a:lnTo>
                <a:lnTo>
                  <a:pt x="16865" y="244678"/>
                </a:lnTo>
                <a:lnTo>
                  <a:pt x="14884" y="246456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954053"/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03548" y="2015664"/>
            <a:ext cx="9984901" cy="3898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2"/>
            <a:ext cx="85344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8/27/2026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21939" y="712105"/>
            <a:ext cx="9748127" cy="415498"/>
          </a:xfrm>
        </p:spPr>
        <p:txBody>
          <a:bodyPr lIns="0" tIns="0" rIns="0" bIns="0"/>
          <a:lstStyle>
            <a:lvl1pPr>
              <a:defRPr sz="27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21937" y="1693082"/>
            <a:ext cx="9259115" cy="512961"/>
          </a:xfrm>
        </p:spPr>
        <p:txBody>
          <a:bodyPr lIns="0" tIns="0" rIns="0" bIns="0"/>
          <a:lstStyle>
            <a:lvl1pPr>
              <a:defRPr sz="33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8/27/2026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21939" y="712105"/>
            <a:ext cx="9748127" cy="415498"/>
          </a:xfrm>
        </p:spPr>
        <p:txBody>
          <a:bodyPr lIns="0" tIns="0" rIns="0" bIns="0"/>
          <a:lstStyle>
            <a:lvl1pPr>
              <a:defRPr sz="27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2"/>
            <a:ext cx="530352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2"/>
            <a:ext cx="530352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8/27/2026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2" y="11"/>
            <a:ext cx="12185556" cy="68554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954053"/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21939" y="712105"/>
            <a:ext cx="9748127" cy="415498"/>
          </a:xfrm>
        </p:spPr>
        <p:txBody>
          <a:bodyPr lIns="0" tIns="0" rIns="0" bIns="0"/>
          <a:lstStyle>
            <a:lvl1pPr>
              <a:defRPr sz="27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8/27/2026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11"/>
            <a:ext cx="12190552" cy="6855696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pPr defTabSz="954053"/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8/27/2026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898E7-6803-442A-B25E-9443EE4D21A3}" type="slidenum">
              <a:rPr lang="en-US" altLang="ko-K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21939" y="712105"/>
            <a:ext cx="9748127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21937" y="1693082"/>
            <a:ext cx="925911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39"/>
            <a:ext cx="3901440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54053"/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39"/>
            <a:ext cx="2804160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54053"/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 defTabSz="954053"/>
              <a:t>8/27/2026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39"/>
            <a:ext cx="2804160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54053"/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 defTabSz="954053"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77027">
        <a:defRPr>
          <a:latin typeface="+mn-lt"/>
          <a:ea typeface="+mn-ea"/>
          <a:cs typeface="+mn-cs"/>
        </a:defRPr>
      </a:lvl2pPr>
      <a:lvl3pPr marL="954053">
        <a:defRPr>
          <a:latin typeface="+mn-lt"/>
          <a:ea typeface="+mn-ea"/>
          <a:cs typeface="+mn-cs"/>
        </a:defRPr>
      </a:lvl3pPr>
      <a:lvl4pPr marL="1431080">
        <a:defRPr>
          <a:latin typeface="+mn-lt"/>
          <a:ea typeface="+mn-ea"/>
          <a:cs typeface="+mn-cs"/>
        </a:defRPr>
      </a:lvl4pPr>
      <a:lvl5pPr marL="1908107">
        <a:defRPr>
          <a:latin typeface="+mn-lt"/>
          <a:ea typeface="+mn-ea"/>
          <a:cs typeface="+mn-cs"/>
        </a:defRPr>
      </a:lvl5pPr>
      <a:lvl6pPr marL="2385134">
        <a:defRPr>
          <a:latin typeface="+mn-lt"/>
          <a:ea typeface="+mn-ea"/>
          <a:cs typeface="+mn-cs"/>
        </a:defRPr>
      </a:lvl6pPr>
      <a:lvl7pPr marL="2862159">
        <a:defRPr>
          <a:latin typeface="+mn-lt"/>
          <a:ea typeface="+mn-ea"/>
          <a:cs typeface="+mn-cs"/>
        </a:defRPr>
      </a:lvl7pPr>
      <a:lvl8pPr marL="3339187">
        <a:defRPr>
          <a:latin typeface="+mn-lt"/>
          <a:ea typeface="+mn-ea"/>
          <a:cs typeface="+mn-cs"/>
        </a:defRPr>
      </a:lvl8pPr>
      <a:lvl9pPr marL="3816214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77027">
        <a:defRPr>
          <a:latin typeface="+mn-lt"/>
          <a:ea typeface="+mn-ea"/>
          <a:cs typeface="+mn-cs"/>
        </a:defRPr>
      </a:lvl2pPr>
      <a:lvl3pPr marL="954053">
        <a:defRPr>
          <a:latin typeface="+mn-lt"/>
          <a:ea typeface="+mn-ea"/>
          <a:cs typeface="+mn-cs"/>
        </a:defRPr>
      </a:lvl3pPr>
      <a:lvl4pPr marL="1431080">
        <a:defRPr>
          <a:latin typeface="+mn-lt"/>
          <a:ea typeface="+mn-ea"/>
          <a:cs typeface="+mn-cs"/>
        </a:defRPr>
      </a:lvl4pPr>
      <a:lvl5pPr marL="1908107">
        <a:defRPr>
          <a:latin typeface="+mn-lt"/>
          <a:ea typeface="+mn-ea"/>
          <a:cs typeface="+mn-cs"/>
        </a:defRPr>
      </a:lvl5pPr>
      <a:lvl6pPr marL="2385134">
        <a:defRPr>
          <a:latin typeface="+mn-lt"/>
          <a:ea typeface="+mn-ea"/>
          <a:cs typeface="+mn-cs"/>
        </a:defRPr>
      </a:lvl6pPr>
      <a:lvl7pPr marL="2862159">
        <a:defRPr>
          <a:latin typeface="+mn-lt"/>
          <a:ea typeface="+mn-ea"/>
          <a:cs typeface="+mn-cs"/>
        </a:defRPr>
      </a:lvl7pPr>
      <a:lvl8pPr marL="3339187">
        <a:defRPr>
          <a:latin typeface="+mn-lt"/>
          <a:ea typeface="+mn-ea"/>
          <a:cs typeface="+mn-cs"/>
        </a:defRPr>
      </a:lvl8pPr>
      <a:lvl9pPr marL="3816214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D4766CF3-9F91-47A3-BADF-F0FA5677B86A}"/>
              </a:ext>
            </a:extLst>
          </p:cNvPr>
          <p:cNvSpPr/>
          <p:nvPr/>
        </p:nvSpPr>
        <p:spPr>
          <a:xfrm>
            <a:off x="8899598" y="111212"/>
            <a:ext cx="3380087" cy="538605"/>
          </a:xfrm>
          <a:prstGeom prst="rect">
            <a:avLst/>
          </a:prstGeom>
        </p:spPr>
        <p:txBody>
          <a:bodyPr wrap="none" lIns="121914" tIns="60957" rIns="121914" bIns="60957">
            <a:spAutoFit/>
          </a:bodyPr>
          <a:lstStyle/>
          <a:p>
            <a:pPr defTabSz="954029"/>
            <a:r>
              <a:rPr lang="en-AU" sz="2700" b="1" dirty="0">
                <a:solidFill>
                  <a:srgbClr val="C0504D"/>
                </a:solidFill>
                <a:latin typeface="dotum" panose="020B0600000101010101" pitchFamily="50" charset="-127"/>
                <a:ea typeface="dotum" panose="020B0600000101010101" pitchFamily="50" charset="-127"/>
              </a:rPr>
              <a:t>Responsorial Psalm</a:t>
            </a:r>
            <a:endParaRPr lang="en-AU" sz="2700" dirty="0">
              <a:solidFill>
                <a:srgbClr val="C0504D"/>
              </a:solidFill>
            </a:endParaRPr>
          </a:p>
        </p:txBody>
      </p:sp>
      <p:sp>
        <p:nvSpPr>
          <p:cNvPr id="10" name="object 3"/>
          <p:cNvSpPr txBox="1">
            <a:spLocks/>
          </p:cNvSpPr>
          <p:nvPr/>
        </p:nvSpPr>
        <p:spPr>
          <a:xfrm>
            <a:off x="239349" y="-27384"/>
            <a:ext cx="5280587" cy="6821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250" defTabSz="1219170">
              <a:lnSpc>
                <a:spcPct val="150000"/>
              </a:lnSpc>
              <a:defRPr/>
            </a:pPr>
            <a:r>
              <a:rPr lang="ko-KR" altLang="en-US" sz="3467" kern="0" spc="-156" dirty="0">
                <a:solidFill>
                  <a:srgbClr val="EEECE1">
                    <a:lumMod val="25000"/>
                  </a:srgbClr>
                </a:solidFill>
                <a:latin typeface="궁서" pitchFamily="18" charset="-127"/>
                <a:ea typeface="궁서" pitchFamily="18" charset="-127"/>
              </a:rPr>
              <a:t>화 답 송   시편 </a:t>
            </a:r>
            <a:r>
              <a:rPr lang="en-US" altLang="ko-KR" sz="3467" kern="0" spc="-156" dirty="0">
                <a:solidFill>
                  <a:srgbClr val="EEECE1">
                    <a:lumMod val="25000"/>
                  </a:srgbClr>
                </a:solidFill>
                <a:latin typeface="궁서" pitchFamily="18" charset="-127"/>
                <a:ea typeface="궁서" pitchFamily="18" charset="-127"/>
              </a:rPr>
              <a:t>67</a:t>
            </a:r>
            <a:r>
              <a:rPr lang="en-AU" altLang="ko-KR" sz="3467" kern="0" spc="-156" dirty="0">
                <a:solidFill>
                  <a:srgbClr val="EEECE1">
                    <a:lumMod val="25000"/>
                  </a:srgbClr>
                </a:solidFill>
                <a:latin typeface="궁서" pitchFamily="18" charset="-127"/>
                <a:ea typeface="궁서" pitchFamily="18" charset="-127"/>
              </a:rPr>
              <a:t>(66</a:t>
            </a:r>
            <a:r>
              <a:rPr lang="en-US" altLang="ko-KR" sz="3467" kern="0" spc="-156" dirty="0">
                <a:solidFill>
                  <a:srgbClr val="EEECE1">
                    <a:lumMod val="25000"/>
                  </a:srgbClr>
                </a:solidFill>
                <a:latin typeface="궁서" pitchFamily="18" charset="-127"/>
                <a:ea typeface="궁서" pitchFamily="18" charset="-127"/>
              </a:rPr>
              <a:t>) </a:t>
            </a:r>
            <a:endParaRPr lang="ko-KR" altLang="en-US" sz="3467" kern="0" spc="-156" dirty="0">
              <a:solidFill>
                <a:srgbClr val="EEECE1">
                  <a:lumMod val="25000"/>
                </a:srgbClr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46E1ACEE-EF79-4369-957F-29B043C67AF1}"/>
              </a:ext>
            </a:extLst>
          </p:cNvPr>
          <p:cNvSpPr txBox="1"/>
          <p:nvPr/>
        </p:nvSpPr>
        <p:spPr>
          <a:xfrm>
            <a:off x="4271797" y="6502115"/>
            <a:ext cx="7872875" cy="2923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954029"/>
            <a:r>
              <a:rPr lang="ko-KR" altLang="en-US" spc="-133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  <a:r>
              <a:rPr lang="en-AU" altLang="ko-KR" spc="-133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, </a:t>
            </a:r>
            <a:r>
              <a:rPr lang="ko-KR" altLang="en-US" spc="-133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출처</a:t>
            </a:r>
            <a:r>
              <a:rPr lang="en-AU" altLang="ko-KR" spc="-133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: </a:t>
            </a:r>
            <a:r>
              <a:rPr lang="ko-KR" altLang="en-US" spc="-133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박원주 </a:t>
            </a:r>
            <a:r>
              <a:rPr lang="en-AU" altLang="ko-KR" spc="-133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&lt;</a:t>
            </a:r>
            <a:r>
              <a:rPr lang="ko-KR" altLang="en-US" spc="-133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화답송과 시편의 노래</a:t>
            </a:r>
            <a:r>
              <a:rPr lang="en-AU" altLang="ko-KR" spc="-133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&gt; 2022</a:t>
            </a:r>
            <a:endParaRPr lang="ko-KR" altLang="en-US" spc="-133" dirty="0">
              <a:solidFill>
                <a:prstClr val="white">
                  <a:lumMod val="50000"/>
                </a:prst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DE18CA18-E0CA-4AEF-ADE8-D72DF8A773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5" y="3428998"/>
            <a:ext cx="12" cy="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xmlns="" id="{B2D4C870-1D9F-4550-BA46-0D085F8FEA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5" y="3428998"/>
            <a:ext cx="12" cy="7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xmlns="" id="{70B75FD5-B5FD-4C4C-8959-FBF14970F8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5" y="3428998"/>
            <a:ext cx="12" cy="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xmlns="" id="{28CC9EC3-902A-4EE9-A45A-4E5C25B764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981" y="3428993"/>
            <a:ext cx="41" cy="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05444119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22</Words>
  <Application>Microsoft Office PowerPoint</Application>
  <PresentationFormat>사용자 지정</PresentationFormat>
  <Paragraphs>4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1_Office Theme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Jacob Yang</dc:creator>
  <cp:lastModifiedBy>Scott</cp:lastModifiedBy>
  <cp:revision>9</cp:revision>
  <dcterms:created xsi:type="dcterms:W3CDTF">2026-07-22T00:32:53Z</dcterms:created>
  <dcterms:modified xsi:type="dcterms:W3CDTF">2026-08-26T19:02:17Z</dcterms:modified>
</cp:coreProperties>
</file>
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3" r:id="rId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88" d="100"/>
          <a:sy n="88" d="100"/>
        </p:scale>
        <p:origin x="-120" y="-1110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10/09/2026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99754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ko-KR" altLang="en-US" sz="2800" b="0" i="0" u="none" strike="noStrike" kern="0" cap="none" spc="30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 </a:t>
            </a:r>
            <a:r>
              <a:rPr kumimoji="0" lang="ko-KR" altLang="en-US" sz="2800" b="0" i="0" u="none" strike="noStrike" kern="0" cap="none" spc="30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나주노</a:t>
            </a:r>
            <a:endParaRPr kumimoji="0" lang="en-US" sz="2800" b="1" i="0" u="none" strike="noStrike" kern="1200" cap="none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774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17377</TotalTime>
  <Words>32</Words>
  <Application>Microsoft Office PowerPoint</Application>
  <PresentationFormat>화면 슬라이드 쇼(16:9)</PresentationFormat>
  <Paragraphs>8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Theme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1841</cp:revision>
  <dcterms:created xsi:type="dcterms:W3CDTF">2016-08-30T00:06:00Z</dcterms:created>
  <dcterms:modified xsi:type="dcterms:W3CDTF">2026-09-09T18:53:21Z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
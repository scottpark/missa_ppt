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</p:sldMasterIdLst>
  <p:notesMasterIdLst>
    <p:notesMasterId r:id="rId72"/>
  </p:notesMasterIdLst>
  <p:sldIdLst>
    <p:sldId id="1842" r:id="rId5"/>
    <p:sldId id="1377" r:id="rId6"/>
    <p:sldId id="1062" r:id="rId7"/>
    <p:sldId id="1063" r:id="rId8"/>
    <p:sldId id="2518" r:id="rId9"/>
    <p:sldId id="2519" r:id="rId10"/>
    <p:sldId id="2520" r:id="rId11"/>
    <p:sldId id="2521" r:id="rId12"/>
    <p:sldId id="1332" r:id="rId13"/>
    <p:sldId id="2079" r:id="rId14"/>
    <p:sldId id="2067" r:id="rId15"/>
    <p:sldId id="1438" r:id="rId16"/>
    <p:sldId id="896" r:id="rId17"/>
    <p:sldId id="2064" r:id="rId18"/>
    <p:sldId id="2065" r:id="rId19"/>
    <p:sldId id="2066" r:id="rId20"/>
    <p:sldId id="2078" r:id="rId21"/>
    <p:sldId id="1796" r:id="rId22"/>
    <p:sldId id="2016" r:id="rId23"/>
    <p:sldId id="2522" r:id="rId24"/>
    <p:sldId id="2523" r:id="rId25"/>
    <p:sldId id="2536" r:id="rId77"/>
    <p:sldId id="1520" r:id="rId27"/>
    <p:sldId id="2537" r:id="rId26"/>
    <p:sldId id="2538" r:id="rId78"/>
    <p:sldId id="2539" r:id="rId79"/>
    <p:sldId id="2540" r:id="rId80"/>
    <p:sldId id="1505" r:id="rId32"/>
    <p:sldId id="2081" r:id="rId33"/>
    <p:sldId id="2083" r:id="rId34"/>
    <p:sldId id="2527" r:id="rId35"/>
    <p:sldId id="2528" r:id="rId36"/>
    <p:sldId id="2080" r:id="rId39"/>
    <p:sldId id="2036" r:id="rId40"/>
    <p:sldId id="1507" r:id="rId41"/>
    <p:sldId id="344" r:id="rId42"/>
    <p:sldId id="2070" r:id="rId43"/>
    <p:sldId id="2530" r:id="rId44"/>
    <p:sldId id="2541" r:id="rId38"/>
    <p:sldId id="2542" r:id="rId37"/>
    <p:sldId id="2543" r:id="rId31"/>
    <p:sldId id="2086" r:id="rId46"/>
    <p:sldId id="2087" r:id="rId47"/>
    <p:sldId id="2088" r:id="rId48"/>
    <p:sldId id="2089" r:id="rId49"/>
    <p:sldId id="2090" r:id="rId50"/>
    <p:sldId id="1514" r:id="rId51"/>
    <p:sldId id="1962" r:id="rId52"/>
    <p:sldId id="1128" r:id="rId53"/>
    <p:sldId id="2037" r:id="rId54"/>
    <p:sldId id="286" r:id="rId55"/>
    <p:sldId id="1815" r:id="rId56"/>
    <p:sldId id="1149" r:id="rId57"/>
    <p:sldId id="739" r:id="rId58"/>
    <p:sldId id="428" r:id="rId59"/>
    <p:sldId id="1965" r:id="rId60"/>
    <p:sldId id="302" r:id="rId61"/>
    <p:sldId id="1963" r:id="rId62"/>
    <p:sldId id="1379" r:id="rId63"/>
    <p:sldId id="1441" r:id="rId64"/>
    <p:sldId id="1492" r:id="rId65"/>
    <p:sldId id="2532" r:id="rId66"/>
    <p:sldId id="2533" r:id="rId67"/>
    <p:sldId id="2534" r:id="rId68"/>
    <p:sldId id="2535" r:id="rId69"/>
    <p:sldId id="2505" r:id="rId70"/>
    <p:sldId id="893" r:id="rId71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3" autoAdjust="0"/>
    <p:restoredTop sz="92015" autoAdjust="0"/>
  </p:normalViewPr>
  <p:slideViewPr>
    <p:cSldViewPr>
      <p:cViewPr varScale="1">
        <p:scale>
          <a:sx n="87" d="100"/>
          <a:sy n="87" d="100"/>
        </p:scale>
        <p:origin x="-84" y="-1110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224597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7728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093665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923556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20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11844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39796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216204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87799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="" xmlns:p14="http://schemas.microsoft.com/office/powerpoint/2010/main" val="3807346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34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400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2630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1035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4029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144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5114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="" xmlns:a16="http://schemas.microsoft.com/office/drawing/2014/main" id="{1040A872-B93C-48D8-996A-17DB865F4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" y="0"/>
            <a:ext cx="9174600" cy="5141564"/>
          </a:xfrm>
          <a:prstGeom prst="rect">
            <a:avLst/>
          </a:prstGeom>
        </p:spPr>
      </p:pic>
      <p:pic>
        <p:nvPicPr>
          <p:cNvPr id="12" name="Picture 12" descr="broken-bay_logo.jpg">
            <a:extLst>
              <a:ext uri="{FF2B5EF4-FFF2-40B4-BE49-F238E27FC236}">
                <a16:creationId xmlns="" xmlns:a16="http://schemas.microsoft.com/office/drawing/2014/main" id="{E7D6E599-A4AD-4277-9AC8-6DF6337F1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3905" y="386614"/>
            <a:ext cx="1182298" cy="816984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="" xmlns:a16="http://schemas.microsoft.com/office/drawing/2014/main" id="{DA01D17A-8E05-4F9A-BAE4-F0B9DA2A8D38}"/>
              </a:ext>
            </a:extLst>
          </p:cNvPr>
          <p:cNvSpPr txBox="1"/>
          <p:nvPr/>
        </p:nvSpPr>
        <p:spPr>
          <a:xfrm>
            <a:off x="-36512" y="3650914"/>
            <a:ext cx="9174600" cy="1513124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2025년 8월 15일</a:t>
            </a:r>
            <a:endParaRPr lang="en-US" altLang="ko-KR" sz="2200" b="1" spc="2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성모 승천 대축일</a:t>
            </a:r>
            <a:endParaRPr lang="en-US" altLang="ko-KR" sz="28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사제 성화의 날</a:t>
            </a: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)</a:t>
            </a:r>
            <a:endParaRPr lang="en-US" altLang="en-US" sz="2800" b="1" spc="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2258171" y="483518"/>
            <a:ext cx="6130253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lang="en-GB" sz="2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rial" panose="020B0604020202020204" pitchFamily="34" charset="0"/>
              </a:rPr>
              <a:t>Korean Chaplaincy </a:t>
            </a:r>
            <a:r>
              <a:rPr lang="en-GB" sz="1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ppleSystemUIFont"/>
              </a:rPr>
              <a:t>CATHOLIC DIOCESE OF BROKEN BAY </a:t>
            </a:r>
            <a:endParaRPr lang="en-AU" sz="13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9784" algn="ctr"/>
            <a:endParaRPr sz="18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130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409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755576" y="915566"/>
            <a:ext cx="7272808" cy="3785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	하늘에 큰 표징이 나타났네. 태양을 입고 발밑에 달을 두고, 머리에 열두 개 별로 된 관을 쓴 여인이 나타났네.</a:t>
            </a:r>
            <a:endParaRPr lang="en-US" altLang="ko-KR" sz="40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입 당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329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1297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29137"/>
            <a:ext cx="9108504" cy="4185753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하늘 높은데서는 하느님께 영광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땅에서는 주님께서 사랑하시는 사람들에게 평화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하늘의 임금님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아버지 하느님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기리나이다 찬미하나이다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흠숭하나이다 찬양하나이다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영광 크시오니 감사하나이다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83518"/>
            <a:ext cx="9108504" cy="4678196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외아들 주 예수 그리스도님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성부의 아드님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하느님의 어린양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저희의 기도를 들어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71486"/>
            <a:ext cx="9108504" cy="4170364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성부 오른편에 앉아 계신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거룩하시고 홀로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주님이시며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높으신 예수 그리스도님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성령과 함께 아버지 하느님의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영광안에 계시나이다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61305" y="987574"/>
            <a:ext cx="810318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50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요한 묵시록의 말씀입니다.</a:t>
            </a:r>
            <a:r>
              <a:rPr lang="en-US" altLang="ko-KR" sz="3200" spc="5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82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있는 하느님의 성전이 열리고 성전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안에 있는 하느님의 계약 궤가 나타났습니다.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12,1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하늘에 큰 표징이 나타났습니다.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태양을 입고 발밑에 달을 두고 머리에 열두 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별로 된 관을 쓴 여인이 나타난 것입니다.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여인은 아기를 배고 있었는데, 해산의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진통과 괴로움으로 울부짖고 있었습니다.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다른 표징이 하늘에 나타났습니다. 크고 붉은 용인데, 머리가 일곱이고 뿔이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674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열이었으며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일곱 머리에는 모두 작은 관을 쓰고 있었습니다.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용의 꼬리가 하늘의 별 삼분의 일을 휩쓸어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땅으로 내던졌습니다. 그 용은 여인이 해산하기만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하면 아이를 삼켜 버리려고, 이제 막 해산하려는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여인 앞에 지켜 서 있었습니다.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이윽고 여인이 아들을 낳았습니다. 그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32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사내아이는 쇠지팡이로 모든 민족들을 다스릴 분입니다. 그런데 그 여인의 아이가 하느님께로, 그분의 어좌로 들어 올려졌습니다.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여인은 광야로 달아났습니다. 거기에는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마련해 주신 처소가 있었습니다.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45(44)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오피르 황금으로 단장한 왕비, 당신 오른쪽에 서 있나이다.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 사랑을 받는 여인들 가운데, 제왕의 딸들이 있고, 오피르 황금으로 단장한 왕비, 당신 오른쪽에 서 있나이다.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7348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마리아는 석 달가량 엘리사벳과 함께 지내다가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자기 집으로 돌아갔다.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790905A-732B-67D9-B6C3-204998005360}"/>
              </a:ext>
            </a:extLst>
          </p:cNvPr>
          <p:cNvSpPr txBox="1"/>
          <p:nvPr/>
        </p:nvSpPr>
        <p:spPr>
          <a:xfrm>
            <a:off x="323528" y="2327642"/>
            <a:ext cx="5421432" cy="124649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 smtClean="0">
              <a:solidFill>
                <a:prstClr val="white"/>
              </a:solidFill>
              <a:latin typeface="바탕" pitchFamily="18" charset="-127"/>
              <a:ea typeface="바탕" pitchFamily="18" charset="-127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찬미합니다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755576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코린토 1서 말씀입니다.</a:t>
            </a:r>
            <a:r>
              <a:rPr lang="en-US" altLang="ko-KR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CF469BA-F512-459C-8A7A-EE998CB1190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그리스도께서는 죽은 이들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가운데에서 되살아나셨습니다. 죽은 이들의 맏물이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되셨습니다.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죽음이 한 사람을 통하여 왔으므로 부활도 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사람을 통하여 온 것입니다.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아담 안에서 모든 사람이 죽는 것과 같이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 안에서 모든 사람이 살아날 것입니다.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23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각각 차례가 있습니다. 맏물은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그리스도이십니다. 그다음은 그리스도께서 재림하실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때, 그분께 속한 이들입니다.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24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그러고는 종말입니다. 그때에 그리스도께서는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모든 권세와 모든 권력과 권능을 파멸시키시고 나서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나라를 하느님 아버지께 넘겨드리실 것입니다.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25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모든 원수를 그리스도의 발아래 잡아다 놓으실 때까지는 그리스도께서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다스리셔야 합니다.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26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마지막으로 파멸되어야 하는 원수는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죽음입니다.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27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“하느님께서는 모든 것을 그의 발아래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굴복시키셨습니다.”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="" xmlns:a16="http://schemas.microsoft.com/office/drawing/2014/main" id="{DE89EE32-1D4B-56FE-D257-E8FFC9FFF377}"/>
              </a:ext>
            </a:extLst>
          </p:cNvPr>
          <p:cNvSpPr txBox="1">
            <a:spLocks/>
          </p:cNvSpPr>
          <p:nvPr/>
        </p:nvSpPr>
        <p:spPr>
          <a:xfrm>
            <a:off x="323528" y="3791802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18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52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통치자들을 왕좌에서 끌어내리시고 비천한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이들을 들어 높이셨으며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53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굶주린 이들을 좋은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것으로 배불리시고 부유한 자들을 빈손으로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내치셨습니다.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54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자비를 기억하시어 당신 종 이스라엘을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거두어 주셨으니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조상들에게 말씀하신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대로 그 자비가 아브라함과 그 후손에게 영원히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미칠 것입니다.”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 안에서 기뻐 뛰니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48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당신 종의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비천함을 굽어보셨기 때문입니다. 이제부터 과연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모든 세대가 나를 행복하다 하리니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49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전능하신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분께서 나에게 큰일을 하셨기 때문입니다. 그분의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이름은 거룩하고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50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자비는 대대로 당신을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경외하는 이들에게 미칩니다.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51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당신 팔로 권능을 떨치시어 마음속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생각이 교만한 자들을 흩으셨습니다.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285720" y="963405"/>
            <a:ext cx="8316416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ts val="2400"/>
              </a:spcAft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  <a:p>
            <a:pPr marL="715963" lvl="0" indent="-625475" defTabSz="914400" fontAlgn="base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tabLst>
                <a:tab pos="715963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대한" pitchFamily="50" charset="-127"/>
                <a:ea typeface="대한" pitchFamily="50" charset="-127"/>
                <a:cs typeface="+mn-cs"/>
              </a:rPr>
              <a:t>○ 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성모 마리아 하늘로 오르시니 천사들의 무리가 기뻐하네.</a:t>
            </a:r>
          </a:p>
          <a:p>
            <a:pPr marL="715963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buNone/>
              <a:tabLst>
                <a:tab pos="715963" algn="l"/>
              </a:tabLst>
              <a:defRPr/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 smtClean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8028384" y="51470"/>
            <a:ext cx="1011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Alleluia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6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612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843558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루카가 전한 거룩한 복음입니다.</a:t>
            </a:r>
          </a:p>
          <a:p>
            <a:pPr lvl="1"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DD7C9BC-E46D-4133-ACD4-C347F251CFC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39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마리아는 길을 떠나, 서둘러 유다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산악 지방에 있는 한 고을로 갔다.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40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즈카르야의 집에 들어가 엘리사벳에게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인사하였다.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41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엘리사벳이 마리아의 인사말을 들을 때 그의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태 안에서 아기가 뛰놀았다. 엘리사벳은 성령으로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가득 차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42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큰 소리로 외쳤다. “당신은 여인들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가운데에서 가장 복되시며 당신 태중의 아기도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복되십니다.</a:t>
            </a: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044450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주님의 어머니께서 저에게 오시다니 어찌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된 일입니까?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44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보십시오, 당신의 인사말 소리가 제 귀에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들리자 저의 태 안에서 아기가 즐거워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뛰놀았습니다.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45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행복하십니다, 주님께서 하신 말씀이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이루어지리라고 믿으신 분!”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46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그러자 마리아가 말하였다. “내 영혼이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찬송하고 </a:t>
            </a: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47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마음이 나의 구원자</a:t>
            </a: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277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67494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9AD5D6-333F-45AB-A982-0ACAA71FF6F3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8696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398311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A60F507-E3A1-4108-B3AD-3848C73E0BDC}"/>
              </a:ext>
            </a:extLst>
          </p:cNvPr>
          <p:cNvSpPr txBox="1"/>
          <p:nvPr/>
        </p:nvSpPr>
        <p:spPr>
          <a:xfrm>
            <a:off x="6265794" y="4844532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5283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60959"/>
            <a:ext cx="9112468" cy="4415047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C7F51F4-96F1-45D7-B57E-F3B2B4267BBF}"/>
              </a:ext>
            </a:extLst>
          </p:cNvPr>
          <p:cNvSpPr txBox="1"/>
          <p:nvPr/>
        </p:nvSpPr>
        <p:spPr>
          <a:xfrm>
            <a:off x="6300192" y="4876561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6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4623FE5-67F7-4449-AAED-492277CDF490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698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5665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봉 헌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221</a:t>
            </a:r>
            <a:endParaRPr lang="en-US" altLang="ko-KR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11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신앙의 신비여!</a:t>
            </a:r>
            <a:endParaRPr lang="en-AU" sz="25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직사각형 2"/>
          <p:cNvSpPr/>
          <p:nvPr/>
        </p:nvSpPr>
        <p:spPr>
          <a:xfrm>
            <a:off x="1115616" y="966146"/>
            <a:ext cx="7056784" cy="26807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ko-KR" alt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주님께서 오실 때까지 주님의 죽음을 전하며 부활을 선포하나이다</a:t>
            </a:r>
            <a:r>
              <a:rPr lang="en-US" altLang="ko-KR" sz="4400" b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4200" b="1" spc="154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D737ADA-6B20-4417-B6EE-13E6EB644697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5" name="직사각형 2">
            <a:extLst>
              <a:ext uri="{FF2B5EF4-FFF2-40B4-BE49-F238E27FC236}">
                <a16:creationId xmlns="" xmlns:a16="http://schemas.microsoft.com/office/drawing/2014/main" id="{5256002D-F60C-20F2-45FC-2D07654A49CB}"/>
              </a:ext>
            </a:extLst>
          </p:cNvPr>
          <p:cNvSpPr/>
          <p:nvPr/>
        </p:nvSpPr>
        <p:spPr>
          <a:xfrm>
            <a:off x="395536" y="1059582"/>
            <a:ext cx="7992888" cy="31591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전능하신 분이 나에게 큰일을 하셨으니, 모든 세대가 나를 복되다 하리라.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156</a:t>
            </a:r>
            <a:endParaRPr lang="ko-KR" altLang="en-US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37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3377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25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445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7521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273" y="1079191"/>
            <a:ext cx="8856984" cy="386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지극히 좋으신 하느님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</a:p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최양업 토마스 신부를 박해로 고통받는 교회의 든든한 목자로 세워 주셨음에 감사드리나이다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625475" indent="-625475">
              <a:lnSpc>
                <a:spcPct val="120000"/>
              </a:lnSpc>
              <a:spcAft>
                <a:spcPts val="1200"/>
              </a:spcAft>
            </a:pPr>
            <a:endParaRPr lang="en-US" altLang="ko-KR" sz="3200" b="1" dirty="0">
              <a:solidFill>
                <a:srgbClr val="DDD9C3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196647"/>
            <a:ext cx="727280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/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가경자 최양업 토마스 신부 시복 시성 기도문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78DF541-2D9C-4FDB-BFB1-A59A4B9A1C8F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1902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8049" y="252036"/>
            <a:ext cx="8991076" cy="456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	</a:t>
            </a:r>
            <a:r>
              <a:rPr lang="ko-KR" altLang="en-US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모든 교우들이 오로지 하느님 자비에 희망을 두고 박해를 피해 산골 깊이 숨어 신앙을 지켜야 했던 시대에 최양업 토마스 신부는 주님을 닮은 착한 목자로 목숨이 다할 때까지 쉼 없이 양들을 찾아 복음을 전하고 주님께서 이루신 구원의 은총을 전했나이다</a:t>
            </a:r>
            <a:r>
              <a:rPr lang="en-AU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4A94FA-B5D4-48DC-994C-9FCB87C8A2E9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3081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537763"/>
            <a:ext cx="8784976" cy="370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7550" indent="-717550">
              <a:lnSpc>
                <a:spcPct val="125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자비로우신 하느님 아버지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간절히 청하오니 가경자 최양업 토마스 신부에게 시복 시성의 은혜를 허락하시어 그에게 주셨던 굳건한 믿음과 온전한 헌신의 정신을 본받아 오늘 저희도 한마음으로 복음을 살고 전하는 일꾼이 되게 하소서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7C8B50A-87C0-41C7-83D4-96B95F8F1E2D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58540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02371"/>
            <a:ext cx="9073008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24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AU" altLang="ko-KR" sz="4000" dirty="0">
                <a:solidFill>
                  <a:srgbClr val="444444"/>
                </a:solidFill>
                <a:latin typeface="Nanum Gothic Thin"/>
                <a:ea typeface="Batang" panose="02030600000101010101" pitchFamily="18" charset="-127"/>
              </a:rPr>
              <a:t>	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저희는 가경자 최양업 신부의 시복 시성의 은총을 빌며 그의 전구에 힘입어 브로큰베이 한인천주교회를 위하여 기도드리오니 들어주소서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우리 주 그리스도를 통하여 비나이다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r>
              <a:rPr lang="en-US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</a:t>
            </a:r>
          </a:p>
          <a:p>
            <a:pPr marL="625475" indent="-625475">
              <a:spcAft>
                <a:spcPts val="1200"/>
              </a:spcAft>
            </a:pP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◎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	</a:t>
            </a: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C196F71-023D-4BE4-8EE4-DF4BF5614C9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58563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9423646B-4619-4289-9220-025A9EF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9721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32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나는 하늘에서 큰 목소리가 이렇게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말하는 것을 들었습니다. “이제 우리 하느님의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구원과 권능과 나라와 그분께서 세우신 그리스도의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권세가 나타났다.”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C9C3D184-83EF-43D4-8CC2-744C154AE418}"/>
              </a:ext>
            </a:extLst>
          </p:cNvPr>
          <p:cNvSpPr txBox="1">
            <a:spLocks/>
          </p:cNvSpPr>
          <p:nvPr/>
        </p:nvSpPr>
        <p:spPr>
          <a:xfrm>
            <a:off x="323528" y="2935676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감사합니다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45(44)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오피르 황금으로 단장한 왕비, 당신 오른쪽에 서 있나이다.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들어라, 딸아, 보고 네 귀를 기울여라. 네 백성, 네 아버지 집안을 잊어버려라.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45(44)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오피르 황금으로 단장한 왕비, 당신 오른쪽에 서 있나이다.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임금님이 너의 미모에 사로잡히시리라. 임금님은 너의 주인이시니, 그분 앞에 엎드려라.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45(44)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오피르 황금으로 단장한 왕비, 당신 오른쪽에 서 있나이다.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기쁨과 즐거움에 이끌려, 임금님 궁전으로 들어가는구나.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20057</TotalTime>
  <Words>1077</Words>
  <Application>Microsoft Office PowerPoint</Application>
  <PresentationFormat>화면 슬라이드 쇼(16:9)</PresentationFormat>
  <Paragraphs>271</Paragraphs>
  <Slides>67</Slides>
  <Notes>35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67</vt:i4>
      </vt:variant>
    </vt:vector>
  </HeadingPairs>
  <TitlesOfParts>
    <vt:vector size="71" baseType="lpstr">
      <vt:lpstr>Office Theme</vt:lpstr>
      <vt:lpstr>1_Office Theme</vt:lpstr>
      <vt:lpstr>2_Office Theme</vt:lpstr>
      <vt:lpstr>3_Office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입당송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제 1 독서  신명기의 말씀입니다.  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제 2 독서  요한 1서의 말씀입니다.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영성체송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1953</cp:revision>
  <dcterms:created xsi:type="dcterms:W3CDTF">2016-08-30T00:06:00Z</dcterms:created>
  <dcterms:modified xsi:type="dcterms:W3CDTF">2026-06-09T22:38:52Z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
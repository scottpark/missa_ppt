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3"/>
  </p:notesMasterIdLst>
  <p:sldIdLst>
    <p:sldId id="1721" r:id="rId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-78" y="-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8E14E-269D-48C6-9E27-5103ADDD9DD0}" type="datetimeFigureOut">
              <a:rPr lang="en-AU" smtClean="0"/>
              <a:pPr/>
              <a:t>27/08/2026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58F61-A8C9-4E3B-8C13-13ED2034EBB7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215348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>
                <a:solidFill>
                  <a:prstClr val="black"/>
                </a:solidFill>
                <a:latin typeface="Calibri"/>
              </a:rPr>
              <a:pPr/>
              <a:t>1</a:t>
            </a:fld>
            <a:endParaRPr lang="en-AU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06003" y="909240"/>
            <a:ext cx="10378404" cy="10134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907813" y="2889223"/>
            <a:ext cx="8025435" cy="847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869490" y="1974206"/>
            <a:ext cx="9296039" cy="460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849947" y="2083681"/>
            <a:ext cx="237468" cy="99616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869625" y="2097456"/>
            <a:ext cx="197649" cy="7140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826070" y="2214057"/>
            <a:ext cx="284527" cy="92131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3423475" y="2108787"/>
            <a:ext cx="248328" cy="13820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3476413" y="2080722"/>
            <a:ext cx="142627" cy="13820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3438740" y="2132005"/>
            <a:ext cx="217921" cy="57007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3459444" y="2145767"/>
            <a:ext cx="176653" cy="29365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3405261" y="2184370"/>
            <a:ext cx="284527" cy="33973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3428673" y="2241041"/>
            <a:ext cx="233848" cy="64492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3879924" y="2086917"/>
            <a:ext cx="125251" cy="19808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3900283" y="2100689"/>
            <a:ext cx="84707" cy="170443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3988175" y="2079995"/>
            <a:ext cx="76743" cy="226296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4108992" y="2080169"/>
            <a:ext cx="20272" cy="22572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4367257" y="2175180"/>
            <a:ext cx="32580" cy="94433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4347231" y="2086378"/>
            <a:ext cx="72399" cy="196929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4443608" y="2086378"/>
            <a:ext cx="73845" cy="196929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4463635" y="2175180"/>
            <a:ext cx="33303" cy="94433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4552887" y="2080169"/>
            <a:ext cx="66605" cy="22572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4801635" y="2088266"/>
            <a:ext cx="191133" cy="199233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5025958" y="2080169"/>
            <a:ext cx="20996" cy="22572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3548" y="2015664"/>
            <a:ext cx="9984901" cy="3898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512961"/>
          </a:xfrm>
        </p:spPr>
        <p:txBody>
          <a:bodyPr lIns="0" tIns="0" rIns="0" bIns="0"/>
          <a:lstStyle>
            <a:lvl1pPr>
              <a:defRPr sz="33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" y="11"/>
            <a:ext cx="12185556" cy="6855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5498"/>
          </a:xfrm>
        </p:spPr>
        <p:txBody>
          <a:bodyPr lIns="0" tIns="0" rIns="0" bIns="0"/>
          <a:lstStyle>
            <a:lvl1pPr>
              <a:defRPr sz="27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1"/>
            <a:ext cx="12190552" cy="6855696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pPr defTabSz="954053"/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39"/>
            <a:ext cx="39014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54053"/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39"/>
            <a:ext cx="280416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54053"/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 defTabSz="954053"/>
              <a:t>8/27/2026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39"/>
            <a:ext cx="280416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54053"/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 defTabSz="954053"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8899598" y="111212"/>
            <a:ext cx="3380087" cy="538605"/>
          </a:xfrm>
          <a:prstGeom prst="rect">
            <a:avLst/>
          </a:prstGeom>
        </p:spPr>
        <p:txBody>
          <a:bodyPr wrap="none" lIns="121914" tIns="60957" rIns="121914" bIns="60957">
            <a:spAutoFit/>
          </a:bodyPr>
          <a:lstStyle/>
          <a:p>
            <a:pPr defTabSz="954029"/>
            <a:r>
              <a:rPr lang="en-AU" sz="27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700" dirty="0">
              <a:solidFill>
                <a:srgbClr val="C0504D"/>
              </a:solidFill>
            </a:endParaRPr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239349" y="-27384"/>
            <a:ext cx="5280587" cy="682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50" defTabSz="1219170">
              <a:lnSpc>
                <a:spcPct val="150000"/>
              </a:lnSpc>
              <a:defRPr/>
            </a:pPr>
            <a:r>
              <a:rPr lang="ko-KR" altLang="en-US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시편 </a:t>
            </a:r>
            <a:r>
              <a:rPr lang="en-US" altLang="ko-KR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67</a:t>
            </a:r>
            <a:r>
              <a:rPr lang="en-AU" altLang="ko-KR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(66</a:t>
            </a:r>
            <a:r>
              <a:rPr lang="en-US" altLang="ko-KR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) </a:t>
            </a:r>
            <a:endParaRPr lang="ko-KR" altLang="en-US" sz="3467" kern="0" spc="-156" dirty="0">
              <a:solidFill>
                <a:srgbClr val="EEECE1">
                  <a:lumMod val="2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1ACEE-EF79-4369-957F-29B043C67AF1}"/>
              </a:ext>
            </a:extLst>
          </p:cNvPr>
          <p:cNvSpPr txBox="1"/>
          <p:nvPr/>
        </p:nvSpPr>
        <p:spPr>
          <a:xfrm>
            <a:off x="4271797" y="6502115"/>
            <a:ext cx="7872875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54029"/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E18CA18-E0CA-4AEF-ADE8-D72DF8A7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5" y="3428998"/>
            <a:ext cx="12" cy="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B2D4C870-1D9F-4550-BA46-0D085F8FE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5" y="3428998"/>
            <a:ext cx="12" cy="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0B75FD5-B5FD-4C4C-8959-FBF14970F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5" y="3428998"/>
            <a:ext cx="12" cy="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8CC9EC3-902A-4EE9-A45A-4E5C25B7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81" y="3428993"/>
            <a:ext cx="41" cy="1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3051" y="1028735"/>
            <a:ext cx="10305504" cy="2496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35181" y="3717032"/>
            <a:ext cx="7872833" cy="2496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05444119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</Words>
  <Application>Microsoft Office PowerPoint</Application>
  <PresentationFormat>사용자 지정</PresentationFormat>
  <Paragraphs>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1_Office Theme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Jacob Yang</dc:creator>
  <cp:lastModifiedBy>Scott</cp:lastModifiedBy>
  <cp:revision>9</cp:revision>
  <dcterms:created xsi:type="dcterms:W3CDTF">2026-07-22T00:32:53Z</dcterms:created>
  <dcterms:modified xsi:type="dcterms:W3CDTF">2026-08-26T19:02:17Z</dcterms:modified>
</cp:coreProperties>
</file>
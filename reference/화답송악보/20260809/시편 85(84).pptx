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"/>
  </p:notesMasterIdLst>
  <p:sldIdLst>
    <p:sldId id="313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8E14E-269D-48C6-9E27-5103ADDD9DD0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58F61-A8C9-4E3B-8C13-13ED2034EB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48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1830-BB8F-1A52-DF71-268EBB86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FAFD9-AE8E-0EAC-C981-7617BE5B2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9D703-6827-6484-3FB8-FC4EAFE43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D2600-17DB-123E-D72F-43A338B2E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50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06003" y="909240"/>
            <a:ext cx="10378404" cy="1013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7" name="bk object 17"/>
          <p:cNvSpPr/>
          <p:nvPr/>
        </p:nvSpPr>
        <p:spPr>
          <a:xfrm>
            <a:off x="907813" y="2889223"/>
            <a:ext cx="8025435" cy="847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8" name="bk object 18"/>
          <p:cNvSpPr/>
          <p:nvPr/>
        </p:nvSpPr>
        <p:spPr>
          <a:xfrm>
            <a:off x="1869490" y="1974206"/>
            <a:ext cx="9296039" cy="460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9" name="bk object 19"/>
          <p:cNvSpPr/>
          <p:nvPr/>
        </p:nvSpPr>
        <p:spPr>
          <a:xfrm>
            <a:off x="2849947" y="2083681"/>
            <a:ext cx="237468" cy="99616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0" name="bk object 20"/>
          <p:cNvSpPr/>
          <p:nvPr/>
        </p:nvSpPr>
        <p:spPr>
          <a:xfrm>
            <a:off x="2869625" y="2097456"/>
            <a:ext cx="197649" cy="7140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1" name="bk object 21"/>
          <p:cNvSpPr/>
          <p:nvPr/>
        </p:nvSpPr>
        <p:spPr>
          <a:xfrm>
            <a:off x="2826070" y="2214057"/>
            <a:ext cx="284527" cy="92131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2" name="bk object 22"/>
          <p:cNvSpPr/>
          <p:nvPr/>
        </p:nvSpPr>
        <p:spPr>
          <a:xfrm>
            <a:off x="3423475" y="2108787"/>
            <a:ext cx="248328" cy="13820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3" name="bk object 23"/>
          <p:cNvSpPr/>
          <p:nvPr/>
        </p:nvSpPr>
        <p:spPr>
          <a:xfrm>
            <a:off x="3476413" y="2080722"/>
            <a:ext cx="142627" cy="13820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4" name="bk object 24"/>
          <p:cNvSpPr/>
          <p:nvPr/>
        </p:nvSpPr>
        <p:spPr>
          <a:xfrm>
            <a:off x="3438740" y="2132005"/>
            <a:ext cx="217921" cy="57007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5" name="bk object 25"/>
          <p:cNvSpPr/>
          <p:nvPr/>
        </p:nvSpPr>
        <p:spPr>
          <a:xfrm>
            <a:off x="3459444" y="2145767"/>
            <a:ext cx="176653" cy="29365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6" name="bk object 26"/>
          <p:cNvSpPr/>
          <p:nvPr/>
        </p:nvSpPr>
        <p:spPr>
          <a:xfrm>
            <a:off x="3405261" y="2184370"/>
            <a:ext cx="284527" cy="33973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7" name="bk object 27"/>
          <p:cNvSpPr/>
          <p:nvPr/>
        </p:nvSpPr>
        <p:spPr>
          <a:xfrm>
            <a:off x="3428673" y="2241041"/>
            <a:ext cx="233848" cy="64492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8" name="bk object 28"/>
          <p:cNvSpPr/>
          <p:nvPr/>
        </p:nvSpPr>
        <p:spPr>
          <a:xfrm>
            <a:off x="3879924" y="2086917"/>
            <a:ext cx="125251" cy="19808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9" name="bk object 29"/>
          <p:cNvSpPr/>
          <p:nvPr/>
        </p:nvSpPr>
        <p:spPr>
          <a:xfrm>
            <a:off x="3900283" y="2100689"/>
            <a:ext cx="84707" cy="170443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0" name="bk object 30"/>
          <p:cNvSpPr/>
          <p:nvPr/>
        </p:nvSpPr>
        <p:spPr>
          <a:xfrm>
            <a:off x="3988175" y="2079995"/>
            <a:ext cx="76743" cy="226296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1" name="bk object 31"/>
          <p:cNvSpPr/>
          <p:nvPr/>
        </p:nvSpPr>
        <p:spPr>
          <a:xfrm>
            <a:off x="4108992" y="2080169"/>
            <a:ext cx="20272" cy="22572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2" name="bk object 32"/>
          <p:cNvSpPr/>
          <p:nvPr/>
        </p:nvSpPr>
        <p:spPr>
          <a:xfrm>
            <a:off x="4367257" y="2175180"/>
            <a:ext cx="32580" cy="94433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3" name="bk object 33"/>
          <p:cNvSpPr/>
          <p:nvPr/>
        </p:nvSpPr>
        <p:spPr>
          <a:xfrm>
            <a:off x="4347231" y="2086378"/>
            <a:ext cx="72399" cy="196929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4" name="bk object 34"/>
          <p:cNvSpPr/>
          <p:nvPr/>
        </p:nvSpPr>
        <p:spPr>
          <a:xfrm>
            <a:off x="4443608" y="2086378"/>
            <a:ext cx="73845" cy="196929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5" name="bk object 35"/>
          <p:cNvSpPr/>
          <p:nvPr/>
        </p:nvSpPr>
        <p:spPr>
          <a:xfrm>
            <a:off x="4463635" y="2175180"/>
            <a:ext cx="33303" cy="94433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6" name="bk object 36"/>
          <p:cNvSpPr/>
          <p:nvPr/>
        </p:nvSpPr>
        <p:spPr>
          <a:xfrm>
            <a:off x="4552887" y="2080169"/>
            <a:ext cx="66605" cy="22572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7" name="bk object 37"/>
          <p:cNvSpPr/>
          <p:nvPr/>
        </p:nvSpPr>
        <p:spPr>
          <a:xfrm>
            <a:off x="4801635" y="2088266"/>
            <a:ext cx="191133" cy="199233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8" name="bk object 38"/>
          <p:cNvSpPr/>
          <p:nvPr/>
        </p:nvSpPr>
        <p:spPr>
          <a:xfrm>
            <a:off x="5025958" y="2080169"/>
            <a:ext cx="20996" cy="22572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3548" y="2015664"/>
            <a:ext cx="9984901" cy="3898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3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700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0369"/>
          </a:xfrm>
        </p:spPr>
        <p:txBody>
          <a:bodyPr lIns="0" tIns="0" rIns="0" bIns="0"/>
          <a:lstStyle>
            <a:lvl1pPr>
              <a:defRPr sz="2667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512961"/>
          </a:xfrm>
        </p:spPr>
        <p:txBody>
          <a:bodyPr lIns="0" tIns="0" rIns="0" bIns="0"/>
          <a:lstStyle>
            <a:lvl1pPr>
              <a:defRPr sz="3333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27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0369"/>
          </a:xfrm>
        </p:spPr>
        <p:txBody>
          <a:bodyPr lIns="0" tIns="0" rIns="0" bIns="0"/>
          <a:lstStyle>
            <a:lvl1pPr>
              <a:defRPr sz="2667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8/5/2026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610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" y="11"/>
            <a:ext cx="12185556" cy="6855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0369"/>
          </a:xfrm>
        </p:spPr>
        <p:txBody>
          <a:bodyPr lIns="0" tIns="0" rIns="0" bIns="0"/>
          <a:lstStyle>
            <a:lvl1pPr>
              <a:defRPr sz="2667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362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1"/>
            <a:ext cx="12190552" cy="6855696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8/5/2026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43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186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39"/>
            <a:ext cx="390144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39"/>
            <a:ext cx="280416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39"/>
            <a:ext cx="280416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57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04031F-2052-1214-F5B0-4EA5421C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52F4FD-504A-01B3-FD1F-1F10D6C4A634}"/>
              </a:ext>
            </a:extLst>
          </p:cNvPr>
          <p:cNvSpPr/>
          <p:nvPr/>
        </p:nvSpPr>
        <p:spPr>
          <a:xfrm>
            <a:off x="8899597" y="111211"/>
            <a:ext cx="3278462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54053">
              <a:defRPr/>
            </a:pPr>
            <a:r>
              <a:rPr lang="en-AU" sz="2667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667" dirty="0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5FAB7BA-B83E-D83A-9400-FBC4C01230EC}"/>
              </a:ext>
            </a:extLst>
          </p:cNvPr>
          <p:cNvSpPr txBox="1">
            <a:spLocks/>
          </p:cNvSpPr>
          <p:nvPr/>
        </p:nvSpPr>
        <p:spPr>
          <a:xfrm>
            <a:off x="239350" y="-27384"/>
            <a:ext cx="5088565" cy="675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50" defTabSz="1219170">
              <a:lnSpc>
                <a:spcPct val="150000"/>
              </a:lnSpc>
              <a:defRPr/>
            </a:pPr>
            <a:r>
              <a:rPr lang="ko-KR" altLang="en-US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</a:t>
            </a:r>
            <a:r>
              <a:rPr lang="ko-KR" altLang="en-US" sz="3467" kern="0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시편 </a:t>
            </a:r>
            <a:r>
              <a:rPr lang="en-US" altLang="ko-KR" sz="3467" kern="0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85(84)</a:t>
            </a:r>
            <a:r>
              <a:rPr lang="en-US" altLang="ko-KR" sz="3467" kern="0" spc="133" dirty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 </a:t>
            </a:r>
            <a:endParaRPr lang="ko-KR" altLang="en-US" sz="3467" kern="0" spc="133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8D714-C0DB-030E-6255-6AB4AFF1A319}"/>
              </a:ext>
            </a:extLst>
          </p:cNvPr>
          <p:cNvSpPr txBox="1"/>
          <p:nvPr/>
        </p:nvSpPr>
        <p:spPr>
          <a:xfrm>
            <a:off x="4271797" y="6502115"/>
            <a:ext cx="7872875" cy="287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54053">
              <a:defRPr/>
            </a:pP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z="1867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BBDBBD-379B-78A1-9736-36560F86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4" y="3428997"/>
            <a:ext cx="12" cy="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18E88A-F784-F79E-9149-290341A5C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4" y="3428997"/>
            <a:ext cx="12" cy="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3683A23-1B37-DD79-F607-C5E2FB443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4" y="3428997"/>
            <a:ext cx="12" cy="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7E1E594-CE50-803B-6A37-A70B5B126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80" y="3428992"/>
            <a:ext cx="41" cy="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DCFD7D-153C-414B-CFF7-B98C72F2A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" y="933585"/>
            <a:ext cx="12192000" cy="24953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980D39-12C4-FDD9-5815-240CD6B686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305" y="3717798"/>
            <a:ext cx="10796327" cy="190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3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Gulim</vt:lpstr>
      <vt:lpstr>궁서</vt:lpstr>
      <vt:lpstr>dotum</vt:lpstr>
      <vt:lpstr>Malgun Gothic</vt:lpstr>
      <vt:lpstr>Aptos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Yang</dc:creator>
  <cp:lastModifiedBy>Jacob Yang</cp:lastModifiedBy>
  <cp:revision>22</cp:revision>
  <dcterms:created xsi:type="dcterms:W3CDTF">2026-07-22T00:32:53Z</dcterms:created>
  <dcterms:modified xsi:type="dcterms:W3CDTF">2026-08-05T11:40:42Z</dcterms:modified>
</cp:coreProperties>
</file>
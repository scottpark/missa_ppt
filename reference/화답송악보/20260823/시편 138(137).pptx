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"/>
  </p:notesMasterIdLst>
  <p:sldIdLst>
    <p:sldId id="294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-72" y="-12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8E14E-269D-48C6-9E27-5103ADDD9DD0}" type="datetimeFigureOut">
              <a:rPr lang="en-AU" smtClean="0"/>
              <a:pPr/>
              <a:t>18/08/2026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58F61-A8C9-4E3B-8C13-13ED2034EBB7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215348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046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06003" y="909240"/>
            <a:ext cx="10378404" cy="10134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7" name="bk object 17"/>
          <p:cNvSpPr/>
          <p:nvPr/>
        </p:nvSpPr>
        <p:spPr>
          <a:xfrm>
            <a:off x="907813" y="2889223"/>
            <a:ext cx="8025435" cy="8478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8" name="bk object 18"/>
          <p:cNvSpPr/>
          <p:nvPr/>
        </p:nvSpPr>
        <p:spPr>
          <a:xfrm>
            <a:off x="1869490" y="1974206"/>
            <a:ext cx="9296039" cy="460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19" name="bk object 19"/>
          <p:cNvSpPr/>
          <p:nvPr/>
        </p:nvSpPr>
        <p:spPr>
          <a:xfrm>
            <a:off x="2849947" y="2083681"/>
            <a:ext cx="237468" cy="99616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0" name="bk object 20"/>
          <p:cNvSpPr/>
          <p:nvPr/>
        </p:nvSpPr>
        <p:spPr>
          <a:xfrm>
            <a:off x="2869625" y="2097456"/>
            <a:ext cx="197649" cy="7140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1" name="bk object 21"/>
          <p:cNvSpPr/>
          <p:nvPr/>
        </p:nvSpPr>
        <p:spPr>
          <a:xfrm>
            <a:off x="2826070" y="2214057"/>
            <a:ext cx="284527" cy="92131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2" name="bk object 22"/>
          <p:cNvSpPr/>
          <p:nvPr/>
        </p:nvSpPr>
        <p:spPr>
          <a:xfrm>
            <a:off x="3423475" y="2108787"/>
            <a:ext cx="248328" cy="13820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3" name="bk object 23"/>
          <p:cNvSpPr/>
          <p:nvPr/>
        </p:nvSpPr>
        <p:spPr>
          <a:xfrm>
            <a:off x="3476413" y="2080722"/>
            <a:ext cx="142627" cy="13820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4" name="bk object 24"/>
          <p:cNvSpPr/>
          <p:nvPr/>
        </p:nvSpPr>
        <p:spPr>
          <a:xfrm>
            <a:off x="3438740" y="2132005"/>
            <a:ext cx="217921" cy="57007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5" name="bk object 25"/>
          <p:cNvSpPr/>
          <p:nvPr/>
        </p:nvSpPr>
        <p:spPr>
          <a:xfrm>
            <a:off x="3459444" y="2145767"/>
            <a:ext cx="176653" cy="29365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6" name="bk object 26"/>
          <p:cNvSpPr/>
          <p:nvPr/>
        </p:nvSpPr>
        <p:spPr>
          <a:xfrm>
            <a:off x="3405261" y="2184370"/>
            <a:ext cx="284527" cy="33973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7" name="bk object 27"/>
          <p:cNvSpPr/>
          <p:nvPr/>
        </p:nvSpPr>
        <p:spPr>
          <a:xfrm>
            <a:off x="3428673" y="2241041"/>
            <a:ext cx="233848" cy="64492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8" name="bk object 28"/>
          <p:cNvSpPr/>
          <p:nvPr/>
        </p:nvSpPr>
        <p:spPr>
          <a:xfrm>
            <a:off x="3879924" y="2086917"/>
            <a:ext cx="125251" cy="19808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9" name="bk object 29"/>
          <p:cNvSpPr/>
          <p:nvPr/>
        </p:nvSpPr>
        <p:spPr>
          <a:xfrm>
            <a:off x="3900283" y="2100689"/>
            <a:ext cx="84707" cy="170443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0" name="bk object 30"/>
          <p:cNvSpPr/>
          <p:nvPr/>
        </p:nvSpPr>
        <p:spPr>
          <a:xfrm>
            <a:off x="3988175" y="2079995"/>
            <a:ext cx="76743" cy="226296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1" name="bk object 31"/>
          <p:cNvSpPr/>
          <p:nvPr/>
        </p:nvSpPr>
        <p:spPr>
          <a:xfrm>
            <a:off x="4108992" y="2080169"/>
            <a:ext cx="20272" cy="22572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2" name="bk object 32"/>
          <p:cNvSpPr/>
          <p:nvPr/>
        </p:nvSpPr>
        <p:spPr>
          <a:xfrm>
            <a:off x="4367257" y="2175180"/>
            <a:ext cx="32580" cy="94433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3" name="bk object 33"/>
          <p:cNvSpPr/>
          <p:nvPr/>
        </p:nvSpPr>
        <p:spPr>
          <a:xfrm>
            <a:off x="4347231" y="2086378"/>
            <a:ext cx="72399" cy="196929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4" name="bk object 34"/>
          <p:cNvSpPr/>
          <p:nvPr/>
        </p:nvSpPr>
        <p:spPr>
          <a:xfrm>
            <a:off x="4443608" y="2086378"/>
            <a:ext cx="73845" cy="196929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5" name="bk object 35"/>
          <p:cNvSpPr/>
          <p:nvPr/>
        </p:nvSpPr>
        <p:spPr>
          <a:xfrm>
            <a:off x="4463635" y="2175180"/>
            <a:ext cx="33303" cy="94433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6" name="bk object 36"/>
          <p:cNvSpPr/>
          <p:nvPr/>
        </p:nvSpPr>
        <p:spPr>
          <a:xfrm>
            <a:off x="4552887" y="2080169"/>
            <a:ext cx="66605" cy="22572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7" name="bk object 37"/>
          <p:cNvSpPr/>
          <p:nvPr/>
        </p:nvSpPr>
        <p:spPr>
          <a:xfrm>
            <a:off x="4801635" y="2088266"/>
            <a:ext cx="191133" cy="199233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38" name="bk object 38"/>
          <p:cNvSpPr/>
          <p:nvPr/>
        </p:nvSpPr>
        <p:spPr>
          <a:xfrm>
            <a:off x="5025958" y="2080169"/>
            <a:ext cx="20996" cy="22572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03548" y="2015664"/>
            <a:ext cx="9984901" cy="3898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33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974365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0369"/>
          </a:xfrm>
        </p:spPr>
        <p:txBody>
          <a:bodyPr lIns="0" tIns="0" rIns="0" bIns="0"/>
          <a:lstStyle>
            <a:lvl1pPr>
              <a:defRPr sz="2667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512961"/>
          </a:xfrm>
        </p:spPr>
        <p:txBody>
          <a:bodyPr lIns="0" tIns="0" rIns="0" bIns="0"/>
          <a:lstStyle>
            <a:lvl1pPr>
              <a:defRPr sz="3333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979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0369"/>
          </a:xfrm>
        </p:spPr>
        <p:txBody>
          <a:bodyPr lIns="0" tIns="0" rIns="0" bIns="0"/>
          <a:lstStyle>
            <a:lvl1pPr>
              <a:defRPr sz="2667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2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8/18/2026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4227646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" y="11"/>
            <a:ext cx="12185556" cy="6855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410369"/>
          </a:xfrm>
        </p:spPr>
        <p:txBody>
          <a:bodyPr lIns="0" tIns="0" rIns="0" bIns="0"/>
          <a:lstStyle>
            <a:lvl1pPr>
              <a:defRPr sz="2667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8/18/2026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3847762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1"/>
            <a:ext cx="12190552" cy="6855696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2400"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8/18/2026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257217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xmlns="" val="124614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1939" y="712105"/>
            <a:ext cx="9748127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21937" y="1693082"/>
            <a:ext cx="925911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39"/>
            <a:ext cx="390144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39"/>
            <a:ext cx="280416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39"/>
            <a:ext cx="280416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194552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77027">
        <a:defRPr>
          <a:latin typeface="+mn-lt"/>
          <a:ea typeface="+mn-ea"/>
          <a:cs typeface="+mn-cs"/>
        </a:defRPr>
      </a:lvl2pPr>
      <a:lvl3pPr marL="954053">
        <a:defRPr>
          <a:latin typeface="+mn-lt"/>
          <a:ea typeface="+mn-ea"/>
          <a:cs typeface="+mn-cs"/>
        </a:defRPr>
      </a:lvl3pPr>
      <a:lvl4pPr marL="1431080">
        <a:defRPr>
          <a:latin typeface="+mn-lt"/>
          <a:ea typeface="+mn-ea"/>
          <a:cs typeface="+mn-cs"/>
        </a:defRPr>
      </a:lvl4pPr>
      <a:lvl5pPr marL="1908107">
        <a:defRPr>
          <a:latin typeface="+mn-lt"/>
          <a:ea typeface="+mn-ea"/>
          <a:cs typeface="+mn-cs"/>
        </a:defRPr>
      </a:lvl5pPr>
      <a:lvl6pPr marL="2385134">
        <a:defRPr>
          <a:latin typeface="+mn-lt"/>
          <a:ea typeface="+mn-ea"/>
          <a:cs typeface="+mn-cs"/>
        </a:defRPr>
      </a:lvl6pPr>
      <a:lvl7pPr marL="2862159">
        <a:defRPr>
          <a:latin typeface="+mn-lt"/>
          <a:ea typeface="+mn-ea"/>
          <a:cs typeface="+mn-cs"/>
        </a:defRPr>
      </a:lvl7pPr>
      <a:lvl8pPr marL="3339187">
        <a:defRPr>
          <a:latin typeface="+mn-lt"/>
          <a:ea typeface="+mn-ea"/>
          <a:cs typeface="+mn-cs"/>
        </a:defRPr>
      </a:lvl8pPr>
      <a:lvl9pPr marL="3816214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766CF3-9F91-47A3-BADF-F0FA5677B86A}"/>
              </a:ext>
            </a:extLst>
          </p:cNvPr>
          <p:cNvSpPr/>
          <p:nvPr/>
        </p:nvSpPr>
        <p:spPr>
          <a:xfrm>
            <a:off x="8899597" y="111211"/>
            <a:ext cx="3278462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54053"/>
            <a:r>
              <a:rPr lang="en-AU" sz="2667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667" dirty="0">
              <a:solidFill>
                <a:srgbClr val="C0504D"/>
              </a:solidFill>
              <a:latin typeface="Calibri"/>
            </a:endParaRPr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239350" y="-27384"/>
            <a:ext cx="5088565" cy="8003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50" defTabSz="1219170">
              <a:lnSpc>
                <a:spcPct val="150000"/>
              </a:lnSpc>
              <a:defRPr/>
            </a:pPr>
            <a:r>
              <a:rPr lang="ko-KR" altLang="en-US" sz="3467" kern="0" spc="-156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화 답 송   </a:t>
            </a:r>
            <a:r>
              <a:rPr lang="ko-KR" altLang="en-US" sz="3467" kern="0" dirty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시편 </a:t>
            </a:r>
            <a:r>
              <a:rPr lang="en-US" altLang="ko-KR" sz="3467" kern="0" dirty="0" smtClean="0">
                <a:solidFill>
                  <a:srgbClr val="EEECE1">
                    <a:lumMod val="25000"/>
                  </a:srgbClr>
                </a:solidFill>
                <a:latin typeface="궁서" pitchFamily="18" charset="-127"/>
                <a:ea typeface="궁서" pitchFamily="18" charset="-127"/>
              </a:rPr>
              <a:t>138(137)</a:t>
            </a:r>
            <a:r>
              <a:rPr lang="en-US" altLang="ko-KR" sz="3467" kern="0" spc="133" dirty="0" smtClean="0">
                <a:solidFill>
                  <a:srgbClr val="EEECE1">
                    <a:lumMod val="75000"/>
                  </a:srgbClr>
                </a:solidFill>
                <a:latin typeface="궁서" pitchFamily="18" charset="-127"/>
                <a:ea typeface="궁서" pitchFamily="18" charset="-127"/>
              </a:rPr>
              <a:t>  </a:t>
            </a:r>
            <a:endParaRPr lang="ko-KR" altLang="en-US" sz="3467" kern="0" spc="133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6E1ACEE-EF79-4369-957F-29B043C67AF1}"/>
              </a:ext>
            </a:extLst>
          </p:cNvPr>
          <p:cNvSpPr txBox="1"/>
          <p:nvPr/>
        </p:nvSpPr>
        <p:spPr>
          <a:xfrm>
            <a:off x="4271797" y="6502115"/>
            <a:ext cx="7872875" cy="2873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defTabSz="954053"/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z="1867" spc="-133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z="1867" spc="-133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DE18CA18-E0CA-4AEF-ADE8-D72DF8A77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4" y="3428997"/>
            <a:ext cx="12" cy="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B2D4C870-1D9F-4550-BA46-0D085F8FE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4" y="3428997"/>
            <a:ext cx="12" cy="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xmlns="" id="{70B75FD5-B5FD-4C4C-8959-FBF14970F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4" y="3428997"/>
            <a:ext cx="12" cy="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28CC9EC3-902A-4EE9-A45A-4E5C25B764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80" y="3428992"/>
            <a:ext cx="41" cy="17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5655" y="1223718"/>
            <a:ext cx="91249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57507" y="3647164"/>
            <a:ext cx="11265314" cy="2319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405444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</Words>
  <Application>Microsoft Office PowerPoint</Application>
  <PresentationFormat>사용자 지정</PresentationFormat>
  <Paragraphs>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Theme</vt:lpstr>
      <vt:lpstr>슬라이드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Jacob Yang</dc:creator>
  <cp:lastModifiedBy>Scott</cp:lastModifiedBy>
  <cp:revision>17</cp:revision>
  <dcterms:created xsi:type="dcterms:W3CDTF">2026-07-22T00:32:53Z</dcterms:created>
  <dcterms:modified xsi:type="dcterms:W3CDTF">2026-08-17T19:39:51Z</dcterms:modified>
</cp:coreProperties>
</file>
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8"/>
  </p:notesMasterIdLst>
  <p:sldIdLst>
    <p:sldId id="2518" r:id="rId3"/>
    <p:sldId id="2525" r:id="rId4"/>
    <p:sldId id="2527" r:id="rId5"/>
    <p:sldId id="2528" r:id="rId6"/>
    <p:sldId id="2529" r:id="rId7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1" autoAdjust="0"/>
    <p:restoredTop sz="92029" autoAdjust="0"/>
  </p:normalViewPr>
  <p:slideViewPr>
    <p:cSldViewPr>
      <p:cViewPr varScale="1">
        <p:scale>
          <a:sx n="85" d="100"/>
          <a:sy n="85" d="100"/>
        </p:scale>
        <p:origin x="816" y="7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27/07/2026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031387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267717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707983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76944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59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480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90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619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445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3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7715"/>
            <a:ext cx="9144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젊은이를 사랑하시는 주님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주님의 무한한 사랑과 자비로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초대해 주심에 감사드립니다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 아버지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lang="en-US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자신을 당신께 맡겨 드리오니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온 세상 젊은이들이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교회의 품 안에서위로받고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친교와 일치의 기쁨을 누리게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99B00E-F6DB-561C-B0D1-645CD6ADDF7F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170FE-1DC8-C345-A5F7-35125CC17067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5A3BCA7D-1218-BBC0-C80D-7B0BC093A50F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24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4448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‘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그리고 영원히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’ </a:t>
            </a:r>
          </a:p>
          <a:p>
            <a:pPr marL="625475" lvl="0" indent="-625475">
              <a:defRPr/>
            </a:pPr>
            <a:r>
              <a:rPr lang="en-US" altLang="ko-KR" sz="3200" b="1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세상을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이기신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"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용기를 내어라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."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하신 당신의 말씀 안에서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온 세상 모든 이가 희망을 발견하고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사랑과 용서의 십자가가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세상에 대한 승리임을 깨닫게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AEA5F-81E4-389B-AB5E-59FA84612D60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82E712-4FD5-ED90-5E75-D8225009041B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80216717-5F8F-DC70-55DE-5AC88501009E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44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538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사랑의 불꽃이신 성령님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놀라운 손길로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땅에 복음의 씨앗을 심으셨으니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한국 순교 성인들의 믿음이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가슴에도 타올라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평화와 사랑과 진리의 복음을 살아가는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제자가 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47D820-93D8-E25C-E9E1-FC6F82863007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DF565F-9905-DDA8-BB42-38B94B9072B3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385EF77A-F805-5B98-EDCB-80FDE678AECA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003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27534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세계청년대회의 순례 여정을 통해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 모두가 서로의 목소리를 경청하고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 안에서 당신의 뜻을 찾으며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하느님 백성이 함께 걷는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en-AU" altLang="ko-KR" sz="3200" b="1" dirty="0">
                <a:solidFill>
                  <a:schemeClr val="bg1">
                    <a:lumMod val="9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시노드 교회가 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 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3AB632-4AB7-366A-68C3-693924361D9F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3FDE27-F040-B881-85B2-A6395F537E1B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3400604-5617-ADD7-E7E0-935FC4BF65A7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32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27534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자비와 평화의 모후이시여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 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lang="ko-KR" altLang="en-US" sz="32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서울 세계청년대회의 주보성인들이여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5475" lvl="0" indent="-625475"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5475" lvl="0" indent="-625475"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젊은이들을 위하여 빌어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51470"/>
            <a:ext cx="87129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lvl="0" defTabSz="914400">
              <a:defRPr/>
            </a:pPr>
            <a:r>
              <a:rPr lang="en-US" altLang="ko-KR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2027 </a:t>
            </a:r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서울 세계청년대회 공식 기도문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514C0A-D8B8-E9C6-D328-6935D5BB48E0}"/>
              </a:ext>
            </a:extLst>
          </p:cNvPr>
          <p:cNvGrpSpPr/>
          <p:nvPr/>
        </p:nvGrpSpPr>
        <p:grpSpPr>
          <a:xfrm>
            <a:off x="5166549" y="4803998"/>
            <a:ext cx="3941955" cy="307777"/>
            <a:chOff x="5166549" y="4856261"/>
            <a:chExt cx="394195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45192D-C6E8-30C6-0E40-DDCFDDDB45AF}"/>
                </a:ext>
              </a:extLst>
            </p:cNvPr>
            <p:cNvSpPr txBox="1"/>
            <p:nvPr/>
          </p:nvSpPr>
          <p:spPr>
            <a:xfrm>
              <a:off x="5940152" y="4856261"/>
              <a:ext cx="31683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2027 </a:t>
              </a:r>
              <a:r>
                <a:rPr lang="ko-KR" altLang="en-US" dirty="0">
                  <a:solidFill>
                    <a:schemeClr val="bg1"/>
                  </a:solidFill>
                  <a:highlight>
                    <a:srgbClr val="000000"/>
                  </a:highlight>
                  <a:latin typeface="돋움" panose="020B0600000101010101" pitchFamily="50" charset="-127"/>
                  <a:ea typeface="돋움" panose="020B0600000101010101" pitchFamily="50" charset="-127"/>
                </a:rPr>
                <a:t>서울 세계청년대회 조직위원회 </a:t>
              </a:r>
              <a:endParaRPr lang="en-AU" dirty="0">
                <a:highlight>
                  <a:srgbClr val="000000"/>
                </a:highlight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49157597-6405-98C8-8D22-D54676D45531}"/>
                </a:ext>
              </a:extLst>
            </p:cNvPr>
            <p:cNvSpPr/>
            <p:nvPr/>
          </p:nvSpPr>
          <p:spPr>
            <a:xfrm>
              <a:off x="5166549" y="4907811"/>
              <a:ext cx="216024" cy="216024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46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26381</TotalTime>
  <Words>233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Gulim</vt:lpstr>
      <vt:lpstr>궁서</vt:lpstr>
      <vt:lpstr>돋움</vt:lpstr>
      <vt:lpstr>Malgun Gothic</vt:lpstr>
      <vt:lpstr>바탕</vt:lpstr>
      <vt:lpstr>바탕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1494</cp:revision>
  <dcterms:created xsi:type="dcterms:W3CDTF">2016-08-30T00:06:00Z</dcterms:created>
  <dcterms:modified xsi:type="dcterms:W3CDTF">2026-07-27T03:31:59Z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
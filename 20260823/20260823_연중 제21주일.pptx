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7" r:id="rId2"/>
    <p:sldMasterId id="2147483674" r:id="rId3"/>
    <p:sldMasterId id="2147483681" r:id="rId4"/>
    <p:sldMasterId id="2147483688" r:id="rId5"/>
    <p:sldMasterId id="2147483695" r:id="rId6"/>
    <p:sldMasterId id="2147483702" r:id="rId7"/>
    <p:sldMasterId id="2147483709" r:id="rId8"/>
    <p:sldMasterId id="2147483716" r:id="rId9"/>
    <p:sldMasterId id="2147483723" r:id="rId10"/>
  </p:sldMasterIdLst>
  <p:notesMasterIdLst>
    <p:notesMasterId r:id="rId163"/>
  </p:notesMasterIdLst>
  <p:sldIdLst>
    <p:sldId id="1697" r:id="rId11"/>
    <p:sldId id="1372" r:id="rId12"/>
    <p:sldId id="1373" r:id="rId13"/>
    <p:sldId id="1374" r:id="rId14"/>
    <p:sldId id="1375" r:id="rId15"/>
    <p:sldId id="1376" r:id="rId16"/>
    <p:sldId id="2532" r:id="rId17"/>
    <p:sldId id="2533" r:id="rId18"/>
    <p:sldId id="2534" r:id="rId19"/>
    <p:sldId id="1377" r:id="rId20"/>
    <p:sldId id="1062" r:id="rId21"/>
    <p:sldId id="1063" r:id="rId22"/>
    <p:sldId id="3109" r:id="rId61"/>
    <p:sldId id="3110" r:id="rId26"/>
    <p:sldId id="3111" r:id="rId25"/>
    <p:sldId id="3112" r:id="rId24"/>
    <p:sldId id="3113" r:id="rId23"/>
    <p:sldId id="1511" r:id="rId27"/>
    <p:sldId id="2068" r:id="rId28"/>
    <p:sldId id="2195" r:id="rId29"/>
    <p:sldId id="2194" r:id="rId30"/>
    <p:sldId id="3114" r:id="rId36"/>
    <p:sldId id="3115" r:id="rId35"/>
    <p:sldId id="3116" r:id="rId34"/>
    <p:sldId id="3117" r:id="rId33"/>
    <p:sldId id="1565" r:id="rId37"/>
    <p:sldId id="1566" r:id="rId38"/>
    <p:sldId id="1575" r:id="rId39"/>
    <p:sldId id="1576" r:id="rId40"/>
    <p:sldId id="1528" r:id="rId41"/>
    <p:sldId id="2337" r:id="rId42"/>
    <p:sldId id="1334" r:id="rId43"/>
    <p:sldId id="2339" r:id="rId44"/>
    <p:sldId id="2340" r:id="rId45"/>
    <p:sldId id="1336" r:id="rId46"/>
    <p:sldId id="2342" r:id="rId47"/>
    <p:sldId id="2343" r:id="rId48"/>
    <p:sldId id="2344" r:id="rId49"/>
    <p:sldId id="2345" r:id="rId50"/>
    <p:sldId id="2346" r:id="rId51"/>
    <p:sldId id="2347" r:id="rId52"/>
    <p:sldId id="2348" r:id="rId53"/>
    <p:sldId id="2349" r:id="rId54"/>
    <p:sldId id="2350" r:id="rId55"/>
    <p:sldId id="2351" r:id="rId56"/>
    <p:sldId id="1670" r:id="rId57"/>
    <p:sldId id="1020" r:id="rId58"/>
    <p:sldId id="1757" r:id="rId59"/>
    <p:sldId id="3059" r:id="rId60"/>
    <p:sldId id="3040" r:id="rId62"/>
    <p:sldId id="1737" r:id="rId63"/>
    <p:sldId id="3104" r:id="rId64"/>
    <p:sldId id="1729" r:id="rId65"/>
    <p:sldId id="3105" r:id="rId66"/>
    <p:sldId id="3062" r:id="rId67"/>
    <p:sldId id="3106" r:id="rId68"/>
    <p:sldId id="3061" r:id="rId69"/>
    <p:sldId id="3107" r:id="rId70"/>
    <p:sldId id="787" r:id="rId71"/>
    <p:sldId id="1138" r:id="rId72"/>
    <p:sldId id="1730" r:id="rId73"/>
    <p:sldId id="3063" r:id="rId74"/>
    <p:sldId id="1427" r:id="rId76"/>
    <p:sldId id="1555" r:id="rId77"/>
    <p:sldId id="3046" r:id="rId78"/>
    <p:sldId id="344" r:id="rId79"/>
    <p:sldId id="1556" r:id="rId80"/>
    <p:sldId id="3065" r:id="rId81"/>
    <p:sldId id="3108" r:id="rId75"/>
    <p:sldId id="3066" r:id="rId82"/>
    <p:sldId id="1462" r:id="rId83"/>
    <p:sldId id="1770" r:id="rId84"/>
    <p:sldId id="1771" r:id="rId85"/>
    <p:sldId id="1772" r:id="rId86"/>
    <p:sldId id="1773" r:id="rId87"/>
    <p:sldId id="1680" r:id="rId88"/>
    <p:sldId id="1598" r:id="rId89"/>
    <p:sldId id="348" r:id="rId90"/>
    <p:sldId id="2206" r:id="rId91"/>
    <p:sldId id="3118" r:id="rId97"/>
    <p:sldId id="3119" r:id="rId96"/>
    <p:sldId id="3120" r:id="rId95"/>
    <p:sldId id="3121" r:id="rId94"/>
    <p:sldId id="1128" r:id="rId98"/>
    <p:sldId id="1129" r:id="rId99"/>
    <p:sldId id="1130" r:id="rId100"/>
    <p:sldId id="1131" r:id="rId101"/>
    <p:sldId id="1132" r:id="rId102"/>
    <p:sldId id="1599" r:id="rId103"/>
    <p:sldId id="1600" r:id="rId104"/>
    <p:sldId id="1601" r:id="rId105"/>
    <p:sldId id="1602" r:id="rId106"/>
    <p:sldId id="1774" r:id="rId107"/>
    <p:sldId id="286" r:id="rId108"/>
    <p:sldId id="1604" r:id="rId109"/>
    <p:sldId id="1605" r:id="rId110"/>
    <p:sldId id="1606" r:id="rId111"/>
    <p:sldId id="1607" r:id="rId112"/>
    <p:sldId id="1608" r:id="rId113"/>
    <p:sldId id="1609" r:id="rId114"/>
    <p:sldId id="1610" r:id="rId115"/>
    <p:sldId id="1144" r:id="rId116"/>
    <p:sldId id="706" r:id="rId117"/>
    <p:sldId id="1611" r:id="rId118"/>
    <p:sldId id="707" r:id="rId119"/>
    <p:sldId id="497" r:id="rId120"/>
    <p:sldId id="1149" r:id="rId121"/>
    <p:sldId id="739" r:id="rId122"/>
    <p:sldId id="428" r:id="rId123"/>
    <p:sldId id="1612" r:id="rId124"/>
    <p:sldId id="1613" r:id="rId125"/>
    <p:sldId id="1146" r:id="rId126"/>
    <p:sldId id="423" r:id="rId127"/>
    <p:sldId id="424" r:id="rId128"/>
    <p:sldId id="1033" r:id="rId129"/>
    <p:sldId id="302" r:id="rId130"/>
    <p:sldId id="1633" r:id="rId131"/>
    <p:sldId id="3122" r:id="rId139"/>
    <p:sldId id="3123" r:id="rId138"/>
    <p:sldId id="1701" r:id="rId140"/>
    <p:sldId id="1634" r:id="rId141"/>
    <p:sldId id="3124" r:id="rId145"/>
    <p:sldId id="3125" r:id="rId144"/>
    <p:sldId id="1413" r:id="rId146"/>
    <p:sldId id="498" r:id="rId147"/>
    <p:sldId id="1742" r:id="rId148"/>
    <p:sldId id="499" r:id="rId149"/>
    <p:sldId id="1363" r:id="rId150"/>
    <p:sldId id="3126" r:id="rId151"/>
    <p:sldId id="3127" r:id="rId152"/>
    <p:sldId id="3128" r:id="rId153"/>
    <p:sldId id="3129" r:id="rId154"/>
    <p:sldId id="3130" r:id="rId155"/>
    <p:sldId id="3131" r:id="rId156"/>
    <p:sldId id="542" r:id="rId157"/>
    <p:sldId id="1775" r:id="rId158"/>
    <p:sldId id="1776" r:id="rId159"/>
    <p:sldId id="1777" r:id="rId160"/>
    <p:sldId id="1356" r:id="rId161"/>
    <p:sldId id="893" r:id="rId162"/>
  </p:sldIdLst>
  <p:sldSz cx="9144000" cy="5143500" type="screen16x9"/>
  <p:notesSz cx="10693400" cy="7562850"/>
  <p:defaultTextStyle>
    <a:defPPr>
      <a:defRPr lang="en-US"/>
    </a:defPPr>
    <a:lvl1pPr marL="0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57779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715558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73337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431116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88895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146673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504453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862232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959">
          <p15:clr>
            <a:srgbClr val="A4A3A4"/>
          </p15:clr>
        </p15:guide>
        <p15:guide id="2" pos="184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0"/>
      </p:ext>
    </p:extLst>
  </p:showPr>
  <p:clrMru>
    <a:srgbClr val="FFFFCC"/>
    <a:srgbClr val="FFFFFF"/>
    <a:srgbClr val="FFFF99"/>
    <a:srgbClr val="FFFF66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150" autoAdjust="0"/>
    <p:restoredTop sz="99785" autoAdjust="0"/>
  </p:normalViewPr>
  <p:slideViewPr>
    <p:cSldViewPr>
      <p:cViewPr varScale="1">
        <p:scale>
          <a:sx n="97" d="100"/>
          <a:sy n="97" d="100"/>
        </p:scale>
        <p:origin x="-108" y="-882"/>
      </p:cViewPr>
      <p:guideLst>
        <p:guide orient="horz" pos="1959"/>
        <p:guide pos="1847"/>
      </p:guideLst>
    </p:cSldViewPr>
  </p:slideViewPr>
  <p:outlineViewPr>
    <p:cViewPr>
      <p:scale>
        <a:sx n="33" d="100"/>
        <a:sy n="33" d="100"/>
      </p:scale>
      <p:origin x="0" y="8358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9" Type="http://schemas.openxmlformats.org/officeDocument/2006/relationships/slideMaster" Target="slideMasters/slideMaster9.xml"/><Relationship Id="rId10" Type="http://schemas.openxmlformats.org/officeDocument/2006/relationships/slideMaster" Target="slideMasters/slideMaster10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Relationship Id="rId37" Type="http://schemas.openxmlformats.org/officeDocument/2006/relationships/slide" Target="slides/slide27.xml"/><Relationship Id="rId38" Type="http://schemas.openxmlformats.org/officeDocument/2006/relationships/slide" Target="slides/slide28.xml"/><Relationship Id="rId39" Type="http://schemas.openxmlformats.org/officeDocument/2006/relationships/slide" Target="slides/slide29.xml"/><Relationship Id="rId40" Type="http://schemas.openxmlformats.org/officeDocument/2006/relationships/slide" Target="slides/slide30.xml"/><Relationship Id="rId41" Type="http://schemas.openxmlformats.org/officeDocument/2006/relationships/slide" Target="slides/slide31.xml"/><Relationship Id="rId42" Type="http://schemas.openxmlformats.org/officeDocument/2006/relationships/slide" Target="slides/slide32.xml"/><Relationship Id="rId43" Type="http://schemas.openxmlformats.org/officeDocument/2006/relationships/slide" Target="slides/slide33.xml"/><Relationship Id="rId44" Type="http://schemas.openxmlformats.org/officeDocument/2006/relationships/slide" Target="slides/slide34.xml"/><Relationship Id="rId45" Type="http://schemas.openxmlformats.org/officeDocument/2006/relationships/slide" Target="slides/slide35.xml"/><Relationship Id="rId46" Type="http://schemas.openxmlformats.org/officeDocument/2006/relationships/slide" Target="slides/slide36.xml"/><Relationship Id="rId47" Type="http://schemas.openxmlformats.org/officeDocument/2006/relationships/slide" Target="slides/slide37.xml"/><Relationship Id="rId48" Type="http://schemas.openxmlformats.org/officeDocument/2006/relationships/slide" Target="slides/slide38.xml"/><Relationship Id="rId49" Type="http://schemas.openxmlformats.org/officeDocument/2006/relationships/slide" Target="slides/slide39.xml"/><Relationship Id="rId50" Type="http://schemas.openxmlformats.org/officeDocument/2006/relationships/slide" Target="slides/slide40.xml"/><Relationship Id="rId51" Type="http://schemas.openxmlformats.org/officeDocument/2006/relationships/slide" Target="slides/slide41.xml"/><Relationship Id="rId52" Type="http://schemas.openxmlformats.org/officeDocument/2006/relationships/slide" Target="slides/slide42.xml"/><Relationship Id="rId53" Type="http://schemas.openxmlformats.org/officeDocument/2006/relationships/slide" Target="slides/slide43.xml"/><Relationship Id="rId54" Type="http://schemas.openxmlformats.org/officeDocument/2006/relationships/slide" Target="slides/slide44.xml"/><Relationship Id="rId55" Type="http://schemas.openxmlformats.org/officeDocument/2006/relationships/slide" Target="slides/slide45.xml"/><Relationship Id="rId56" Type="http://schemas.openxmlformats.org/officeDocument/2006/relationships/slide" Target="slides/slide46.xml"/><Relationship Id="rId57" Type="http://schemas.openxmlformats.org/officeDocument/2006/relationships/slide" Target="slides/slide47.xml"/><Relationship Id="rId58" Type="http://schemas.openxmlformats.org/officeDocument/2006/relationships/slide" Target="slides/slide48.xml"/><Relationship Id="rId59" Type="http://schemas.openxmlformats.org/officeDocument/2006/relationships/slide" Target="slides/slide49.xml"/><Relationship Id="rId60" Type="http://schemas.openxmlformats.org/officeDocument/2006/relationships/slide" Target="slides/slide50.xml"/><Relationship Id="rId61" Type="http://schemas.openxmlformats.org/officeDocument/2006/relationships/slide" Target="slides/slide51.xml"/><Relationship Id="rId62" Type="http://schemas.openxmlformats.org/officeDocument/2006/relationships/slide" Target="slides/slide52.xml"/><Relationship Id="rId63" Type="http://schemas.openxmlformats.org/officeDocument/2006/relationships/slide" Target="slides/slide53.xml"/><Relationship Id="rId64" Type="http://schemas.openxmlformats.org/officeDocument/2006/relationships/slide" Target="slides/slide54.xml"/><Relationship Id="rId65" Type="http://schemas.openxmlformats.org/officeDocument/2006/relationships/slide" Target="slides/slide55.xml"/><Relationship Id="rId66" Type="http://schemas.openxmlformats.org/officeDocument/2006/relationships/slide" Target="slides/slide56.xml"/><Relationship Id="rId67" Type="http://schemas.openxmlformats.org/officeDocument/2006/relationships/slide" Target="slides/slide57.xml"/><Relationship Id="rId68" Type="http://schemas.openxmlformats.org/officeDocument/2006/relationships/slide" Target="slides/slide58.xml"/><Relationship Id="rId69" Type="http://schemas.openxmlformats.org/officeDocument/2006/relationships/slide" Target="slides/slide59.xml"/><Relationship Id="rId70" Type="http://schemas.openxmlformats.org/officeDocument/2006/relationships/slide" Target="slides/slide60.xml"/><Relationship Id="rId71" Type="http://schemas.openxmlformats.org/officeDocument/2006/relationships/slide" Target="slides/slide61.xml"/><Relationship Id="rId72" Type="http://schemas.openxmlformats.org/officeDocument/2006/relationships/slide" Target="slides/slide62.xml"/><Relationship Id="rId73" Type="http://schemas.openxmlformats.org/officeDocument/2006/relationships/slide" Target="slides/slide63.xml"/><Relationship Id="rId74" Type="http://schemas.openxmlformats.org/officeDocument/2006/relationships/slide" Target="slides/slide64.xml"/><Relationship Id="rId75" Type="http://schemas.openxmlformats.org/officeDocument/2006/relationships/slide" Target="slides/slide65.xml"/><Relationship Id="rId76" Type="http://schemas.openxmlformats.org/officeDocument/2006/relationships/slide" Target="slides/slide66.xml"/><Relationship Id="rId77" Type="http://schemas.openxmlformats.org/officeDocument/2006/relationships/slide" Target="slides/slide67.xml"/><Relationship Id="rId78" Type="http://schemas.openxmlformats.org/officeDocument/2006/relationships/slide" Target="slides/slide68.xml"/><Relationship Id="rId79" Type="http://schemas.openxmlformats.org/officeDocument/2006/relationships/slide" Target="slides/slide69.xml"/><Relationship Id="rId80" Type="http://schemas.openxmlformats.org/officeDocument/2006/relationships/slide" Target="slides/slide70.xml"/><Relationship Id="rId81" Type="http://schemas.openxmlformats.org/officeDocument/2006/relationships/slide" Target="slides/slide71.xml"/><Relationship Id="rId82" Type="http://schemas.openxmlformats.org/officeDocument/2006/relationships/slide" Target="slides/slide72.xml"/><Relationship Id="rId83" Type="http://schemas.openxmlformats.org/officeDocument/2006/relationships/slide" Target="slides/slide73.xml"/><Relationship Id="rId84" Type="http://schemas.openxmlformats.org/officeDocument/2006/relationships/slide" Target="slides/slide74.xml"/><Relationship Id="rId85" Type="http://schemas.openxmlformats.org/officeDocument/2006/relationships/slide" Target="slides/slide75.xml"/><Relationship Id="rId86" Type="http://schemas.openxmlformats.org/officeDocument/2006/relationships/slide" Target="slides/slide76.xml"/><Relationship Id="rId87" Type="http://schemas.openxmlformats.org/officeDocument/2006/relationships/slide" Target="slides/slide77.xml"/><Relationship Id="rId88" Type="http://schemas.openxmlformats.org/officeDocument/2006/relationships/slide" Target="slides/slide78.xml"/><Relationship Id="rId89" Type="http://schemas.openxmlformats.org/officeDocument/2006/relationships/slide" Target="slides/slide79.xml"/><Relationship Id="rId90" Type="http://schemas.openxmlformats.org/officeDocument/2006/relationships/slide" Target="slides/slide80.xml"/><Relationship Id="rId91" Type="http://schemas.openxmlformats.org/officeDocument/2006/relationships/slide" Target="slides/slide81.xml"/><Relationship Id="rId94" Type="http://schemas.openxmlformats.org/officeDocument/2006/relationships/slide" Target="slides/slide84.xml"/><Relationship Id="rId95" Type="http://schemas.openxmlformats.org/officeDocument/2006/relationships/slide" Target="slides/slide85.xml"/><Relationship Id="rId96" Type="http://schemas.openxmlformats.org/officeDocument/2006/relationships/slide" Target="slides/slide86.xml"/><Relationship Id="rId97" Type="http://schemas.openxmlformats.org/officeDocument/2006/relationships/slide" Target="slides/slide87.xml"/><Relationship Id="rId98" Type="http://schemas.openxmlformats.org/officeDocument/2006/relationships/slide" Target="slides/slide88.xml"/><Relationship Id="rId99" Type="http://schemas.openxmlformats.org/officeDocument/2006/relationships/slide" Target="slides/slide89.xml"/><Relationship Id="rId100" Type="http://schemas.openxmlformats.org/officeDocument/2006/relationships/slide" Target="slides/slide90.xml"/><Relationship Id="rId101" Type="http://schemas.openxmlformats.org/officeDocument/2006/relationships/slide" Target="slides/slide91.xml"/><Relationship Id="rId102" Type="http://schemas.openxmlformats.org/officeDocument/2006/relationships/slide" Target="slides/slide92.xml"/><Relationship Id="rId103" Type="http://schemas.openxmlformats.org/officeDocument/2006/relationships/slide" Target="slides/slide93.xml"/><Relationship Id="rId104" Type="http://schemas.openxmlformats.org/officeDocument/2006/relationships/slide" Target="slides/slide94.xml"/><Relationship Id="rId105" Type="http://schemas.openxmlformats.org/officeDocument/2006/relationships/slide" Target="slides/slide95.xml"/><Relationship Id="rId106" Type="http://schemas.openxmlformats.org/officeDocument/2006/relationships/slide" Target="slides/slide96.xml"/><Relationship Id="rId107" Type="http://schemas.openxmlformats.org/officeDocument/2006/relationships/slide" Target="slides/slide97.xml"/><Relationship Id="rId108" Type="http://schemas.openxmlformats.org/officeDocument/2006/relationships/slide" Target="slides/slide98.xml"/><Relationship Id="rId109" Type="http://schemas.openxmlformats.org/officeDocument/2006/relationships/slide" Target="slides/slide99.xml"/><Relationship Id="rId110" Type="http://schemas.openxmlformats.org/officeDocument/2006/relationships/slide" Target="slides/slide100.xml"/><Relationship Id="rId111" Type="http://schemas.openxmlformats.org/officeDocument/2006/relationships/slide" Target="slides/slide101.xml"/><Relationship Id="rId112" Type="http://schemas.openxmlformats.org/officeDocument/2006/relationships/slide" Target="slides/slide102.xml"/><Relationship Id="rId113" Type="http://schemas.openxmlformats.org/officeDocument/2006/relationships/slide" Target="slides/slide103.xml"/><Relationship Id="rId114" Type="http://schemas.openxmlformats.org/officeDocument/2006/relationships/slide" Target="slides/slide104.xml"/><Relationship Id="rId115" Type="http://schemas.openxmlformats.org/officeDocument/2006/relationships/slide" Target="slides/slide105.xml"/><Relationship Id="rId116" Type="http://schemas.openxmlformats.org/officeDocument/2006/relationships/slide" Target="slides/slide106.xml"/><Relationship Id="rId117" Type="http://schemas.openxmlformats.org/officeDocument/2006/relationships/slide" Target="slides/slide107.xml"/><Relationship Id="rId118" Type="http://schemas.openxmlformats.org/officeDocument/2006/relationships/slide" Target="slides/slide108.xml"/><Relationship Id="rId119" Type="http://schemas.openxmlformats.org/officeDocument/2006/relationships/slide" Target="slides/slide109.xml"/><Relationship Id="rId120" Type="http://schemas.openxmlformats.org/officeDocument/2006/relationships/slide" Target="slides/slide110.xml"/><Relationship Id="rId121" Type="http://schemas.openxmlformats.org/officeDocument/2006/relationships/slide" Target="slides/slide111.xml"/><Relationship Id="rId122" Type="http://schemas.openxmlformats.org/officeDocument/2006/relationships/slide" Target="slides/slide112.xml"/><Relationship Id="rId123" Type="http://schemas.openxmlformats.org/officeDocument/2006/relationships/slide" Target="slides/slide113.xml"/><Relationship Id="rId124" Type="http://schemas.openxmlformats.org/officeDocument/2006/relationships/slide" Target="slides/slide114.xml"/><Relationship Id="rId125" Type="http://schemas.openxmlformats.org/officeDocument/2006/relationships/slide" Target="slides/slide115.xml"/><Relationship Id="rId126" Type="http://schemas.openxmlformats.org/officeDocument/2006/relationships/slide" Target="slides/slide116.xml"/><Relationship Id="rId127" Type="http://schemas.openxmlformats.org/officeDocument/2006/relationships/slide" Target="slides/slide117.xml"/><Relationship Id="rId128" Type="http://schemas.openxmlformats.org/officeDocument/2006/relationships/slide" Target="slides/slide118.xml"/><Relationship Id="rId129" Type="http://schemas.openxmlformats.org/officeDocument/2006/relationships/slide" Target="slides/slide119.xml"/><Relationship Id="rId130" Type="http://schemas.openxmlformats.org/officeDocument/2006/relationships/slide" Target="slides/slide120.xml"/><Relationship Id="rId131" Type="http://schemas.openxmlformats.org/officeDocument/2006/relationships/slide" Target="slides/slide121.xml"/><Relationship Id="rId138" Type="http://schemas.openxmlformats.org/officeDocument/2006/relationships/slide" Target="slides/slide128.xml"/><Relationship Id="rId139" Type="http://schemas.openxmlformats.org/officeDocument/2006/relationships/slide" Target="slides/slide129.xml"/><Relationship Id="rId140" Type="http://schemas.openxmlformats.org/officeDocument/2006/relationships/slide" Target="slides/slide130.xml"/><Relationship Id="rId141" Type="http://schemas.openxmlformats.org/officeDocument/2006/relationships/slide" Target="slides/slide131.xml"/><Relationship Id="rId144" Type="http://schemas.openxmlformats.org/officeDocument/2006/relationships/slide" Target="slides/slide134.xml"/><Relationship Id="rId145" Type="http://schemas.openxmlformats.org/officeDocument/2006/relationships/slide" Target="slides/slide135.xml"/><Relationship Id="rId146" Type="http://schemas.openxmlformats.org/officeDocument/2006/relationships/slide" Target="slides/slide136.xml"/><Relationship Id="rId147" Type="http://schemas.openxmlformats.org/officeDocument/2006/relationships/slide" Target="slides/slide137.xml"/><Relationship Id="rId148" Type="http://schemas.openxmlformats.org/officeDocument/2006/relationships/slide" Target="slides/slide138.xml"/><Relationship Id="rId149" Type="http://schemas.openxmlformats.org/officeDocument/2006/relationships/slide" Target="slides/slide139.xml"/><Relationship Id="rId150" Type="http://schemas.openxmlformats.org/officeDocument/2006/relationships/slide" Target="slides/slide140.xml"/><Relationship Id="rId151" Type="http://schemas.openxmlformats.org/officeDocument/2006/relationships/slide" Target="slides/slide133.xml"/><Relationship Id="rId152" Type="http://schemas.openxmlformats.org/officeDocument/2006/relationships/slide" Target="slides/slide132.xml"/><Relationship Id="rId153" Type="http://schemas.openxmlformats.org/officeDocument/2006/relationships/slide" Target="slides/slide127.xml"/><Relationship Id="rId154" Type="http://schemas.openxmlformats.org/officeDocument/2006/relationships/slide" Target="slides/slide126.xml"/><Relationship Id="rId155" Type="http://schemas.openxmlformats.org/officeDocument/2006/relationships/slide" Target="slides/slide125.xml"/><Relationship Id="rId156" Type="http://schemas.openxmlformats.org/officeDocument/2006/relationships/slide" Target="slides/slide124.xml"/><Relationship Id="rId157" Type="http://schemas.openxmlformats.org/officeDocument/2006/relationships/slide" Target="slides/slide147.xml"/><Relationship Id="rId158" Type="http://schemas.openxmlformats.org/officeDocument/2006/relationships/slide" Target="slides/slide148.xml"/><Relationship Id="rId159" Type="http://schemas.openxmlformats.org/officeDocument/2006/relationships/slide" Target="slides/slide149.xml"/><Relationship Id="rId160" Type="http://schemas.openxmlformats.org/officeDocument/2006/relationships/slide" Target="slides/slide150.xml"/><Relationship Id="rId161" Type="http://schemas.openxmlformats.org/officeDocument/2006/relationships/slide" Target="slides/slide151.xml"/><Relationship Id="rId162" Type="http://schemas.openxmlformats.org/officeDocument/2006/relationships/slide" Target="slides/slide152.xml"/><Relationship Id="rId163" Type="http://schemas.openxmlformats.org/officeDocument/2006/relationships/notesMaster" Target="notesMasters/notesMaster1.xml"/><Relationship Id="rId164" Type="http://schemas.openxmlformats.org/officeDocument/2006/relationships/presProps" Target="presProps.xml"/><Relationship Id="rId165" Type="http://schemas.openxmlformats.org/officeDocument/2006/relationships/viewProps" Target="viewProps.xml"/><Relationship Id="rId166" Type="http://schemas.openxmlformats.org/officeDocument/2006/relationships/theme" Target="theme/theme1.xml"/><Relationship Id="rId16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8ACA7C-5262-4C8E-AE19-3DA31B6A1CDA}" type="datetimeFigureOut">
              <a:rPr lang="en-AU" smtClean="0"/>
              <a:pPr/>
              <a:t>16/07/2026</a:t>
            </a:fld>
            <a:endParaRPr lang="en-A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25750" y="566738"/>
            <a:ext cx="5041900" cy="28368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592513"/>
            <a:ext cx="8553450" cy="3403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83438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83438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3FD64-BF31-4C61-B552-27E91C04657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505940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57779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715558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73337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431116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88895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146673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504453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862232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0147705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9394831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5200808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66957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4851104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11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9455489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590429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18970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27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6124916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33681911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061556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33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84660719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6206147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6103278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99061497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03513589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8320847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3443301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755662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90470723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70245497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4629875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48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4921922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49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51143554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50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51143554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52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78406445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55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76046394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57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76046394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59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76046394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62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4921922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63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51143554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64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51143554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67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37611587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68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1694402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73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6978694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81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1897028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89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950984073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93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95975443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94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202901833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95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8450745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102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079716660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103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091946817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104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02654553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105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82990052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114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81905623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115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783665648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119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559042980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121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11897028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131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11897028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137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813510775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138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369452187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140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11897028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343010580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4180320938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418623287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jpe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.jpe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jpe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4.jpe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4.jpe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4.jpe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4.jpe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7/16/2026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7/16/2026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7/16/2026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7/16/2026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7/16/2026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70548796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slideLayout" Target="../slideLayouts/slideLayout20.xml"/><Relationship Id="rId3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4.xml"/><Relationship Id="rId7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2.xml"/><Relationship Id="rId3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5.xml"/><Relationship Id="rId6" Type="http://schemas.openxmlformats.org/officeDocument/2006/relationships/slideLayout" Target="../slideLayouts/slideLayout36.xml"/><Relationship Id="rId7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9.xml"/><Relationship Id="rId4" Type="http://schemas.openxmlformats.org/officeDocument/2006/relationships/slideLayout" Target="../slideLayouts/slideLayout40.xml"/><Relationship Id="rId5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2.xml"/><Relationship Id="rId7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slideLayout" Target="../slideLayouts/slideLayout44.xml"/><Relationship Id="rId3" Type="http://schemas.openxmlformats.org/officeDocument/2006/relationships/slideLayout" Target="../slideLayouts/slideLayout45.xml"/><Relationship Id="rId4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7.xml"/><Relationship Id="rId6" Type="http://schemas.openxmlformats.org/officeDocument/2006/relationships/slideLayout" Target="../slideLayouts/slideLayout48.xml"/><Relationship Id="rId7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slideLayout" Target="../slideLayouts/slideLayout50.xml"/><Relationship Id="rId3" Type="http://schemas.openxmlformats.org/officeDocument/2006/relationships/slideLayout" Target="../slideLayouts/slideLayout51.xml"/><Relationship Id="rId4" Type="http://schemas.openxmlformats.org/officeDocument/2006/relationships/slideLayout" Target="../slideLayouts/slideLayout52.xml"/><Relationship Id="rId5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4.xml"/><Relationship Id="rId7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0.xml"/><Relationship Id="rId7" Type="http://schemas.openxmlformats.org/officeDocument/2006/relationships/theme" Target="../theme/theme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7/16/2026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eg"/><Relationship Id="rId4" Type="http://schemas.openxmlformats.org/officeDocument/2006/relationships/image" Target="../media/image6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jpeg"/></Relationships>
</file>

<file path=ppt/slides/_rels/slide12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9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30.png"/><Relationship Id="rId3" Type="http://schemas.openxmlformats.org/officeDocument/2006/relationships/image" Target="../media/image503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27.png"/><Relationship Id="rId3" Type="http://schemas.openxmlformats.org/officeDocument/2006/relationships/image" Target="../media/image502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24.png"/><Relationship Id="rId3" Type="http://schemas.openxmlformats.org/officeDocument/2006/relationships/image" Target="../media/image50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21.png"/><Relationship Id="rId3" Type="http://schemas.openxmlformats.org/officeDocument/2006/relationships/image" Target="../media/image502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.jpe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7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8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9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0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3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4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5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6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7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01.png"/><Relationship Id="rId3" Type="http://schemas.openxmlformats.org/officeDocument/2006/relationships/image" Target="../media/image5002.png"/><Relationship Id="rId4" Type="http://schemas.openxmlformats.org/officeDocument/2006/relationships/image" Target="../media/image5003.png"/><Relationship Id="rId5" Type="http://schemas.openxmlformats.org/officeDocument/2006/relationships/image" Target="../media/image5004.png"/><Relationship Id="rId6" Type="http://schemas.openxmlformats.org/officeDocument/2006/relationships/image" Target="../media/image5005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9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06.png"/><Relationship Id="rId3" Type="http://schemas.openxmlformats.org/officeDocument/2006/relationships/image" Target="../media/image5007.png"/><Relationship Id="rId4" Type="http://schemas.openxmlformats.org/officeDocument/2006/relationships/image" Target="../media/image5008.png"/><Relationship Id="rId5" Type="http://schemas.openxmlformats.org/officeDocument/2006/relationships/image" Target="../media/image5009.png"/><Relationship Id="rId6" Type="http://schemas.openxmlformats.org/officeDocument/2006/relationships/image" Target="../media/image5010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11.png"/><Relationship Id="rId3" Type="http://schemas.openxmlformats.org/officeDocument/2006/relationships/image" Target="../media/image5012.png"/><Relationship Id="rId4" Type="http://schemas.openxmlformats.org/officeDocument/2006/relationships/image" Target="../media/image5013.png"/><Relationship Id="rId5" Type="http://schemas.openxmlformats.org/officeDocument/2006/relationships/image" Target="../media/image5014.png"/><Relationship Id="rId6" Type="http://schemas.openxmlformats.org/officeDocument/2006/relationships/image" Target="../media/image5015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3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16.png"/><Relationship Id="rId3" Type="http://schemas.openxmlformats.org/officeDocument/2006/relationships/image" Target="../media/image5017.png"/><Relationship Id="rId4" Type="http://schemas.openxmlformats.org/officeDocument/2006/relationships/image" Target="../media/image5018.png"/><Relationship Id="rId5" Type="http://schemas.openxmlformats.org/officeDocument/2006/relationships/image" Target="../media/image5019.png"/><Relationship Id="rId6" Type="http://schemas.openxmlformats.org/officeDocument/2006/relationships/image" Target="../media/image502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9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0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1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0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2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45.png"/><Relationship Id="rId3" Type="http://schemas.openxmlformats.org/officeDocument/2006/relationships/image" Target="../media/image5046.png"/><Relationship Id="rId4" Type="http://schemas.openxmlformats.org/officeDocument/2006/relationships/image" Target="../media/image5047.png"/><Relationship Id="rId5" Type="http://schemas.openxmlformats.org/officeDocument/2006/relationships/image" Target="../media/image5048.png"/><Relationship Id="rId6" Type="http://schemas.openxmlformats.org/officeDocument/2006/relationships/image" Target="../media/image5049.png"/><Relationship Id="rId7" Type="http://schemas.openxmlformats.org/officeDocument/2006/relationships/image" Target="../media/image5050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40.png"/><Relationship Id="rId3" Type="http://schemas.openxmlformats.org/officeDocument/2006/relationships/image" Target="../media/image5041.png"/><Relationship Id="rId4" Type="http://schemas.openxmlformats.org/officeDocument/2006/relationships/image" Target="../media/image5042.png"/><Relationship Id="rId5" Type="http://schemas.openxmlformats.org/officeDocument/2006/relationships/image" Target="../media/image5043.png"/><Relationship Id="rId6" Type="http://schemas.openxmlformats.org/officeDocument/2006/relationships/image" Target="../media/image5044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36.png"/><Relationship Id="rId3" Type="http://schemas.openxmlformats.org/officeDocument/2006/relationships/image" Target="../media/image5037.png"/><Relationship Id="rId4" Type="http://schemas.openxmlformats.org/officeDocument/2006/relationships/image" Target="../media/image5038.png"/><Relationship Id="rId5" Type="http://schemas.openxmlformats.org/officeDocument/2006/relationships/image" Target="../media/image5039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33.png"/><Relationship Id="rId3" Type="http://schemas.openxmlformats.org/officeDocument/2006/relationships/image" Target="../media/image5034.png"/><Relationship Id="rId4" Type="http://schemas.openxmlformats.org/officeDocument/2006/relationships/image" Target="../media/image5035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44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45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46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7.jpe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8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49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50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5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52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3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4.jpe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55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56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0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79.png"/><Relationship Id="rId3" Type="http://schemas.openxmlformats.org/officeDocument/2006/relationships/image" Target="../media/image5080.png"/><Relationship Id="rId4" Type="http://schemas.openxmlformats.org/officeDocument/2006/relationships/image" Target="../media/image5081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74.png"/><Relationship Id="rId3" Type="http://schemas.openxmlformats.org/officeDocument/2006/relationships/image" Target="../media/image5075.png"/><Relationship Id="rId4" Type="http://schemas.openxmlformats.org/officeDocument/2006/relationships/image" Target="../media/image5076.png"/><Relationship Id="rId5" Type="http://schemas.openxmlformats.org/officeDocument/2006/relationships/image" Target="../media/image5077.png"/><Relationship Id="rId6" Type="http://schemas.openxmlformats.org/officeDocument/2006/relationships/image" Target="../media/image5078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68.png"/><Relationship Id="rId3" Type="http://schemas.openxmlformats.org/officeDocument/2006/relationships/image" Target="../media/image5069.png"/><Relationship Id="rId4" Type="http://schemas.openxmlformats.org/officeDocument/2006/relationships/image" Target="../media/image5070.png"/><Relationship Id="rId5" Type="http://schemas.openxmlformats.org/officeDocument/2006/relationships/image" Target="../media/image5071.png"/><Relationship Id="rId6" Type="http://schemas.openxmlformats.org/officeDocument/2006/relationships/image" Target="../media/image5072.png"/><Relationship Id="rId7" Type="http://schemas.openxmlformats.org/officeDocument/2006/relationships/image" Target="../media/image5073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65.png"/><Relationship Id="rId3" Type="http://schemas.openxmlformats.org/officeDocument/2006/relationships/image" Target="../media/image5066.png"/><Relationship Id="rId4" Type="http://schemas.openxmlformats.org/officeDocument/2006/relationships/image" Target="../media/image5067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53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51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9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61.png"/><Relationship Id="rId3" Type="http://schemas.openxmlformats.org/officeDocument/2006/relationships/image" Target="../media/image5062.png"/><Relationship Id="rId4" Type="http://schemas.openxmlformats.org/officeDocument/2006/relationships/image" Target="../media/image5063.png"/><Relationship Id="rId5" Type="http://schemas.openxmlformats.org/officeDocument/2006/relationships/image" Target="../media/image5064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57.png"/><Relationship Id="rId3" Type="http://schemas.openxmlformats.org/officeDocument/2006/relationships/image" Target="../media/image5058.png"/><Relationship Id="rId4" Type="http://schemas.openxmlformats.org/officeDocument/2006/relationships/image" Target="../media/image5059.png"/><Relationship Id="rId5" Type="http://schemas.openxmlformats.org/officeDocument/2006/relationships/image" Target="../media/image5060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56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55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4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3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4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5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F19F41DA-9D7A-44CA-BD26-200FDF2D6DF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36"/>
            <a:ext cx="9174600" cy="5141564"/>
          </a:xfrm>
          <a:prstGeom prst="rect">
            <a:avLst/>
          </a:prstGeom>
        </p:spPr>
      </p:pic>
      <p:sp>
        <p:nvSpPr>
          <p:cNvPr id="6" name="object 4"/>
          <p:cNvSpPr txBox="1"/>
          <p:nvPr/>
        </p:nvSpPr>
        <p:spPr>
          <a:xfrm>
            <a:off x="1970139" y="483518"/>
            <a:ext cx="6130253" cy="6924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84" algn="ctr"/>
            <a:r>
              <a:rPr sz="2700" b="1" spc="120" dirty="0">
                <a:latin typeface="Arial Black" panose="020B0A04020102020204" pitchFamily="34" charset="0"/>
                <a:ea typeface="나눔고딕" pitchFamily="50" charset="-127"/>
                <a:cs typeface="Malgun Gothic"/>
              </a:rPr>
              <a:t>브로큰 베이 교구 한인 천주교회</a:t>
            </a:r>
            <a:endParaRPr lang="en-US" sz="2700" b="1" spc="120" dirty="0">
              <a:latin typeface="Arial Black" panose="020B0A04020102020204" pitchFamily="34" charset="0"/>
              <a:ea typeface="나눔고딕" pitchFamily="50" charset="-127"/>
              <a:cs typeface="Malgun Gothic"/>
            </a:endParaRPr>
          </a:p>
          <a:p>
            <a:pPr marL="9784" algn="ctr"/>
            <a:r>
              <a:rPr sz="1800" dirty="0">
                <a:solidFill>
                  <a:srgbClr val="231F20"/>
                </a:solidFill>
                <a:latin typeface="Gill Sans MT"/>
                <a:cs typeface="Gill Sans MT"/>
              </a:rPr>
              <a:t>KOREAN </a:t>
            </a:r>
            <a:r>
              <a:rPr lang="en-AU" sz="1800" dirty="0">
                <a:solidFill>
                  <a:srgbClr val="231F20"/>
                </a:solidFill>
                <a:latin typeface="Gill Sans MT"/>
                <a:cs typeface="Gill Sans MT"/>
              </a:rPr>
              <a:t>CATHOLIC COMMUNITY BROKEN BAY</a:t>
            </a:r>
            <a:endParaRPr sz="1800" dirty="0">
              <a:latin typeface="Gill Sans MT"/>
              <a:cs typeface="Gill Sans MT"/>
            </a:endParaRPr>
          </a:p>
        </p:txBody>
      </p:sp>
      <p:pic>
        <p:nvPicPr>
          <p:cNvPr id="7" name="Picture 12" descr="broken-bay_logo.jpg"/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DFFFF"/>
              </a:clrFrom>
              <a:clrTo>
                <a:srgbClr val="FD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38091" y="513766"/>
            <a:ext cx="936104" cy="646860"/>
          </a:xfrm>
          <a:prstGeom prst="rect">
            <a:avLst/>
          </a:prstGeom>
        </p:spPr>
      </p:pic>
      <p:sp>
        <p:nvSpPr>
          <p:cNvPr id="9" name="object 5"/>
          <p:cNvSpPr txBox="1"/>
          <p:nvPr/>
        </p:nvSpPr>
        <p:spPr>
          <a:xfrm>
            <a:off x="-36512" y="3834419"/>
            <a:ext cx="9174600" cy="820626"/>
          </a:xfrm>
          <a:prstGeom prst="rect">
            <a:avLst/>
          </a:prstGeom>
          <a:ln w="12700">
            <a:noFill/>
          </a:ln>
        </p:spPr>
        <p:txBody>
          <a:bodyPr vert="horz" wrap="square" lIns="0" tIns="4970" rIns="0" bIns="0" rtlCol="0">
            <a:spAutoFit/>
          </a:bodyPr>
          <a:lstStyle/>
          <a:p>
            <a:pPr marL="684748" marR="678786" indent="74041" algn="ctr">
              <a:spcAft>
                <a:spcPts val="1200"/>
              </a:spcAft>
            </a:pPr>
            <a:r>
              <a:rPr sz="2100" b="1" spc="100" dirty="0">
                <a:latin typeface="궁서" pitchFamily="18" charset="-127"/>
                <a:ea typeface="궁서" pitchFamily="18" charset="-127"/>
                <a:cs typeface="Malgun Gothic"/>
              </a:rPr>
              <a:t>2026년 8월 23일</a:t>
            </a:r>
            <a:endParaRPr lang="en-US" altLang="ko-KR" sz="2100" b="1" spc="100" dirty="0">
              <a:latin typeface="궁서" pitchFamily="18" charset="-127"/>
              <a:ea typeface="궁서" pitchFamily="18" charset="-127"/>
              <a:cs typeface="Malgun Gothic"/>
            </a:endParaRPr>
          </a:p>
          <a:p>
            <a:pPr marL="684748" marR="678786" indent="74041" algn="ctr">
              <a:spcAft>
                <a:spcPts val="1200"/>
              </a:spcAft>
            </a:pPr>
            <a:r>
              <a:rPr lang="ko-KR" altLang="en-US" sz="2200" b="1" spc="500" dirty="0">
                <a:latin typeface="궁서" pitchFamily="18" charset="-127"/>
                <a:ea typeface="궁서" pitchFamily="18" charset="-127"/>
              </a:rPr>
              <a:t>연중 제21주일</a:t>
            </a:r>
            <a:endParaRPr lang="en-US" sz="2200" b="1" spc="500" dirty="0">
              <a:latin typeface="궁서" pitchFamily="18" charset="-127"/>
              <a:ea typeface="궁서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534335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text, person&#10;&#10;Description automatically generated">
            <a:extLst>
              <a:ext uri="{FF2B5EF4-FFF2-40B4-BE49-F238E27FC236}">
                <a16:creationId xmlns="" xmlns:a16="http://schemas.microsoft.com/office/drawing/2014/main" id="{7D4E1BCB-F911-DE45-907D-563FF822D11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984" y="0"/>
            <a:ext cx="4752528" cy="51435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2F3E10A6-6B6A-4F85-95A6-0533E280E83D}"/>
              </a:ext>
            </a:extLst>
          </p:cNvPr>
          <p:cNvSpPr/>
          <p:nvPr/>
        </p:nvSpPr>
        <p:spPr>
          <a:xfrm>
            <a:off x="395536" y="1419622"/>
            <a:ext cx="4608512" cy="2160240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000" b="1" i="0" u="none" strike="noStrike" kern="1200" cap="none" spc="500" normalizeH="0" baseline="0" noProof="0" dirty="0">
                <a:ln>
                  <a:noFill/>
                </a:ln>
                <a:solidFill>
                  <a:srgbClr val="FEFA98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미사전</a:t>
            </a:r>
            <a:endParaRPr kumimoji="0" lang="en-AU" altLang="ko-KR" sz="5000" b="1" i="0" u="none" strike="noStrike" kern="1200" cap="none" spc="500" normalizeH="0" baseline="0" noProof="0" dirty="0">
              <a:ln>
                <a:noFill/>
              </a:ln>
              <a:solidFill>
                <a:srgbClr val="FEFA98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altLang="ko-KR" sz="1000" b="1" i="0" u="none" strike="noStrike" kern="1200" cap="none" spc="500" normalizeH="0" baseline="0" noProof="0" dirty="0">
              <a:ln>
                <a:noFill/>
              </a:ln>
              <a:solidFill>
                <a:srgbClr val="FEFA98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0" b="1" i="0" u="none" strike="noStrike" kern="1200" cap="none" spc="500" normalizeH="0" baseline="0" noProof="0" dirty="0">
                <a:ln>
                  <a:noFill/>
                </a:ln>
                <a:solidFill>
                  <a:srgbClr val="FEFA98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묵주기도</a:t>
            </a:r>
            <a:r>
              <a:rPr kumimoji="0" lang="en-US" altLang="ko-KR" sz="5400" b="1" i="0" u="none" strike="noStrike" kern="1200" cap="none" spc="50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2600" b="1" i="0" u="none" strike="noStrike" kern="1200" cap="none" spc="5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 </a:t>
            </a:r>
            <a:endParaRPr kumimoji="0" lang="en-US" sz="2600" b="1" i="0" u="none" strike="noStrike" kern="1200" cap="none" spc="5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32416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A9335F85-DE4A-0E42-9FC3-4D1A9EBCD5EC}"/>
              </a:ext>
            </a:extLst>
          </p:cNvPr>
          <p:cNvSpPr txBox="1"/>
          <p:nvPr/>
        </p:nvSpPr>
        <p:spPr>
          <a:xfrm>
            <a:off x="4392489" y="-13280"/>
            <a:ext cx="428396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500" b="1" i="0" u="none" strike="noStrike" kern="1200" cap="none" spc="30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환희의 신비</a:t>
            </a:r>
            <a:endParaRPr kumimoji="0" lang="en-US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1719488E-CDB6-9946-8A8E-5BC7FE14F03F}"/>
              </a:ext>
            </a:extLst>
          </p:cNvPr>
          <p:cNvSpPr txBox="1"/>
          <p:nvPr/>
        </p:nvSpPr>
        <p:spPr>
          <a:xfrm>
            <a:off x="4355976" y="829896"/>
            <a:ext cx="4680520" cy="3902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38163" marR="0" lvl="0" indent="-5381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1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마리아께서 예수님을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잉태하심을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538163" marR="0" lvl="0" indent="-5381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2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마리아께서 엘리사벳을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찾아보심을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538163" marR="0" lvl="0" indent="-5381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3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마리아께서 예수님을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낳으심을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538163" marR="0" lvl="0" indent="-5381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4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마리아께서 예수님을 성전에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바치심을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538163" marR="0" lvl="0" indent="-5381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5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마리아께서 잃으셨던 예수님을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성전에서 찾으심을 묵상합시다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Picture 9" descr="A picture containing person, dancer, sport, dressed&#10;&#10;Description automatically generated">
            <a:extLst>
              <a:ext uri="{FF2B5EF4-FFF2-40B4-BE49-F238E27FC236}">
                <a16:creationId xmlns="" xmlns:a16="http://schemas.microsoft.com/office/drawing/2014/main" id="{78B578FA-CCBC-5E44-A311-B8617A0496A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5" y="-13280"/>
            <a:ext cx="4061379" cy="51567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ECE63323-FF19-498F-B949-3B682D0151C8}"/>
              </a:ext>
            </a:extLst>
          </p:cNvPr>
          <p:cNvSpPr txBox="1"/>
          <p:nvPr/>
        </p:nvSpPr>
        <p:spPr>
          <a:xfrm>
            <a:off x="6228184" y="4803998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872348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A9335F85-DE4A-0E42-9FC3-4D1A9EBCD5EC}"/>
              </a:ext>
            </a:extLst>
          </p:cNvPr>
          <p:cNvSpPr txBox="1"/>
          <p:nvPr/>
        </p:nvSpPr>
        <p:spPr>
          <a:xfrm>
            <a:off x="4211960" y="20882"/>
            <a:ext cx="453650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500" b="1" i="0" u="none" strike="noStrike" kern="1200" cap="none" spc="30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빛의 신비</a:t>
            </a:r>
            <a:endParaRPr kumimoji="0" lang="en-US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1719488E-CDB6-9946-8A8E-5BC7FE14F03F}"/>
              </a:ext>
            </a:extLst>
          </p:cNvPr>
          <p:cNvSpPr txBox="1"/>
          <p:nvPr/>
        </p:nvSpPr>
        <p:spPr>
          <a:xfrm>
            <a:off x="4427984" y="843558"/>
            <a:ext cx="4609315" cy="3902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1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세례받으심을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2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-10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카나에서 첫 기적을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행하심을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3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하느님 나라를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선포하심을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4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거룩하게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변모하심을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5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성체성사를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세우심을 묵상합시다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Picture 5" descr="A picture containing text, posing, altar, decorated&#10;&#10;Description automatically generated">
            <a:extLst>
              <a:ext uri="{FF2B5EF4-FFF2-40B4-BE49-F238E27FC236}">
                <a16:creationId xmlns="" xmlns:a16="http://schemas.microsoft.com/office/drawing/2014/main" id="{1091DED7-0B2F-E74A-BCD0-0563CEB4550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0"/>
            <a:ext cx="4176464" cy="51848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0C9E256A-83A1-4576-AB18-425E9BFE02BC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126427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1719488E-CDB6-9946-8A8E-5BC7FE14F03F}"/>
              </a:ext>
            </a:extLst>
          </p:cNvPr>
          <p:cNvSpPr txBox="1"/>
          <p:nvPr/>
        </p:nvSpPr>
        <p:spPr>
          <a:xfrm>
            <a:off x="4788024" y="339502"/>
            <a:ext cx="4320480" cy="4290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7063" marR="0" lvl="0" indent="-627063" algn="l" defTabSz="715558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1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우리를 위하여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피땀 흘리심을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2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우리를 위하여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매맞으심을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3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우리를 위하여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가시관 쓰심을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4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우리를 위하여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십자가 지심을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5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우리를 위하여 </a:t>
            </a:r>
            <a:r>
              <a:rPr kumimoji="0" lang="ko-KR" altLang="en-US" sz="2200" b="1" i="0" u="none" strike="noStrike" kern="1200" cap="none" spc="-10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십자가에 못박혀 돌아가심을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묵상합시다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A9335F85-DE4A-0E42-9FC3-4D1A9EBCD5EC}"/>
              </a:ext>
            </a:extLst>
          </p:cNvPr>
          <p:cNvSpPr txBox="1"/>
          <p:nvPr/>
        </p:nvSpPr>
        <p:spPr>
          <a:xfrm>
            <a:off x="216025" y="2859782"/>
            <a:ext cx="428396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500" b="1" i="0" u="none" strike="noStrike" kern="1200" cap="none" spc="30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고통의 신비</a:t>
            </a:r>
            <a:endParaRPr kumimoji="0" lang="en-US" sz="4500" b="0" i="0" u="none" strike="noStrike" kern="120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496428" cy="27150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30566D66-75C5-4BA7-82C6-DFA22A4E78D7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174482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A9335F85-DE4A-0E42-9FC3-4D1A9EBCD5EC}"/>
              </a:ext>
            </a:extLst>
          </p:cNvPr>
          <p:cNvSpPr txBox="1"/>
          <p:nvPr/>
        </p:nvSpPr>
        <p:spPr>
          <a:xfrm>
            <a:off x="4499992" y="20882"/>
            <a:ext cx="428396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500" b="1" i="0" u="none" strike="noStrike" kern="1200" cap="none" spc="30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영광의 신비</a:t>
            </a:r>
            <a:endParaRPr kumimoji="0" lang="en-US" sz="4500" b="0" i="0" u="none" strike="noStrike" kern="120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1719488E-CDB6-9946-8A8E-5BC7FE14F03F}"/>
              </a:ext>
            </a:extLst>
          </p:cNvPr>
          <p:cNvSpPr txBox="1"/>
          <p:nvPr/>
        </p:nvSpPr>
        <p:spPr>
          <a:xfrm>
            <a:off x="4355976" y="843558"/>
            <a:ext cx="4788024" cy="3902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1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부활하심을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2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승천하심을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3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성령을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보내심을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4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마리아를 하늘에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불러올리심을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5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마리아께 천상 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-15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모후의 관을 씌우심을 묵상합시다</a:t>
            </a:r>
            <a:endParaRPr kumimoji="0" lang="en-US" sz="2200" b="0" i="0" u="none" strike="noStrike" kern="1200" cap="none" spc="-15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Picture 2" descr="A picture containing text, indoor, altar, old&#10;&#10;Description automatically generated">
            <a:extLst>
              <a:ext uri="{FF2B5EF4-FFF2-40B4-BE49-F238E27FC236}">
                <a16:creationId xmlns="" xmlns:a16="http://schemas.microsoft.com/office/drawing/2014/main" id="{64644F55-96BE-524B-9190-8448A5CC81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2861" y="-14524"/>
            <a:ext cx="4210805" cy="51580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BFD34390-0E41-49D0-A17C-99206DEA0F4C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652060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660232" y="51470"/>
            <a:ext cx="2448272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algn="ctr"/>
            <a:r>
              <a:rPr lang="ko-KR" altLang="en-US" sz="2700" b="0" spc="77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성모 찬송</a:t>
            </a:r>
            <a:endParaRPr sz="2700" b="0" spc="78" dirty="0">
              <a:solidFill>
                <a:srgbClr val="FFC000"/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6" name="직사각형 2"/>
          <p:cNvSpPr/>
          <p:nvPr/>
        </p:nvSpPr>
        <p:spPr>
          <a:xfrm>
            <a:off x="683568" y="267494"/>
            <a:ext cx="8208912" cy="4694516"/>
          </a:xfrm>
          <a:prstGeom prst="rect">
            <a:avLst/>
          </a:prstGeom>
        </p:spPr>
        <p:txBody>
          <a:bodyPr wrap="square" lIns="70445" tIns="35223" rIns="70445" bIns="35223">
            <a:spAutoFit/>
          </a:bodyPr>
          <a:lstStyle/>
          <a:p>
            <a:pPr marL="628650" marR="0" lvl="0" indent="-628650" algn="l" defTabSz="715558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 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모후이시며 사랑이 넘친 어머니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우리의 생명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기쁨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희망이시여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</a:p>
          <a:p>
            <a:pPr marL="628650" marR="0" lvl="0" indent="-628650" algn="l" defTabSz="715558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● 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당신 우러러 하와의 그 자손들이 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눈물을 흘리며 부르짖나이다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 </a:t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슬픔의 골짜기에서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8650" marR="0" lvl="0" indent="-628650" algn="l" defTabSz="715558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 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우리들의 보호자 성모님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불쌍한 저희를 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인자로운 눈으로 굽어보소서</a:t>
            </a:r>
            <a:r>
              <a:rPr kumimoji="0" lang="en-AU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  <a:endParaRPr kumimoji="0" lang="en-US" altLang="ko-KR" sz="30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90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F6DD40AD-2302-4806-8697-6499DFD8F740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34122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2"/>
          <p:cNvSpPr/>
          <p:nvPr/>
        </p:nvSpPr>
        <p:spPr>
          <a:xfrm>
            <a:off x="539552" y="411510"/>
            <a:ext cx="8280920" cy="4330762"/>
          </a:xfrm>
          <a:prstGeom prst="rect">
            <a:avLst/>
          </a:prstGeom>
        </p:spPr>
        <p:txBody>
          <a:bodyPr wrap="square" lIns="70445" tIns="35223" rIns="70445" bIns="35223">
            <a:spAutoFit/>
          </a:bodyPr>
          <a:lstStyle/>
          <a:p>
            <a:pPr marL="628650" marR="0" lvl="0" indent="-62865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● 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귀양살이 끝날 때에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당신의 아들 우리 주 예수님 뵙게 하소서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너그러우시고 자애로우시며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오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!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아름다우신 동정 마리아님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</a:p>
          <a:p>
            <a:pPr marL="628650" marR="0" lvl="0" indent="-62865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 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천주의 성모님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저희를 위하여 빌어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주시어</a:t>
            </a:r>
            <a:endParaRPr kumimoji="0" lang="en-US" altLang="ko-KR" sz="30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90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8650" marR="0" lvl="0" indent="-62865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● 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그리스도께서 약속하신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영원한 생명을 얻게 하소서</a:t>
            </a:r>
            <a:r>
              <a:rPr kumimoji="0" lang="en-AU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  <a:endParaRPr kumimoji="0" lang="en-US" altLang="ko-KR" sz="31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6660232" y="51470"/>
            <a:ext cx="2448272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algn="ctr"/>
            <a:r>
              <a:rPr lang="ko-KR" altLang="en-US" sz="2700" b="0" spc="77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성모 찬송</a:t>
            </a:r>
            <a:endParaRPr sz="2700" b="0" spc="78" dirty="0">
              <a:solidFill>
                <a:srgbClr val="FFC000"/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A7E1C11F-7321-415A-B616-8FB7C31B70D3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418613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2"/>
          <p:cNvSpPr/>
          <p:nvPr/>
        </p:nvSpPr>
        <p:spPr>
          <a:xfrm>
            <a:off x="539552" y="51470"/>
            <a:ext cx="8424936" cy="5024798"/>
          </a:xfrm>
          <a:prstGeom prst="rect">
            <a:avLst/>
          </a:prstGeom>
        </p:spPr>
        <p:txBody>
          <a:bodyPr wrap="square" lIns="70445" tIns="35223" rIns="70445" bIns="35223">
            <a:spAutoFit/>
          </a:bodyPr>
          <a:lstStyle/>
          <a:p>
            <a:pPr marL="539750" marR="0" lvl="0" indent="-539750" algn="l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† </a:t>
            </a:r>
            <a:r>
              <a:rPr kumimoji="0" lang="ko-KR" altLang="en-US" sz="3000" b="1" i="0" u="none" strike="noStrike" kern="1200" cap="none" spc="10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기도합시다</a:t>
            </a:r>
            <a:endParaRPr kumimoji="0" lang="en-US" altLang="ko-KR" sz="3000" b="1" i="0" u="none" strike="noStrike" kern="1200" cap="none" spc="100" normalizeH="0" baseline="0" noProof="0" dirty="0">
              <a:ln>
                <a:noFill/>
              </a:ln>
              <a:solidFill>
                <a:srgbClr val="EEECE1">
                  <a:lumMod val="90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539750" marR="0" lvl="0" indent="-539750" algn="l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  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하느님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외아드님께서 삶과 죽음과 부활로 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저희에게 영원한 구원을 마련해 주셨나이다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복되신 동정 마리아와 함께 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이 신비를 묵상하며 묵주 기도를 바치오니 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저희가 그 가르침을 따라 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영원한 생명을 얻게 하소서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 </a:t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우리 주 그리스도를 통하여 비나이다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</a:p>
          <a:p>
            <a:pPr marL="539750" marR="0" lvl="0" indent="-539750" algn="l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◎ 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아 멘</a:t>
            </a:r>
            <a:r>
              <a:rPr kumimoji="0" lang="en-AU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  <a:endParaRPr kumimoji="0" lang="en-US" altLang="ko-KR" sz="31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6660232" y="51470"/>
            <a:ext cx="2448272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algn="ctr"/>
            <a:r>
              <a:rPr lang="ko-KR" altLang="en-US" sz="2700" b="0" spc="77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성모 찬송</a:t>
            </a:r>
            <a:endParaRPr sz="2700" b="0" spc="78" dirty="0">
              <a:solidFill>
                <a:srgbClr val="FFC000"/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70EBFF76-89BB-4B25-8B45-9C3EB5963001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032287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WF August 2019.mp4"/>
          <p:cNvPicPr>
            <a:picLocks noRot="1"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95536" y="0"/>
            <a:ext cx="8280922" cy="51435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6604367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/>
          <p:cNvSpPr txBox="1"/>
          <p:nvPr/>
        </p:nvSpPr>
        <p:spPr>
          <a:xfrm>
            <a:off x="2699792" y="1084177"/>
            <a:ext cx="5760640" cy="23318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  <a:spcAft>
                <a:spcPts val="924"/>
              </a:spcAft>
            </a:pP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미사가 시작되오니</a:t>
            </a:r>
            <a:r>
              <a:rPr lang="en-AU"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 </a:t>
            </a:r>
          </a:p>
          <a:p>
            <a:pPr algn="ctr">
              <a:lnSpc>
                <a:spcPct val="150000"/>
              </a:lnSpc>
              <a:spcAft>
                <a:spcPts val="924"/>
              </a:spcAft>
            </a:pP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핸드폰 </a:t>
            </a:r>
            <a:r>
              <a:rPr lang="ko-KR" altLang="en-US"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설정</a:t>
            </a: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을</a:t>
            </a:r>
            <a:endParaRPr lang="en-AU" sz="3200" b="1" spc="154" dirty="0">
              <a:solidFill>
                <a:schemeClr val="bg1"/>
              </a:solidFill>
              <a:latin typeface="바탕" pitchFamily="18" charset="-127"/>
              <a:ea typeface="바탕" pitchFamily="18" charset="-127"/>
              <a:cs typeface="Malgun Gothic"/>
            </a:endParaRPr>
          </a:p>
          <a:p>
            <a:pPr algn="ctr">
              <a:lnSpc>
                <a:spcPct val="150000"/>
              </a:lnSpc>
              <a:spcAft>
                <a:spcPts val="924"/>
              </a:spcAft>
            </a:pP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 확인</a:t>
            </a:r>
            <a:r>
              <a:rPr lang="ko-KR" altLang="en-US"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하</a:t>
            </a: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시</a:t>
            </a:r>
            <a:r>
              <a:rPr lang="ko-KR" altLang="en-US"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기</a:t>
            </a: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 바랍니다</a:t>
            </a:r>
            <a:endParaRPr sz="3200" spc="154" dirty="0">
              <a:solidFill>
                <a:schemeClr val="bg1"/>
              </a:solidFill>
              <a:latin typeface="바탕" pitchFamily="18" charset="-127"/>
              <a:ea typeface="바탕" pitchFamily="18" charset="-127"/>
              <a:cs typeface="Malgun Gothic"/>
            </a:endParaRPr>
          </a:p>
        </p:txBody>
      </p:sp>
      <p:pic>
        <p:nvPicPr>
          <p:cNvPr id="3" name="Picture 2" descr="See the source image">
            <a:extLst>
              <a:ext uri="{FF2B5EF4-FFF2-40B4-BE49-F238E27FC236}">
                <a16:creationId xmlns="" xmlns:a16="http://schemas.microsoft.com/office/drawing/2014/main" id="{233D9B60-48F6-4C8E-B527-60E426E725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9293" t="1400" r="6384" b="10800"/>
          <a:stretch/>
        </p:blipFill>
        <p:spPr bwMode="auto">
          <a:xfrm>
            <a:off x="755576" y="627534"/>
            <a:ext cx="1862270" cy="2088232"/>
          </a:xfrm>
          <a:prstGeom prst="rect">
            <a:avLst/>
          </a:prstGeom>
          <a:noFill/>
          <a:effectLst>
            <a:reflection blurRad="6350" stA="50000" endA="300" endPos="90000" dir="5400000" sy="-100000" algn="bl" rotWithShape="0"/>
            <a:softEdge rad="127000"/>
          </a:effectLst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3388858112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WF August 2019.mp4"/>
          <p:cNvPicPr>
            <a:picLocks noRot="1"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95536" y="0"/>
            <a:ext cx="8280922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99" name="Black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Rectangle 8"/>
          <p:cNvSpPr/>
          <p:nvPr/>
        </p:nvSpPr>
        <p:spPr>
          <a:xfrm>
            <a:off x="0" y="627534"/>
            <a:ext cx="914400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5475" lvl="0" indent="-625475">
              <a:defRPr/>
            </a:pPr>
            <a:r>
              <a:rPr lang="ko-KR" altLang="en-US" sz="32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자비와 평화의 모후이시여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</a:p>
          <a:p>
            <a:pPr marL="625475" lvl="0" indent="-625475">
              <a:defRPr/>
            </a:pP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90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5475" lvl="0" indent="-625475"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◎ 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저희를 위하여 빌어 주소서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 </a:t>
            </a:r>
          </a:p>
          <a:p>
            <a:pPr marL="625475" lvl="0" indent="-625475">
              <a:defRPr/>
            </a:pP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5475" lvl="0" indent="-625475">
              <a:defRPr/>
            </a:pPr>
            <a:r>
              <a:rPr lang="ko-KR" altLang="en-US" sz="32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서울 세계청년대회의 주보성인들이여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</a:p>
          <a:p>
            <a:pPr marL="625475" lvl="0" indent="-625475">
              <a:defRPr/>
            </a:pP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90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5475" lvl="0" indent="-625475"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◎ 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모든 젊은이들을 위하여 빌어 주소서 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Batang" panose="02030600000101010101" pitchFamily="18" charset="-127"/>
              <a:ea typeface="Batang" panose="02030600000101010101" pitchFamily="18" charset="-127"/>
              <a:cs typeface="+mn-cs"/>
            </a:endParaRPr>
          </a:p>
        </p:txBody>
      </p:sp>
      <p:sp>
        <p:nvSpPr>
          <p:cNvPr id="3" name="object 3"/>
          <p:cNvSpPr txBox="1">
            <a:spLocks/>
          </p:cNvSpPr>
          <p:nvPr/>
        </p:nvSpPr>
        <p:spPr>
          <a:xfrm>
            <a:off x="251520" y="51470"/>
            <a:ext cx="8712968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9938" lvl="0" defTabSz="914400">
              <a:defRPr/>
            </a:pPr>
            <a:r>
              <a:rPr lang="en-US" altLang="ko-KR" sz="2800" kern="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2027 </a:t>
            </a:r>
            <a:r>
              <a:rPr lang="ko-KR" altLang="en-US" sz="2800" kern="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서울 세계청년대회 공식 기도문</a:t>
            </a:r>
            <a:endParaRPr kumimoji="0" lang="ko-KR" altLang="en-US" sz="2800" b="0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j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0514C0A-D8B8-E9C6-D328-6935D5BB48E0}"/>
              </a:ext>
            </a:extLst>
          </p:cNvPr>
          <p:cNvGrpSpPr/>
          <p:nvPr/>
        </p:nvGrpSpPr>
        <p:grpSpPr>
          <a:xfrm>
            <a:off x="5166549" y="4803998"/>
            <a:ext cx="3941955" cy="307777"/>
            <a:chOff x="5166549" y="4856261"/>
            <a:chExt cx="3941955" cy="307777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445192D-C6E8-30C6-0E40-DDCFDDDB45AF}"/>
                </a:ext>
              </a:extLst>
            </p:cNvPr>
            <p:cNvSpPr txBox="1"/>
            <p:nvPr/>
          </p:nvSpPr>
          <p:spPr>
            <a:xfrm>
              <a:off x="5940152" y="4856261"/>
              <a:ext cx="31683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>
                  <a:solidFill>
                    <a:schemeClr val="bg1"/>
                  </a:solidFill>
                  <a:highlight>
                    <a:srgbClr val="000000"/>
                  </a:highlight>
                  <a:latin typeface="돋움" panose="020B0600000101010101" pitchFamily="50" charset="-127"/>
                  <a:ea typeface="돋움" panose="020B0600000101010101" pitchFamily="50" charset="-127"/>
                </a:rPr>
                <a:t>2027 </a:t>
              </a:r>
              <a:r>
                <a:rPr lang="ko-KR" altLang="en-US" dirty="0">
                  <a:solidFill>
                    <a:schemeClr val="bg1"/>
                  </a:solidFill>
                  <a:highlight>
                    <a:srgbClr val="000000"/>
                  </a:highlight>
                  <a:latin typeface="돋움" panose="020B0600000101010101" pitchFamily="50" charset="-127"/>
                  <a:ea typeface="돋움" panose="020B0600000101010101" pitchFamily="50" charset="-127"/>
                </a:rPr>
                <a:t>서울 세계청년대회 조직위원회 </a:t>
              </a:r>
              <a:endParaRPr lang="en-AU" dirty="0">
                <a:highlight>
                  <a:srgbClr val="000000"/>
                </a:highlight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  <p:sp>
          <p:nvSpPr>
            <p:cNvPr id="8" name="Flowchart: Connector 7">
              <a:extLst>
                <a:ext uri="{FF2B5EF4-FFF2-40B4-BE49-F238E27FC236}">
                  <a16:creationId xmlns:a16="http://schemas.microsoft.com/office/drawing/2014/main" id="{49157597-6405-98C8-8D22-D54676D45531}"/>
                </a:ext>
              </a:extLst>
            </p:cNvPr>
            <p:cNvSpPr/>
            <p:nvPr/>
          </p:nvSpPr>
          <p:spPr>
            <a:xfrm>
              <a:off x="5166549" y="4907811"/>
              <a:ext cx="216024" cy="216024"/>
            </a:xfrm>
            <a:prstGeom prst="flowChartConnector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/>
                <a:t>c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99" name="Black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Rectangle 8"/>
          <p:cNvSpPr/>
          <p:nvPr/>
        </p:nvSpPr>
        <p:spPr>
          <a:xfrm>
            <a:off x="0" y="627534"/>
            <a:ext cx="91440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5475" lvl="0" indent="-625475"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◎ 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이 세계청년대회의 순례 여정을 통해 </a:t>
            </a:r>
          </a:p>
          <a:p>
            <a:pPr marL="625475" lvl="0" indent="-625475">
              <a:defRPr/>
            </a:pPr>
            <a: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저희 모두가 서로의 목소리를 경청하고 </a:t>
            </a:r>
          </a:p>
          <a:p>
            <a:pPr marL="625475" lvl="0" indent="-625475">
              <a:defRPr/>
            </a:pPr>
            <a: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그 안에서 당신의 뜻을 찾으며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</a:p>
          <a:p>
            <a:pPr marL="625475" lvl="0" indent="-625475">
              <a:defRPr/>
            </a:pPr>
            <a: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모든 하느님 백성이 함께 걷는 </a:t>
            </a:r>
            <a:endParaRPr kumimoji="0" lang="en-AU" altLang="ko-KR" sz="32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5475" lvl="0" indent="-625475">
              <a:defRPr/>
            </a:pPr>
            <a:r>
              <a:rPr lang="en-AU" altLang="ko-KR" sz="3200" b="1" dirty="0">
                <a:solidFill>
                  <a:schemeClr val="bg1">
                    <a:lumMod val="95000"/>
                  </a:scheme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시노드 교회가 되게 하소서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아멘 </a:t>
            </a:r>
          </a:p>
        </p:txBody>
      </p:sp>
      <p:sp>
        <p:nvSpPr>
          <p:cNvPr id="3" name="object 3"/>
          <p:cNvSpPr txBox="1">
            <a:spLocks/>
          </p:cNvSpPr>
          <p:nvPr/>
        </p:nvSpPr>
        <p:spPr>
          <a:xfrm>
            <a:off x="251520" y="51470"/>
            <a:ext cx="8712968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9938" lvl="0" defTabSz="914400">
              <a:defRPr/>
            </a:pPr>
            <a:r>
              <a:rPr lang="en-US" altLang="ko-KR" sz="2800" kern="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2027 </a:t>
            </a:r>
            <a:r>
              <a:rPr lang="ko-KR" altLang="en-US" sz="2800" kern="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서울 세계청년대회 공식 기도문</a:t>
            </a:r>
            <a:endParaRPr kumimoji="0" lang="ko-KR" altLang="en-US" sz="2800" b="0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j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63AB632-4AB7-366A-68C3-693924361D9F}"/>
              </a:ext>
            </a:extLst>
          </p:cNvPr>
          <p:cNvGrpSpPr/>
          <p:nvPr/>
        </p:nvGrpSpPr>
        <p:grpSpPr>
          <a:xfrm>
            <a:off x="5166549" y="4803998"/>
            <a:ext cx="3941955" cy="307777"/>
            <a:chOff x="5166549" y="4856261"/>
            <a:chExt cx="3941955" cy="307777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23FDE27-F040-B881-85B2-A6395F537E1B}"/>
                </a:ext>
              </a:extLst>
            </p:cNvPr>
            <p:cNvSpPr txBox="1"/>
            <p:nvPr/>
          </p:nvSpPr>
          <p:spPr>
            <a:xfrm>
              <a:off x="5940152" y="4856261"/>
              <a:ext cx="31683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>
                  <a:solidFill>
                    <a:schemeClr val="bg1"/>
                  </a:solidFill>
                  <a:highlight>
                    <a:srgbClr val="000000"/>
                  </a:highlight>
                  <a:latin typeface="돋움" panose="020B0600000101010101" pitchFamily="50" charset="-127"/>
                  <a:ea typeface="돋움" panose="020B0600000101010101" pitchFamily="50" charset="-127"/>
                </a:rPr>
                <a:t>2027 </a:t>
              </a:r>
              <a:r>
                <a:rPr lang="ko-KR" altLang="en-US" dirty="0">
                  <a:solidFill>
                    <a:schemeClr val="bg1"/>
                  </a:solidFill>
                  <a:highlight>
                    <a:srgbClr val="000000"/>
                  </a:highlight>
                  <a:latin typeface="돋움" panose="020B0600000101010101" pitchFamily="50" charset="-127"/>
                  <a:ea typeface="돋움" panose="020B0600000101010101" pitchFamily="50" charset="-127"/>
                </a:rPr>
                <a:t>서울 세계청년대회 조직위원회 </a:t>
              </a:r>
              <a:endParaRPr lang="en-AU" dirty="0">
                <a:highlight>
                  <a:srgbClr val="000000"/>
                </a:highlight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  <p:sp>
          <p:nvSpPr>
            <p:cNvPr id="8" name="Flowchart: Connector 7">
              <a:extLst>
                <a:ext uri="{FF2B5EF4-FFF2-40B4-BE49-F238E27FC236}">
                  <a16:creationId xmlns:a16="http://schemas.microsoft.com/office/drawing/2014/main" id="{53400604-5617-ADD7-E7E0-935FC4BF65A7}"/>
                </a:ext>
              </a:extLst>
            </p:cNvPr>
            <p:cNvSpPr/>
            <p:nvPr/>
          </p:nvSpPr>
          <p:spPr>
            <a:xfrm>
              <a:off x="5166549" y="4907811"/>
              <a:ext cx="216024" cy="216024"/>
            </a:xfrm>
            <a:prstGeom prst="flowChartConnector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/>
                <a:t>c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99" name="Black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Rectangle 8"/>
          <p:cNvSpPr/>
          <p:nvPr/>
        </p:nvSpPr>
        <p:spPr>
          <a:xfrm>
            <a:off x="0" y="565388"/>
            <a:ext cx="914400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5475" lvl="0" indent="-625475">
              <a:defRPr/>
            </a:pPr>
            <a:r>
              <a:rPr lang="ko-KR" altLang="en-US" sz="32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●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사랑의 불꽃이신 성령님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</a:p>
          <a:p>
            <a:pPr marL="625475" lvl="0" indent="-625475">
              <a:defRPr/>
            </a:pPr>
            <a: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당신의 놀라운 손길로 </a:t>
            </a:r>
            <a:endParaRPr kumimoji="0" lang="en-AU" altLang="ko-KR" sz="32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5475" lvl="0" indent="-625475">
              <a:defRPr/>
            </a:pPr>
            <a:r>
              <a:rPr lang="en-AU" altLang="ko-KR" sz="3200" b="1" dirty="0">
                <a:solidFill>
                  <a:schemeClr val="bg1">
                    <a:lumMod val="95000"/>
                  </a:scheme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이 땅에 복음의 씨앗을 심으셨으니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</a:p>
          <a:p>
            <a:pPr marL="625475" lvl="0" indent="-625475">
              <a:defRPr/>
            </a:pPr>
            <a: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한국 순교 성인들의 믿음이 </a:t>
            </a:r>
            <a:endParaRPr kumimoji="0" lang="en-AU" altLang="ko-KR" sz="32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5475" lvl="0" indent="-625475">
              <a:defRPr/>
            </a:pPr>
            <a:r>
              <a:rPr lang="en-AU" altLang="ko-KR" sz="3200" b="1" dirty="0">
                <a:solidFill>
                  <a:schemeClr val="bg1">
                    <a:lumMod val="95000"/>
                  </a:scheme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저희 가슴에도 타올라 </a:t>
            </a:r>
          </a:p>
          <a:p>
            <a:pPr marL="625475" lvl="0" indent="-625475">
              <a:defRPr/>
            </a:pPr>
            <a: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평화와 사랑과 진리의 복음을 살아가는 </a:t>
            </a:r>
            <a:endParaRPr kumimoji="0" lang="en-AU" altLang="ko-KR" sz="32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5475" lvl="0" indent="-625475">
              <a:defRPr/>
            </a:pPr>
            <a:r>
              <a:rPr lang="en-AU" altLang="ko-KR" sz="3200" b="1" dirty="0">
                <a:solidFill>
                  <a:schemeClr val="bg1">
                    <a:lumMod val="95000"/>
                  </a:scheme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제자가 되게 하소서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 </a:t>
            </a:r>
          </a:p>
        </p:txBody>
      </p:sp>
      <p:sp>
        <p:nvSpPr>
          <p:cNvPr id="3" name="object 3"/>
          <p:cNvSpPr txBox="1">
            <a:spLocks/>
          </p:cNvSpPr>
          <p:nvPr/>
        </p:nvSpPr>
        <p:spPr>
          <a:xfrm>
            <a:off x="251520" y="51470"/>
            <a:ext cx="8712968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9938" lvl="0" defTabSz="914400">
              <a:defRPr/>
            </a:pPr>
            <a:r>
              <a:rPr lang="en-US" altLang="ko-KR" sz="2800" kern="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2027 </a:t>
            </a:r>
            <a:r>
              <a:rPr lang="ko-KR" altLang="en-US" sz="2800" kern="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서울 세계청년대회 공식 기도문</a:t>
            </a:r>
            <a:endParaRPr kumimoji="0" lang="ko-KR" altLang="en-US" sz="2800" b="0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j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F47D820-93D8-E25C-E9E1-FC6F82863007}"/>
              </a:ext>
            </a:extLst>
          </p:cNvPr>
          <p:cNvGrpSpPr/>
          <p:nvPr/>
        </p:nvGrpSpPr>
        <p:grpSpPr>
          <a:xfrm>
            <a:off x="5166549" y="4803998"/>
            <a:ext cx="3941955" cy="307777"/>
            <a:chOff x="5166549" y="4856261"/>
            <a:chExt cx="3941955" cy="307777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7DF565F-9905-DDA8-BB42-38B94B9072B3}"/>
                </a:ext>
              </a:extLst>
            </p:cNvPr>
            <p:cNvSpPr txBox="1"/>
            <p:nvPr/>
          </p:nvSpPr>
          <p:spPr>
            <a:xfrm>
              <a:off x="5940152" y="4856261"/>
              <a:ext cx="31683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>
                  <a:solidFill>
                    <a:schemeClr val="bg1"/>
                  </a:solidFill>
                  <a:highlight>
                    <a:srgbClr val="000000"/>
                  </a:highlight>
                  <a:latin typeface="돋움" panose="020B0600000101010101" pitchFamily="50" charset="-127"/>
                  <a:ea typeface="돋움" panose="020B0600000101010101" pitchFamily="50" charset="-127"/>
                </a:rPr>
                <a:t>2027 </a:t>
              </a:r>
              <a:r>
                <a:rPr lang="ko-KR" altLang="en-US" dirty="0">
                  <a:solidFill>
                    <a:schemeClr val="bg1"/>
                  </a:solidFill>
                  <a:highlight>
                    <a:srgbClr val="000000"/>
                  </a:highlight>
                  <a:latin typeface="돋움" panose="020B0600000101010101" pitchFamily="50" charset="-127"/>
                  <a:ea typeface="돋움" panose="020B0600000101010101" pitchFamily="50" charset="-127"/>
                </a:rPr>
                <a:t>서울 세계청년대회 조직위원회 </a:t>
              </a:r>
              <a:endParaRPr lang="en-AU" dirty="0">
                <a:highlight>
                  <a:srgbClr val="000000"/>
                </a:highlight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  <p:sp>
          <p:nvSpPr>
            <p:cNvPr id="8" name="Flowchart: Connector 7">
              <a:extLst>
                <a:ext uri="{FF2B5EF4-FFF2-40B4-BE49-F238E27FC236}">
                  <a16:creationId xmlns:a16="http://schemas.microsoft.com/office/drawing/2014/main" id="{385EF77A-F805-5B98-EDCB-80FDE678AECA}"/>
                </a:ext>
              </a:extLst>
            </p:cNvPr>
            <p:cNvSpPr/>
            <p:nvPr/>
          </p:nvSpPr>
          <p:spPr>
            <a:xfrm>
              <a:off x="5166549" y="4907811"/>
              <a:ext cx="216024" cy="216024"/>
            </a:xfrm>
            <a:prstGeom prst="flowChartConnector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/>
                <a:t>c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99" name="Black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Rectangle 8"/>
          <p:cNvSpPr/>
          <p:nvPr/>
        </p:nvSpPr>
        <p:spPr>
          <a:xfrm>
            <a:off x="0" y="544488"/>
            <a:ext cx="914400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5475" lvl="0" indent="-625475">
              <a:defRPr/>
            </a:pPr>
            <a:r>
              <a:rPr lang="ko-KR" altLang="en-US" sz="32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 ‘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이미 그리고 영원히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’ </a:t>
            </a:r>
          </a:p>
          <a:p>
            <a:pPr marL="625475" lvl="0" indent="-625475">
              <a:defRPr/>
            </a:pPr>
            <a:r>
              <a:rPr lang="en-US" altLang="ko-KR" sz="3200" b="1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kumimoji="0" lang="ko-KR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세상을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이기신 그리스도님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</a:p>
          <a:p>
            <a:pPr marL="625475" lvl="0" indent="-625475"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"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용기를 내어라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."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하신 당신의 말씀 안에서 </a:t>
            </a:r>
          </a:p>
          <a:p>
            <a:pPr marL="625475" lvl="0" indent="-625475">
              <a:defRPr/>
            </a:pPr>
            <a: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온 세상 모든 이가 희망을 발견하고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</a:p>
          <a:p>
            <a:pPr marL="625475" lvl="0" indent="-625475">
              <a:defRPr/>
            </a:pPr>
            <a: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사랑과 용서의 십자가가 </a:t>
            </a:r>
            <a:endParaRPr kumimoji="0" lang="en-AU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90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5475" lvl="0" indent="-625475">
              <a:defRPr/>
            </a:pPr>
            <a:r>
              <a:rPr lang="en-AU" altLang="ko-KR" sz="32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세상에 대한 승리임을 깨닫게 하소서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 </a:t>
            </a:r>
          </a:p>
          <a:p>
            <a:pPr marL="625475" lvl="0" indent="-625475">
              <a:defRPr/>
            </a:pP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90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  <p:sp>
        <p:nvSpPr>
          <p:cNvPr id="3" name="object 3"/>
          <p:cNvSpPr txBox="1">
            <a:spLocks/>
          </p:cNvSpPr>
          <p:nvPr/>
        </p:nvSpPr>
        <p:spPr>
          <a:xfrm>
            <a:off x="251520" y="51470"/>
            <a:ext cx="8712968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9938" lvl="0" defTabSz="914400">
              <a:defRPr/>
            </a:pPr>
            <a:r>
              <a:rPr lang="en-US" altLang="ko-KR" sz="2800" kern="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2027 </a:t>
            </a:r>
            <a:r>
              <a:rPr lang="ko-KR" altLang="en-US" sz="2800" kern="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서울 세계청년대회 공식 기도문</a:t>
            </a:r>
            <a:endParaRPr kumimoji="0" lang="ko-KR" altLang="en-US" sz="2800" b="0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j-cs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4AAEA5F-81E4-389B-AB5E-59FA84612D60}"/>
              </a:ext>
            </a:extLst>
          </p:cNvPr>
          <p:cNvGrpSpPr/>
          <p:nvPr/>
        </p:nvGrpSpPr>
        <p:grpSpPr>
          <a:xfrm>
            <a:off x="5166549" y="4803998"/>
            <a:ext cx="3941955" cy="307777"/>
            <a:chOff x="5166549" y="4856261"/>
            <a:chExt cx="3941955" cy="307777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682E712-4FD5-ED90-5E75-D8225009041B}"/>
                </a:ext>
              </a:extLst>
            </p:cNvPr>
            <p:cNvSpPr txBox="1"/>
            <p:nvPr/>
          </p:nvSpPr>
          <p:spPr>
            <a:xfrm>
              <a:off x="5940152" y="4856261"/>
              <a:ext cx="31683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>
                  <a:solidFill>
                    <a:schemeClr val="bg1"/>
                  </a:solidFill>
                  <a:highlight>
                    <a:srgbClr val="000000"/>
                  </a:highlight>
                  <a:latin typeface="돋움" panose="020B0600000101010101" pitchFamily="50" charset="-127"/>
                  <a:ea typeface="돋움" panose="020B0600000101010101" pitchFamily="50" charset="-127"/>
                </a:rPr>
                <a:t>2027 </a:t>
              </a:r>
              <a:r>
                <a:rPr lang="ko-KR" altLang="en-US" dirty="0">
                  <a:solidFill>
                    <a:schemeClr val="bg1"/>
                  </a:solidFill>
                  <a:highlight>
                    <a:srgbClr val="000000"/>
                  </a:highlight>
                  <a:latin typeface="돋움" panose="020B0600000101010101" pitchFamily="50" charset="-127"/>
                  <a:ea typeface="돋움" panose="020B0600000101010101" pitchFamily="50" charset="-127"/>
                </a:rPr>
                <a:t>서울 세계청년대회 조직위원회 </a:t>
              </a:r>
              <a:endParaRPr lang="en-AU" dirty="0">
                <a:highlight>
                  <a:srgbClr val="000000"/>
                </a:highlight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  <p:sp>
          <p:nvSpPr>
            <p:cNvPr id="11" name="Flowchart: Connector 10">
              <a:extLst>
                <a:ext uri="{FF2B5EF4-FFF2-40B4-BE49-F238E27FC236}">
                  <a16:creationId xmlns:a16="http://schemas.microsoft.com/office/drawing/2014/main" id="{80216717-5F8F-DC70-55DE-5AC88501009E}"/>
                </a:ext>
              </a:extLst>
            </p:cNvPr>
            <p:cNvSpPr/>
            <p:nvPr/>
          </p:nvSpPr>
          <p:spPr>
            <a:xfrm>
              <a:off x="5166549" y="4907811"/>
              <a:ext cx="216024" cy="216024"/>
            </a:xfrm>
            <a:prstGeom prst="flowChartConnector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/>
                <a:t>c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WF August 2019.mp4"/>
          <p:cNvPicPr>
            <a:picLocks noRot="1"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95536" y="0"/>
            <a:ext cx="8280922" cy="51435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5060627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9616" y="-7513"/>
            <a:ext cx="1626080" cy="506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입당송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5" name="직사각형 2"/>
          <p:cNvSpPr/>
          <p:nvPr/>
        </p:nvSpPr>
        <p:spPr>
          <a:xfrm>
            <a:off x="179492" y="1261520"/>
            <a:ext cx="8637248" cy="1310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720000" indent="-720000">
              <a:lnSpc>
                <a:spcPct val="135000"/>
              </a:lnSpc>
              <a:defRPr/>
            </a:pPr>
            <a:r>
              <a:rPr kumimoji="0" lang="en-US" altLang="ko-KR" sz="3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◎ 	주님, 귀를 기울이소서. 제게 응답하소서. 당신 종을 구해 주소서. 당신은 저의 하느님, 당신을 신뢰하나이다. 당신께 온종일 부르짖사오니, 주님, 저에게 자비를 베푸소서.</a:t>
            </a:r>
            <a:endParaRPr kumimoji="0" lang="en-US" altLang="ko-KR" sz="3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anose="02030600000101010101" pitchFamily="18" charset="-127"/>
              <a:ea typeface="바탕" panose="02030600000101010101" pitchFamily="18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A9F64F50-7957-4C51-A072-51F7DFAC0D59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WF August 2019.mp4"/>
          <p:cNvPicPr>
            <a:picLocks noRot="1"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95536" y="0"/>
            <a:ext cx="8280922" cy="51435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9980023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6512" y="1491630"/>
            <a:ext cx="9071992" cy="1656184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200" b="1" i="0" u="none" strike="noStrike" kern="1200" cap="none" spc="15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입 당</a:t>
            </a:r>
            <a:endParaRPr kumimoji="0" lang="en-US" altLang="ko-KR" sz="5200" b="1" i="0" u="none" strike="noStrike" kern="1200" cap="none" spc="15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lvl="0" algn="ctr">
              <a:lnSpc>
                <a:spcPct val="120000"/>
              </a:lnSpc>
              <a:spcAft>
                <a:spcPts val="1200"/>
              </a:spcAft>
              <a:defRPr/>
            </a:pPr>
            <a:r>
              <a:rPr lang="en-US" altLang="ko-KR" sz="4800" b="1" spc="1500" dirty="0">
                <a:solidFill>
                  <a:srgbClr val="FFC000"/>
                </a:solidFill>
                <a:latin typeface="바탕" pitchFamily="18" charset="-127"/>
                <a:ea typeface="바탕" pitchFamily="18" charset="-127"/>
              </a:rPr>
              <a:t>62</a:t>
            </a:r>
            <a:endParaRPr kumimoji="0" lang="en-US" altLang="ko-KR" sz="4800" b="1" i="0" u="none" strike="noStrike" kern="1200" cap="none" spc="15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576640453"/>
      </p:ext>
    </p:extLst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입</a:t>
            </a:r>
            <a:r>
              <a:rPr kumimoji="0" lang="ko-KR" altLang="en-US" sz="3200" b="0" i="0" u="none" strike="noStrike" kern="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당 62</a:t>
            </a:r>
            <a:r>
              <a:rPr kumimoji="0" lang="ko-KR" altLang="en-US" sz="32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/>
            </a:r>
            <a:r>
              <a:rPr kumimoji="0" lang="en-US" altLang="ko-KR" sz="32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/>
            </a:r>
            <a:r>
              <a:rPr kumimoji="0" lang="en-US" altLang="ko-KR" sz="32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</a:t>
            </a: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주님의 뜻을 이루소서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330B1C-8DD1-4E5D-BFEB-B1784DA70E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6" y="773782"/>
            <a:ext cx="9051490" cy="395820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14E869F-7D4E-3E8B-07F7-111D845EA4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입</a:t>
            </a:r>
            <a:r>
              <a:rPr kumimoji="0" lang="ko-KR" altLang="en-US" sz="3200" b="0" i="0" u="none" strike="noStrike" kern="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당 62</a:t>
            </a:r>
            <a:r>
              <a:rPr kumimoji="0" lang="ko-KR" altLang="en-US" sz="32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/>
            </a:r>
            <a:r>
              <a:rPr kumimoji="0" lang="en-US" altLang="ko-KR" sz="32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/>
            </a:r>
            <a:r>
              <a:rPr kumimoji="0" lang="en-US" altLang="ko-KR" sz="32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</a:t>
            </a: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주님의 뜻을 이루소서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63BF13-BA61-47DD-9B8C-B2EF79253C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6" y="777428"/>
            <a:ext cx="9065372" cy="395456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BA02A17-2D05-88AB-1C10-62DA0DECF1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입</a:t>
            </a:r>
            <a:r>
              <a:rPr kumimoji="0" lang="ko-KR" altLang="en-US" sz="3200" b="0" i="0" u="none" strike="noStrike" kern="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당 62</a:t>
            </a:r>
            <a:r>
              <a:rPr kumimoji="0" lang="ko-KR" altLang="en-US" sz="32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/>
            </a:r>
            <a:r>
              <a:rPr kumimoji="0" lang="en-US" altLang="ko-KR" sz="32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/>
            </a:r>
            <a:r>
              <a:rPr kumimoji="0" lang="en-US" altLang="ko-KR" sz="32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</a:t>
            </a: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주님의 뜻을 이루소서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2F8D51-4F04-468A-9E32-53CCD6BFF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5" y="712439"/>
            <a:ext cx="9001001" cy="405814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8A0C06C-13D7-A39B-B257-45C2302E84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입</a:t>
            </a:r>
            <a:r>
              <a:rPr kumimoji="0" lang="ko-KR" altLang="en-US" sz="3200" b="0" i="0" u="none" strike="noStrike" kern="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당 62</a:t>
            </a:r>
            <a:r>
              <a:rPr kumimoji="0" lang="ko-KR" altLang="en-US" sz="32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/>
            </a:r>
            <a:r>
              <a:rPr kumimoji="0" lang="en-US" altLang="ko-KR" sz="32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/>
            </a:r>
            <a:r>
              <a:rPr kumimoji="0" lang="en-US" altLang="ko-KR" sz="32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</a:t>
            </a: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주님의 뜻을 이루소서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C644F4-BE41-4C17-B4C9-C665580A4A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6" y="771550"/>
            <a:ext cx="9030492" cy="399630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02E3425-C6B2-C86C-B816-9FBB819C2A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21014778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1" name="Text Box 9"/>
          <p:cNvSpPr txBox="1">
            <a:spLocks noChangeArrowheads="1"/>
          </p:cNvSpPr>
          <p:nvPr/>
        </p:nvSpPr>
        <p:spPr bwMode="auto">
          <a:xfrm>
            <a:off x="1259632" y="843558"/>
            <a:ext cx="6696744" cy="3908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   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성부와 성자와 성령의 이름으로</a:t>
            </a:r>
            <a:endParaRPr lang="en-AU" altLang="ko-KR" sz="29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endParaRPr lang="en-US" altLang="ko-KR" sz="1200" b="1" dirty="0">
              <a:solidFill>
                <a:schemeClr val="tx1">
                  <a:lumMod val="50000"/>
                  <a:lumOff val="5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>
              <a:spcAft>
                <a:spcPts val="600"/>
              </a:spcAft>
            </a:pPr>
            <a:r>
              <a:rPr lang="en-US" altLang="ko-KR" sz="3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◎  </a:t>
            </a:r>
            <a:r>
              <a:rPr lang="ko-KR" altLang="en-US" sz="38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아멘</a:t>
            </a:r>
            <a:endParaRPr lang="en-AU" altLang="ko-KR" sz="3800" b="1" spc="3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endParaRPr lang="en-US" altLang="ko-KR" sz="32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>
              <a:spcAft>
                <a:spcPts val="600"/>
              </a:spcAft>
            </a:pP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   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주님께서 여러분과 함께</a:t>
            </a:r>
            <a:r>
              <a:rPr 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 </a:t>
            </a:r>
          </a:p>
          <a:p>
            <a:endParaRPr lang="en-AU" sz="1200" b="1" dirty="0">
              <a:solidFill>
                <a:schemeClr val="tx1">
                  <a:lumMod val="50000"/>
                  <a:lumOff val="5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en-US" altLang="ko-KR" sz="3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◎  </a:t>
            </a:r>
            <a:r>
              <a:rPr lang="ko-KR" altLang="en-US" sz="38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또한 사제의 영과 함께</a:t>
            </a:r>
            <a:endParaRPr lang="en-AU" sz="3800" b="1" spc="3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endParaRPr lang="en-US" sz="38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1E06C859-AB35-A6D5-D640-1A48A346EEC0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40567919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2844739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21" y="8"/>
            <a:ext cx="9137984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520148" y="3913492"/>
            <a:ext cx="2103555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84"/>
            <a:r>
              <a:rPr sz="3200" i="1" dirty="0">
                <a:solidFill>
                  <a:srgbClr val="231F20"/>
                </a:solidFill>
                <a:latin typeface="Lucida Calligraphy"/>
                <a:cs typeface="Lucida Calligraphy"/>
              </a:rPr>
              <a:t>Greeting</a:t>
            </a:r>
            <a:endParaRPr sz="3200" dirty="0">
              <a:latin typeface="Lucida Calligraphy"/>
              <a:cs typeface="Lucida Calligraphy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864418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3067293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-20538"/>
            <a:ext cx="9108504" cy="4806372"/>
          </a:xfrm>
          <a:prstGeom prst="rect">
            <a:avLst/>
          </a:prstGeom>
          <a:noFill/>
        </p:spPr>
        <p:txBody>
          <a:bodyPr wrap="square" lIns="91434" tIns="45716" rIns="91434" bIns="45716" rtlCol="0" anchor="ctr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† 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전능하신 하느님과 </a:t>
            </a:r>
            <a:endParaRPr kumimoji="0" lang="en-US" altLang="ko-KR" sz="24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75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형제들에게 고백하오니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생각과 말과 행위로 죄를 많이 지었으며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자주 의무를 소홀히 하였나이다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l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-300" normalizeH="0" baseline="0" noProof="0" dirty="0">
                <a:ln>
                  <a:noFill/>
                </a:ln>
                <a:solidFill>
                  <a:srgbClr val="1F497D">
                    <a:lumMod val="40000"/>
                    <a:lumOff val="6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&lt;</a:t>
            </a:r>
            <a:r>
              <a:rPr kumimoji="0" lang="ko-KR" altLang="en-US" sz="1800" b="1" i="0" u="none" strike="noStrike" kern="1200" cap="none" spc="-300" normalizeH="0" baseline="0" noProof="0" dirty="0">
                <a:ln>
                  <a:noFill/>
                </a:ln>
                <a:solidFill>
                  <a:srgbClr val="1F497D">
                    <a:lumMod val="40000"/>
                    <a:lumOff val="6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가슴을  치며</a:t>
            </a:r>
            <a:r>
              <a:rPr kumimoji="0" lang="en-US" altLang="ko-KR" sz="1800" b="1" i="0" u="none" strike="noStrike" kern="1200" cap="none" spc="-300" normalizeH="0" baseline="0" noProof="0" dirty="0">
                <a:ln>
                  <a:noFill/>
                </a:ln>
                <a:solidFill>
                  <a:srgbClr val="1F497D">
                    <a:lumMod val="40000"/>
                    <a:lumOff val="6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&gt;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40000"/>
                    <a:lumOff val="6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 </a:t>
            </a:r>
            <a:r>
              <a:rPr kumimoji="0" lang="ko-KR" altLang="en-US" sz="3200" b="1" i="0" u="sng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제 탓이요</a:t>
            </a:r>
            <a:r>
              <a:rPr kumimoji="0" lang="en-US" sz="3200" b="1" i="0" u="sng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r>
              <a:rPr kumimoji="0" lang="ko-KR" altLang="en-US" sz="3200" b="1" i="0" u="sng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제 탓이요</a:t>
            </a:r>
            <a:r>
              <a:rPr kumimoji="0" lang="en-US" sz="3200" b="1" i="0" u="sng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r>
              <a:rPr kumimoji="0" lang="ko-KR" altLang="en-US" sz="3200" b="1" i="0" u="sng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저의 큰 탓이옵니다</a:t>
            </a:r>
            <a:endParaRPr kumimoji="0" lang="en-US" sz="3200" b="1" i="0" u="none" strike="noStrike" kern="1200" cap="none" spc="-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그러므로 간절히 바라오니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평생 동정이신 성모 마리아와 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모든 천사와 성인과 형제들은 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저를 위하여 하느님께 빌어주소서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="" xmlns:a16="http://schemas.microsoft.com/office/drawing/2014/main" id="{46F17F0B-9570-4BE5-A125-85B2AE51E472}"/>
              </a:ext>
            </a:extLst>
          </p:cNvPr>
          <p:cNvSpPr/>
          <p:nvPr/>
        </p:nvSpPr>
        <p:spPr>
          <a:xfrm>
            <a:off x="7092280" y="0"/>
            <a:ext cx="216024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PENITENTIAL RITE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DABAC996-AA42-4F21-942B-574FBF1BFFE3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6150073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717049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841" y="411510"/>
            <a:ext cx="8653675" cy="3804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971600" y="2715766"/>
            <a:ext cx="770485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주님      자비를    자  비를 베푸소   서</a:t>
            </a:r>
            <a:endParaRPr kumimoji="0" lang="en-US" sz="35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75656" y="1215211"/>
            <a:ext cx="7560840" cy="492443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 님       자비를      자   비를   베푸 소     서</a:t>
            </a:r>
            <a:endParaRPr kumimoji="0" lang="en-US" sz="3200" b="0" i="0" u="none" strike="noStrike" kern="1200" cap="none" spc="-3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5576" y="4227934"/>
            <a:ext cx="7992888" cy="492443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그</a:t>
            </a:r>
            <a:r>
              <a:rPr kumimoji="0" lang="ko-KR" altLang="en-US" sz="32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리</a:t>
            </a:r>
            <a:r>
              <a:rPr kumimoji="0" lang="ko-KR" altLang="en-US" sz="24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스</a:t>
            </a:r>
            <a:r>
              <a:rPr kumimoji="0" lang="ko-KR" altLang="en-US" sz="32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도님   자비를       자   비를   베푸 소  </a:t>
            </a:r>
            <a:r>
              <a:rPr kumimoji="0" lang="en-US" altLang="ko-KR" sz="25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ko-KR" altLang="en-US" sz="32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서</a:t>
            </a:r>
            <a:endParaRPr kumimoji="0" lang="en-US" sz="3200" b="0" i="0" u="none" strike="noStrike" kern="1200" cap="none" spc="-3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11897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자비송 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="" xmlns:a16="http://schemas.microsoft.com/office/drawing/2014/main" id="{54F1C01B-BEDD-40BC-AF1C-65E4E87EC2AF}"/>
              </a:ext>
            </a:extLst>
          </p:cNvPr>
          <p:cNvSpPr/>
          <p:nvPr/>
        </p:nvSpPr>
        <p:spPr>
          <a:xfrm>
            <a:off x="8210116" y="-50155"/>
            <a:ext cx="8263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Kyrie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D42881FA-BE69-4B59-9382-5C3F35A8C04D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6280117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9" y="411510"/>
            <a:ext cx="8640959" cy="3781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54F1C01B-BEDD-40BC-AF1C-65E4E87EC2AF}"/>
              </a:ext>
            </a:extLst>
          </p:cNvPr>
          <p:cNvSpPr/>
          <p:nvPr/>
        </p:nvSpPr>
        <p:spPr>
          <a:xfrm>
            <a:off x="8210116" y="-50155"/>
            <a:ext cx="8263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Kyrie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9552" y="1206500"/>
            <a:ext cx="8280920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3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그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리</a:t>
            </a:r>
            <a:r>
              <a:rPr kumimoji="0" lang="ko-KR" altLang="en-US" sz="23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스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도님</a:t>
            </a:r>
            <a:r>
              <a:rPr kumimoji="0" lang="ko-KR" altLang="en-US" sz="35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자비를    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자  비를   베푸 소     서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7584" y="4230836"/>
            <a:ext cx="7992888" cy="53860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 님      자비를    자  비를  베푸소    서</a:t>
            </a:r>
            <a:endParaRPr kumimoji="0" lang="en-US" sz="35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7584" y="2764834"/>
            <a:ext cx="8136904" cy="492443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-2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 님        자비를      자    비를  베푸 소      서</a:t>
            </a:r>
            <a:endParaRPr kumimoji="0" lang="en-US" sz="3200" b="0" i="0" u="none" strike="noStrike" kern="1200" cap="none" spc="-2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8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11897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자비송 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30AC91CC-0085-4083-A3C7-789DD5EF0741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6953329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9366310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80" y="699542"/>
            <a:ext cx="9026537" cy="310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1560" y="1919903"/>
            <a:ext cx="8280920" cy="507831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하 늘 높 은    데 서  는      하 느 님 </a:t>
            </a:r>
            <a:r>
              <a:rPr kumimoji="0" lang="ko-KR" altLang="en-US" sz="3300" b="0" i="0" u="none" strike="noStrike" kern="1200" cap="none" spc="-300" normalizeH="0" baseline="0" noProof="0" dirty="0" err="1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께</a:t>
            </a: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영    광</a:t>
            </a:r>
            <a:endParaRPr kumimoji="0" lang="en-US" sz="3300" b="0" i="0" u="none" strike="noStrike" kern="1200" cap="none" spc="-3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7503" y="3939902"/>
            <a:ext cx="8993113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땅에서는 주님께서   사랑하시 는   사 람  들  에게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0EE4789C-4C08-4E25-BDEB-07E5F628CA00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230038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79" y="699542"/>
            <a:ext cx="9026537" cy="317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611560" y="4011910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전          </a:t>
            </a:r>
            <a:r>
              <a:rPr kumimoji="0" lang="ko-KR" altLang="en-US" sz="3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능하신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</a:t>
            </a:r>
            <a:r>
              <a:rPr kumimoji="0" lang="ko-KR" altLang="en-US" sz="3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아버지     하  느    님 </a:t>
            </a:r>
            <a:endParaRPr kumimoji="0" lang="en-US" sz="3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11560" y="1923678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평 화</a:t>
            </a:r>
            <a:r>
              <a:rPr kumimoji="0" lang="ko-KR" altLang="en-US" sz="35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  </a:t>
            </a:r>
            <a:r>
              <a:rPr kumimoji="0" lang="ko-KR" alt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      하느님  하늘의    임  금  님</a:t>
            </a:r>
            <a:endParaRPr kumimoji="0" lang="en-US" sz="3300" b="0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C2C1DBC4-11ED-4C5E-8BF3-1993A79D7824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7105754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79" y="699542"/>
            <a:ext cx="9026537" cy="325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395535" y="4011910"/>
            <a:ext cx="8705081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주님을  흠숭 하 나이다   찬양 하  나  이   다 </a:t>
            </a:r>
            <a:endParaRPr kumimoji="0" lang="en-US" sz="3500" b="1" i="0" u="none" strike="noStrike" kern="1200" cap="none" spc="-2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7544" y="1923678"/>
            <a:ext cx="8424936" cy="507831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2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주님을   기  리   나이다   찬미하    나  이    다 </a:t>
            </a:r>
            <a:endParaRPr kumimoji="0" lang="en-US" sz="3300" b="0" i="0" u="none" strike="noStrike" kern="1200" cap="none" spc="-2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8854EFE2-A6D9-49F1-9C61-48511C9D0573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4712557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79" y="771550"/>
            <a:ext cx="9026538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611560" y="1923678"/>
            <a:ext cx="8424936" cy="507831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 님   영   광  크 시 오 니     감 사 하  나  이   다</a:t>
            </a:r>
            <a:endParaRPr kumimoji="0" lang="en-US" sz="3300" b="0" i="0" u="none" strike="noStrike" kern="1200" cap="none" spc="-3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9552" y="3977357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외      아 들    주 예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수       </a:t>
            </a:r>
            <a:r>
              <a:rPr kumimoji="0" lang="ko-KR" altLang="en-US" sz="28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그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리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  </a:t>
            </a:r>
            <a:r>
              <a:rPr kumimoji="0" lang="en-US" altLang="ko-KR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ko-KR" altLang="en-US" sz="28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스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도    님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0A04C200-E43B-42B9-9C2E-EAE5A170E9CE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7699355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" y="699542"/>
            <a:ext cx="8972550" cy="313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11"/>
          <p:cNvGrpSpPr/>
          <p:nvPr/>
        </p:nvGrpSpPr>
        <p:grpSpPr>
          <a:xfrm>
            <a:off x="539552" y="1868800"/>
            <a:ext cx="8424936" cy="2609711"/>
            <a:chOff x="539552" y="1868800"/>
            <a:chExt cx="8424936" cy="2609711"/>
          </a:xfrm>
        </p:grpSpPr>
        <p:sp>
          <p:nvSpPr>
            <p:cNvPr id="10" name="TextBox 9"/>
            <p:cNvSpPr txBox="1"/>
            <p:nvPr/>
          </p:nvSpPr>
          <p:spPr>
            <a:xfrm>
              <a:off x="539552" y="1868800"/>
              <a:ext cx="8424936" cy="53860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tIns="0" bIns="0" rtlCol="0">
              <a:spAutoFit/>
            </a:bodyPr>
            <a:lstStyle/>
            <a:p>
              <a:pPr marL="0" marR="0" lvl="0" indent="0" algn="l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33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EECE1">
                      <a:lumMod val="50000"/>
                    </a:srgbClr>
                  </a:solidFill>
                  <a:effectLst/>
                  <a:uLnTx/>
                  <a:uFillTx/>
                  <a:latin typeface="궁서" pitchFamily="18" charset="-127"/>
                  <a:ea typeface="궁서" pitchFamily="18" charset="-127"/>
                  <a:cs typeface="+mn-cs"/>
                </a:rPr>
                <a:t>주 하 느 님   성  부 의     아   드    님          </a:t>
              </a:r>
              <a:r>
                <a:rPr kumimoji="0" lang="ko-KR" altLang="en-US" sz="3500" b="1" i="0" u="none" strike="noStrike" kern="1200" cap="none" spc="-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궁서" pitchFamily="18" charset="-127"/>
                  <a:ea typeface="궁서" pitchFamily="18" charset="-127"/>
                  <a:cs typeface="+mn-cs"/>
                </a:rPr>
                <a:t>하   느</a:t>
              </a:r>
              <a:endParaRPr kumimoji="0" 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39552" y="3939902"/>
              <a:ext cx="8424936" cy="53860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tIns="0" bIns="0" rtlCol="0">
              <a:spAutoFit/>
            </a:bodyPr>
            <a:lstStyle/>
            <a:p>
              <a:pPr marL="0" marR="0" lvl="0" indent="0" algn="l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3500" b="1" i="0" u="none" strike="noStrike" kern="1200" cap="none" spc="-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궁서" pitchFamily="18" charset="-127"/>
                  <a:ea typeface="궁서" pitchFamily="18" charset="-127"/>
                  <a:cs typeface="+mn-cs"/>
                </a:rPr>
                <a:t>님  의   어  </a:t>
              </a:r>
              <a:r>
                <a:rPr kumimoji="0" lang="ko-KR" altLang="en-US" sz="3000" b="1" i="0" u="none" strike="noStrike" kern="1200" cap="none" spc="-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궁서" pitchFamily="18" charset="-127"/>
                  <a:ea typeface="궁서" pitchFamily="18" charset="-127"/>
                  <a:cs typeface="+mn-cs"/>
                </a:rPr>
                <a:t>  </a:t>
              </a:r>
              <a:r>
                <a:rPr kumimoji="0" lang="en-US" altLang="ko-KR" sz="2000" b="0" i="0" u="none" strike="noStrike" kern="1200" cap="none" spc="-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궁서" pitchFamily="18" charset="-127"/>
                  <a:ea typeface="궁서" pitchFamily="18" charset="-127"/>
                  <a:cs typeface="+mn-cs"/>
                </a:rPr>
                <a:t>~ ~         ~          ~              ~          ~               ~        </a:t>
              </a:r>
              <a:r>
                <a:rPr kumimoji="0" lang="ko-KR" altLang="en-US" sz="3500" b="1" i="0" u="none" strike="noStrike" kern="1200" cap="none" spc="-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궁서" pitchFamily="18" charset="-127"/>
                  <a:ea typeface="궁서" pitchFamily="18" charset="-127"/>
                  <a:cs typeface="+mn-cs"/>
                </a:rPr>
                <a:t>린     양                 </a:t>
              </a:r>
              <a:endParaRPr kumimoji="0" 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endParaRPr>
            </a:p>
          </p:txBody>
        </p:sp>
      </p:grpSp>
      <p:sp>
        <p:nvSpPr>
          <p:cNvPr id="12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6987F372-2179-44EC-85D8-E7B8206417C7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4401645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49" y="771550"/>
            <a:ext cx="9005367" cy="303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504056" y="1991911"/>
            <a:ext cx="8604448" cy="507831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세   상의  죄  를 없  애   시 는   주   님     저희에게</a:t>
            </a:r>
            <a:endParaRPr kumimoji="0" lang="en-US" sz="3300" b="0" i="0" u="none" strike="noStrike" kern="1200" cap="none" spc="-3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9552" y="3905349"/>
            <a:ext cx="8604448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자   비를  베푸소     서</a:t>
            </a:r>
            <a:r>
              <a:rPr kumimoji="0" lang="ko-KR" altLang="en-US" sz="3300" b="1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    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세   상의  죄  를 없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71F680BF-BE10-44CA-84EC-959B6DA5A41D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93169693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04" y="771550"/>
            <a:ext cx="9029700" cy="307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539552" y="1889125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애 시는 주 님   저희의  기  도를 들어주소 서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9552" y="4008135"/>
            <a:ext cx="8424936" cy="507831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성   부     오  른  편 에   </a:t>
            </a:r>
            <a:r>
              <a:rPr kumimoji="0" lang="ko-KR" altLang="en-US" sz="3300" b="0" i="0" u="none" strike="noStrike" kern="1200" cap="none" spc="-300" normalizeH="0" baseline="0" noProof="0" dirty="0" err="1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앉</a:t>
            </a: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아    계   신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</a:t>
            </a: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   님</a:t>
            </a:r>
            <a:endParaRPr kumimoji="0" lang="en-US" sz="3300" b="0" i="0" u="none" strike="noStrike" kern="1200" cap="none" spc="-3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B281521F-3CE3-4797-983D-13A0C3262BC5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48780891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5" y="771550"/>
            <a:ext cx="9010650" cy="314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539552" y="1851670"/>
            <a:ext cx="8424936" cy="507831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저 희 에 게     자    비  를    베 푸 소       서</a:t>
            </a:r>
            <a:endParaRPr kumimoji="0" lang="en-US" sz="3300" b="0" i="0" u="none" strike="noStrike" kern="1200" cap="none" spc="-3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9552" y="3977357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홀   로     거   룩 </a:t>
            </a:r>
            <a:r>
              <a:rPr kumimoji="0" lang="ko-KR" altLang="en-US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하   시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고            홀   로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3875820F-C047-4D1D-99FE-4DADB98022FF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5840130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" y="699542"/>
            <a:ext cx="9086850" cy="334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467544" y="4083918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예  수   </a:t>
            </a:r>
            <a:r>
              <a:rPr kumimoji="0" lang="ko-KR" altLang="en-US" sz="26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그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리</a:t>
            </a:r>
            <a:r>
              <a:rPr kumimoji="0" lang="ko-KR" altLang="en-US" sz="26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스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도님   성            령  과      함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께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7544" y="1940808"/>
            <a:ext cx="867645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   님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이    시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며            홀   로     높   으 신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0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A553214D-94EB-485C-BC4C-2C7E1B2657A7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51038563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" y="679301"/>
            <a:ext cx="9024417" cy="347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7544" y="1889125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아버지     하   </a:t>
            </a:r>
            <a:r>
              <a:rPr kumimoji="0" lang="ko-KR" altLang="en-US" sz="3500" b="1" i="0" u="none" strike="noStrike" kern="1200" cap="none" spc="-30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느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님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의      </a:t>
            </a:r>
            <a:r>
              <a:rPr kumimoji="0" lang="ko-KR" altLang="en-US" sz="3500" b="1" i="0" u="none" strike="noStrike" kern="1200" cap="none" spc="-4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영    광     안     에</a:t>
            </a:r>
            <a:endParaRPr kumimoji="0" lang="en-US" sz="3500" b="1" i="0" u="none" strike="noStrike" kern="1200" cap="none" spc="-4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7544" y="4193381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계    시</a:t>
            </a:r>
            <a:r>
              <a:rPr kumimoji="0" lang="ko-KR" altLang="en-US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나   이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다             아            멘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9E3A592F-0F4A-4C93-BAB6-3D02179AE83E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425401676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75747622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2E6C414F-18E2-4F48-B39D-795A11AE6CDD}"/>
              </a:ext>
            </a:extLst>
          </p:cNvPr>
          <p:cNvSpPr/>
          <p:nvPr/>
        </p:nvSpPr>
        <p:spPr>
          <a:xfrm>
            <a:off x="6338855" y="19814"/>
            <a:ext cx="270125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latinLnBrk="1">
              <a:defRPr/>
            </a:pPr>
            <a:r>
              <a:rPr lang="en-AU" altLang="ko-KR" sz="2000" dirty="0">
                <a:solidFill>
                  <a:schemeClr val="accent2"/>
                </a:solidFill>
                <a:ea typeface="dotum" panose="020B0600000101010101" pitchFamily="50" charset="-127"/>
              </a:rPr>
              <a:t>The Liturgy of the Word</a:t>
            </a:r>
          </a:p>
          <a:p>
            <a:pPr algn="ctr" latinLnBrk="1">
              <a:defRPr/>
            </a:pPr>
            <a:r>
              <a:rPr lang="en-AU" altLang="ko-KR" sz="2000" dirty="0">
                <a:solidFill>
                  <a:schemeClr val="accent2"/>
                </a:solidFill>
                <a:ea typeface="dotum" panose="020B0600000101010101" pitchFamily="50" charset="-127"/>
              </a:rPr>
              <a:t>First Reading</a:t>
            </a:r>
          </a:p>
        </p:txBody>
      </p:sp>
      <p:sp>
        <p:nvSpPr>
          <p:cNvPr id="10" name="object 3"/>
          <p:cNvSpPr txBox="1">
            <a:spLocks noGrp="1"/>
          </p:cNvSpPr>
          <p:nvPr>
            <p:ph type="title"/>
          </p:nvPr>
        </p:nvSpPr>
        <p:spPr>
          <a:xfrm>
            <a:off x="933313" y="987574"/>
            <a:ext cx="7311095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제 </a:t>
            </a:r>
            <a:r>
              <a:rPr lang="en-US" altLang="ko-KR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1 </a:t>
            </a:r>
            <a:r>
              <a:rPr lang="ko-KR" altLang="en-US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독서</a:t>
            </a:r>
            <a:r>
              <a:rPr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 </a:t>
            </a:r>
            <a:r>
              <a:rPr lang="en-US" spc="78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spc="78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200" spc="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이사야서의 말씀입니다.</a:t>
            </a:r>
            <a:r>
              <a:rPr lang="en-US" altLang="ko-KR" sz="3200" spc="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endParaRPr sz="3200" spc="78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21FE7A2D-6E85-173A-9162-61B4C6ADC665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/>
          <p:cNvSpPr txBox="1">
            <a:spLocks/>
          </p:cNvSpPr>
          <p:nvPr/>
        </p:nvSpPr>
        <p:spPr>
          <a:xfrm>
            <a:off x="179512" y="4542"/>
            <a:ext cx="8856984" cy="47274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914400">
              <a:lnSpc>
                <a:spcPct val="110000"/>
              </a:lnSpc>
            </a:pP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주님께서 궁궐의 시종장 세브나에게 이렇게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말씀하신다.</a:t>
            </a:r>
          </a:p>
          <a:p>
            <a:pPr defTabSz="914400">
              <a:lnSpc>
                <a:spcPct val="110000"/>
              </a:lnSpc>
            </a:pP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19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“나는 너를 네 자리에서 내쫓고, 너를 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관직에서 끌어내리리라.</a:t>
            </a:r>
          </a:p>
          <a:p>
            <a:pPr defTabSz="914400">
              <a:lnSpc>
                <a:spcPct val="110000"/>
              </a:lnSpc>
            </a:pP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20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그날에 이러한 일이 일어나리라. 나는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힐키야의 아들인 나의 종 엘야킴을 불러 </a:t>
            </a: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21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그에게 너의 관복을 입히고 그에게 너의 띠를 매어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주며 그의 손에 너의 권력을 넘겨주리라. 그러면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그는 예루살렘 주민들과 유다 집안의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4F85566B-944E-78D9-90ED-0CF65E11E870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32811208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/>
          <p:cNvSpPr txBox="1">
            <a:spLocks/>
          </p:cNvSpPr>
          <p:nvPr/>
        </p:nvSpPr>
        <p:spPr>
          <a:xfrm>
            <a:off x="179512" y="4542"/>
            <a:ext cx="8856984" cy="47274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914400">
              <a:lnSpc>
                <a:spcPct val="110000"/>
              </a:lnSpc>
            </a:pP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아버지가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되리라.</a:t>
            </a:r>
          </a:p>
          <a:p>
            <a:pPr defTabSz="914400">
              <a:lnSpc>
                <a:spcPct val="110000"/>
              </a:lnSpc>
            </a:pP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22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나는 다윗 집안의 열쇠를 그의 어깨에 메어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주리니 그가 열면 닫을 사람이 없고, 그가 닫으면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열 사람이 없으리라.</a:t>
            </a:r>
          </a:p>
          <a:p>
            <a:pPr defTabSz="914400">
              <a:lnSpc>
                <a:spcPct val="110000"/>
              </a:lnSpc>
            </a:pP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23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나는 그를 말뚝처럼 단단한 곳에 박으리니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그는 자기 집안에 영광의 왕좌가 되리라.”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4F85566B-944E-78D9-90ED-0CF65E11E870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328112084"/>
      </p:ext>
    </p:extLst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99" name="Black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Rectangle 8"/>
          <p:cNvSpPr/>
          <p:nvPr/>
        </p:nvSpPr>
        <p:spPr>
          <a:xfrm>
            <a:off x="0" y="567715"/>
            <a:ext cx="9144000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5475" lvl="0" indent="-625475">
              <a:defRPr/>
            </a:pPr>
            <a:r>
              <a:rPr lang="ko-KR" altLang="en-US" sz="32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젊은이를 사랑하시는 주님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</a:p>
          <a:p>
            <a:pPr marL="625475" lvl="0" indent="-625475">
              <a:defRPr/>
            </a:pPr>
            <a: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저희를 주님의 무한한 사랑과 자비로 </a:t>
            </a:r>
            <a:endParaRPr kumimoji="0" lang="en-AU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90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5475" lvl="0" indent="-625475">
              <a:defRPr/>
            </a:pPr>
            <a:r>
              <a:rPr lang="en-AU" altLang="ko-KR" sz="32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초대해 주심에 감사드립니다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 </a:t>
            </a:r>
          </a:p>
          <a:p>
            <a:pPr marL="625475" lvl="0" indent="-625475">
              <a:defRPr/>
            </a:pPr>
            <a:endParaRPr kumimoji="0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90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5475" lvl="0" indent="-625475">
              <a:defRPr/>
            </a:pPr>
            <a:r>
              <a:rPr lang="ko-KR" altLang="en-US" sz="32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●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하느님 아버지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</a:p>
          <a:p>
            <a:pPr marL="625475" lvl="0" indent="-625475">
              <a:defRPr/>
            </a:pPr>
            <a:r>
              <a:rPr lang="en-US" altLang="ko-KR" sz="3200" b="1" dirty="0">
                <a:solidFill>
                  <a:schemeClr val="bg1">
                    <a:lumMod val="95000"/>
                  </a:scheme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저희 자신을 당신께 맡겨 드리오니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</a:p>
          <a:p>
            <a:pPr marL="625475" lvl="0" indent="-625475">
              <a:defRPr/>
            </a:pPr>
            <a: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온 세상 젊은이들이 </a:t>
            </a:r>
            <a:endParaRPr kumimoji="0" lang="en-AU" altLang="ko-KR" sz="32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5475" lvl="0" indent="-625475">
              <a:defRPr/>
            </a:pPr>
            <a:r>
              <a:rPr lang="en-AU" altLang="ko-KR" sz="3200" b="1" dirty="0">
                <a:solidFill>
                  <a:schemeClr val="bg1">
                    <a:lumMod val="95000"/>
                  </a:scheme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교회의 품 안에서위로받고 </a:t>
            </a:r>
          </a:p>
          <a:p>
            <a:pPr marL="625475" lvl="0" indent="-625475">
              <a:defRPr/>
            </a:pPr>
            <a: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친교와 일치의 기쁨을 누리게 하소서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 </a:t>
            </a:r>
          </a:p>
        </p:txBody>
      </p:sp>
      <p:sp>
        <p:nvSpPr>
          <p:cNvPr id="3" name="object 3"/>
          <p:cNvSpPr txBox="1">
            <a:spLocks/>
          </p:cNvSpPr>
          <p:nvPr/>
        </p:nvSpPr>
        <p:spPr>
          <a:xfrm>
            <a:off x="251520" y="51470"/>
            <a:ext cx="8712968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9938" lvl="0" defTabSz="914400">
              <a:defRPr/>
            </a:pPr>
            <a:r>
              <a:rPr lang="en-US" altLang="ko-KR" sz="2800" kern="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2027 </a:t>
            </a:r>
            <a:r>
              <a:rPr lang="ko-KR" altLang="en-US" sz="2800" kern="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서울 세계청년대회 공식 기도문</a:t>
            </a:r>
            <a:endParaRPr kumimoji="0" lang="ko-KR" altLang="en-US" sz="2800" b="0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B99B00E-F6DB-561C-B0D1-645CD6ADDF7F}"/>
              </a:ext>
            </a:extLst>
          </p:cNvPr>
          <p:cNvGrpSpPr/>
          <p:nvPr/>
        </p:nvGrpSpPr>
        <p:grpSpPr>
          <a:xfrm>
            <a:off x="5166549" y="4803998"/>
            <a:ext cx="3941955" cy="307777"/>
            <a:chOff x="5166549" y="4856261"/>
            <a:chExt cx="3941955" cy="307777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3C170FE-1DC8-C345-A5F7-35125CC17067}"/>
                </a:ext>
              </a:extLst>
            </p:cNvPr>
            <p:cNvSpPr txBox="1"/>
            <p:nvPr/>
          </p:nvSpPr>
          <p:spPr>
            <a:xfrm>
              <a:off x="5940152" y="4856261"/>
              <a:ext cx="31683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>
                  <a:solidFill>
                    <a:schemeClr val="bg1"/>
                  </a:solidFill>
                  <a:highlight>
                    <a:srgbClr val="000000"/>
                  </a:highlight>
                  <a:latin typeface="돋움" panose="020B0600000101010101" pitchFamily="50" charset="-127"/>
                  <a:ea typeface="돋움" panose="020B0600000101010101" pitchFamily="50" charset="-127"/>
                </a:rPr>
                <a:t>2027 </a:t>
              </a:r>
              <a:r>
                <a:rPr lang="ko-KR" altLang="en-US" dirty="0">
                  <a:solidFill>
                    <a:schemeClr val="bg1"/>
                  </a:solidFill>
                  <a:highlight>
                    <a:srgbClr val="000000"/>
                  </a:highlight>
                  <a:latin typeface="돋움" panose="020B0600000101010101" pitchFamily="50" charset="-127"/>
                  <a:ea typeface="돋움" panose="020B0600000101010101" pitchFamily="50" charset="-127"/>
                </a:rPr>
                <a:t>서울 세계청년대회 조직위원회 </a:t>
              </a:r>
              <a:endParaRPr lang="en-AU" dirty="0">
                <a:highlight>
                  <a:srgbClr val="000000"/>
                </a:highlight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  <p:sp>
          <p:nvSpPr>
            <p:cNvPr id="10" name="Flowchart: Connector 9">
              <a:extLst>
                <a:ext uri="{FF2B5EF4-FFF2-40B4-BE49-F238E27FC236}">
                  <a16:creationId xmlns:a16="http://schemas.microsoft.com/office/drawing/2014/main" id="{5A3BCA7D-1218-BBC0-C80D-7B0BC093A50F}"/>
                </a:ext>
              </a:extLst>
            </p:cNvPr>
            <p:cNvSpPr/>
            <p:nvPr/>
          </p:nvSpPr>
          <p:spPr>
            <a:xfrm>
              <a:off x="5166549" y="4907811"/>
              <a:ext cx="216024" cy="216024"/>
            </a:xfrm>
            <a:prstGeom prst="flowChartConnector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/>
                <a:t>c</a:t>
              </a:r>
            </a:p>
          </p:txBody>
        </p:sp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4F85566B-944E-78D9-90ED-0CF65E11E870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3" name="object 3">
            <a:extLst>
              <a:ext uri="{FF2B5EF4-FFF2-40B4-BE49-F238E27FC236}">
                <a16:creationId xmlns="" xmlns:a16="http://schemas.microsoft.com/office/drawing/2014/main" id="{8B57CD69-B6F1-AC3B-8A41-A0099EB3E13A}"/>
              </a:ext>
            </a:extLst>
          </p:cNvPr>
          <p:cNvSpPr txBox="1">
            <a:spLocks/>
          </p:cNvSpPr>
          <p:nvPr/>
        </p:nvSpPr>
        <p:spPr>
          <a:xfrm>
            <a:off x="395536" y="2760479"/>
            <a:ext cx="5421432" cy="13234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lvl="0" defTabSz="914400">
              <a:lnSpc>
                <a:spcPct val="110000"/>
              </a:lnSpc>
              <a:spcAft>
                <a:spcPts val="2400"/>
              </a:spcAft>
            </a:pPr>
            <a:r>
              <a:rPr lang="ko-KR" altLang="en-US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주님의 말씀입니다</a:t>
            </a:r>
            <a:r>
              <a:rPr lang="en-US" altLang="ko-KR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</a:p>
          <a:p>
            <a:pPr marL="9938"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◎ 하느님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,</a:t>
            </a: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 감사합니다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US" altLang="ko-KR" sz="3200" b="1" spc="-100" dirty="0">
              <a:solidFill>
                <a:schemeClr val="bg1"/>
              </a:solidFill>
              <a:latin typeface="Batang" pitchFamily="18" charset="-127"/>
              <a:ea typeface="Batang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32773171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757476224"/>
      </p:ext>
    </p:extLst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D4766CF3-9F91-47A3-BADF-F0FA5677B86A}"/>
              </a:ext>
            </a:extLst>
          </p:cNvPr>
          <p:cNvSpPr/>
          <p:nvPr/>
        </p:nvSpPr>
        <p:spPr>
          <a:xfrm>
            <a:off x="6674697" y="83408"/>
            <a:ext cx="2458846" cy="3770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715540"/>
            <a:r>
              <a:rPr lang="en-AU" sz="2000" b="1" dirty="0">
                <a:solidFill>
                  <a:srgbClr val="C0504D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Responsorial Psalm</a:t>
            </a:r>
            <a:endParaRPr lang="en-AU" sz="2000" dirty="0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179512" y="-20538"/>
            <a:ext cx="3816423" cy="600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378">
              <a:lnSpc>
                <a:spcPct val="150000"/>
              </a:lnSpc>
              <a:defRPr/>
            </a:pPr>
            <a:r>
              <a:rPr lang="ko-KR" altLang="en-US" sz="2600" kern="0" spc="-156" dirty="0">
                <a:solidFill>
                  <a:srgbClr val="EEECE1">
                    <a:lumMod val="25000"/>
                  </a:srgbClr>
                </a:solidFill>
                <a:latin typeface="궁서" pitchFamily="18" charset="-127"/>
                <a:ea typeface="궁서" pitchFamily="18" charset="-127"/>
              </a:rPr>
              <a:t>화 답 송   시편 138(137)</a:t>
            </a:r>
            <a:endParaRPr lang="ko-KR" altLang="en-US" sz="2600" kern="0" spc="133" dirty="0">
              <a:solidFill>
                <a:srgbClr val="EEECE1">
                  <a:lumMod val="75000"/>
                </a:srgb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46E1ACEE-EF79-4369-957F-29B043C67AF1}"/>
              </a:ext>
            </a:extLst>
          </p:cNvPr>
          <p:cNvSpPr txBox="1"/>
          <p:nvPr/>
        </p:nvSpPr>
        <p:spPr>
          <a:xfrm>
            <a:off x="3203847" y="4876586"/>
            <a:ext cx="5904656" cy="2154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715540"/>
            <a:r>
              <a:rPr lang="ko-KR" altLang="en-US" sz="1400" spc="-133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  <a:r>
              <a:rPr lang="en-AU" altLang="ko-KR" sz="1400" spc="-133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, </a:t>
            </a:r>
            <a:r>
              <a:rPr lang="ko-KR" altLang="en-US" sz="1400" spc="-133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출처</a:t>
            </a:r>
            <a:r>
              <a:rPr lang="en-AU" altLang="ko-KR" sz="1400" spc="-133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: </a:t>
            </a:r>
            <a:r>
              <a:rPr lang="ko-KR" altLang="en-US" sz="1400" spc="-133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박원주 </a:t>
            </a:r>
            <a:r>
              <a:rPr lang="en-AU" altLang="ko-KR" sz="1400" spc="-133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&lt;</a:t>
            </a:r>
            <a:r>
              <a:rPr lang="ko-KR" altLang="en-US" sz="1400" spc="-133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화답송과 시편의 노래</a:t>
            </a:r>
            <a:r>
              <a:rPr lang="en-AU" altLang="ko-KR" sz="1400" spc="-133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&gt; 2022</a:t>
            </a:r>
            <a:endParaRPr lang="ko-KR" altLang="en-US" sz="1400" spc="-133" dirty="0">
              <a:solidFill>
                <a:prstClr val="white">
                  <a:lumMod val="50000"/>
                </a:prst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DE18CA18-E0CA-4AEF-ADE8-D72DF8A77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5" y="2571747"/>
            <a:ext cx="9" cy="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xmlns="" id="{B2D4C870-1D9F-4550-BA46-0D085F8FEA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5" y="2571747"/>
            <a:ext cx="9" cy="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xmlns="" id="{70B75FD5-B5FD-4C4C-8959-FBF14970F8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1995" y="2571747"/>
            <a:ext cx="9" cy="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xmlns="" id="{28CC9EC3-902A-4EE9-A45A-4E5C25B764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1985" y="2571744"/>
            <a:ext cx="30" cy="12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66741" y="917788"/>
            <a:ext cx="6843712" cy="165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3130" y="2735373"/>
            <a:ext cx="8448985" cy="17397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9" name="Black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object 3"/>
          <p:cNvSpPr txBox="1">
            <a:spLocks/>
          </p:cNvSpPr>
          <p:nvPr/>
        </p:nvSpPr>
        <p:spPr>
          <a:xfrm>
            <a:off x="179512" y="1059582"/>
            <a:ext cx="8784976" cy="21667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6450" indent="-715963" defTabSz="914400">
              <a:lnSpc>
                <a:spcPct val="110000"/>
              </a:lnSpc>
              <a:spcAft>
                <a:spcPts val="1800"/>
              </a:spcAft>
              <a:tabLst>
                <a:tab pos="398463" algn="l"/>
              </a:tabLst>
            </a:pPr>
            <a:r>
              <a:rPr lang="ko-KR" altLang="en-US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○	주님, 제 마음 다하여 당신을 찬송하나이다. 제 입의 말씀을 들어 주시기에, 천사들 앞에서 찬미 노래 부르나이다. 거룩한 성전 앞에 엎드리나이다. ◎</a:t>
            </a:r>
            <a:endParaRPr lang="en-US" altLang="ko-KR" sz="3200" b="1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5" name="object 3"/>
          <p:cNvSpPr txBox="1">
            <a:spLocks/>
          </p:cNvSpPr>
          <p:nvPr/>
        </p:nvSpPr>
        <p:spPr>
          <a:xfrm>
            <a:off x="179512" y="-20538"/>
            <a:ext cx="7560840" cy="506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lvl="0" defTabSz="914400">
              <a:lnSpc>
                <a:spcPct val="150000"/>
              </a:lnSpc>
              <a:defRPr/>
            </a:pPr>
            <a:r>
              <a:rPr kumimoji="0" lang="ko-KR" altLang="en-US" sz="2600" i="0" u="none" strike="noStrike" kern="0" cap="none" spc="-117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j-cs"/>
              </a:rPr>
              <a:t>화 답 송   시편 138(137)</a:t>
            </a:r>
            <a:endParaRPr kumimoji="0" lang="ko-KR" altLang="en-US" sz="2300" i="0" u="none" strike="noStrike" kern="0" cap="none" spc="100" normalizeH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="" xmlns:a16="http://schemas.microsoft.com/office/drawing/2014/main" id="{D4766CF3-9F91-47A3-BADF-F0FA5677B86A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b="1" dirty="0">
                <a:solidFill>
                  <a:schemeClr val="accent2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Responsorial Psalm</a:t>
            </a:r>
            <a:endParaRPr lang="en-AU" sz="2000" dirty="0">
              <a:solidFill>
                <a:schemeClr val="accent2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2F8B2C58-5C76-5761-5958-79D4735498C9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출처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: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박원주 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&lt;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화답송과 시편의 노래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&gt; 2022</a:t>
            </a:r>
            <a:endParaRPr kumimoji="0" lang="ko-KR" altLang="en-US" sz="1400" b="0" i="0" u="none" strike="noStrike" kern="1200" cap="none" spc="-10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94780995"/>
      </p:ext>
    </p:extLst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D4766CF3-9F91-47A3-BADF-F0FA5677B86A}"/>
              </a:ext>
            </a:extLst>
          </p:cNvPr>
          <p:cNvSpPr/>
          <p:nvPr/>
        </p:nvSpPr>
        <p:spPr>
          <a:xfrm>
            <a:off x="6674697" y="83408"/>
            <a:ext cx="2458846" cy="3770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715540"/>
            <a:r>
              <a:rPr lang="en-AU" sz="2000" b="1" dirty="0">
                <a:solidFill>
                  <a:srgbClr val="C0504D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Responsorial Psalm</a:t>
            </a:r>
            <a:endParaRPr lang="en-AU" sz="2000" dirty="0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179512" y="-20538"/>
            <a:ext cx="3816423" cy="600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378">
              <a:lnSpc>
                <a:spcPct val="150000"/>
              </a:lnSpc>
              <a:defRPr/>
            </a:pPr>
            <a:r>
              <a:rPr lang="ko-KR" altLang="en-US" sz="2600" kern="0" spc="-156" dirty="0">
                <a:solidFill>
                  <a:srgbClr val="EEECE1">
                    <a:lumMod val="25000"/>
                  </a:srgbClr>
                </a:solidFill>
                <a:latin typeface="궁서" pitchFamily="18" charset="-127"/>
                <a:ea typeface="궁서" pitchFamily="18" charset="-127"/>
              </a:rPr>
              <a:t>화 답 송   시편 138(137)</a:t>
            </a:r>
            <a:endParaRPr lang="ko-KR" altLang="en-US" sz="2600" kern="0" spc="133" dirty="0">
              <a:solidFill>
                <a:srgbClr val="EEECE1">
                  <a:lumMod val="75000"/>
                </a:srgb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46E1ACEE-EF79-4369-957F-29B043C67AF1}"/>
              </a:ext>
            </a:extLst>
          </p:cNvPr>
          <p:cNvSpPr txBox="1"/>
          <p:nvPr/>
        </p:nvSpPr>
        <p:spPr>
          <a:xfrm>
            <a:off x="3203847" y="4876586"/>
            <a:ext cx="5904656" cy="2154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715540"/>
            <a:r>
              <a:rPr lang="ko-KR" altLang="en-US" sz="1400" spc="-133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  <a:r>
              <a:rPr lang="en-AU" altLang="ko-KR" sz="1400" spc="-133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, </a:t>
            </a:r>
            <a:r>
              <a:rPr lang="ko-KR" altLang="en-US" sz="1400" spc="-133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출처</a:t>
            </a:r>
            <a:r>
              <a:rPr lang="en-AU" altLang="ko-KR" sz="1400" spc="-133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: </a:t>
            </a:r>
            <a:r>
              <a:rPr lang="ko-KR" altLang="en-US" sz="1400" spc="-133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박원주 </a:t>
            </a:r>
            <a:r>
              <a:rPr lang="en-AU" altLang="ko-KR" sz="1400" spc="-133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&lt;</a:t>
            </a:r>
            <a:r>
              <a:rPr lang="ko-KR" altLang="en-US" sz="1400" spc="-133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화답송과 시편의 노래</a:t>
            </a:r>
            <a:r>
              <a:rPr lang="en-AU" altLang="ko-KR" sz="1400" spc="-133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&gt; 2022</a:t>
            </a:r>
            <a:endParaRPr lang="ko-KR" altLang="en-US" sz="1400" spc="-133" dirty="0">
              <a:solidFill>
                <a:prstClr val="white">
                  <a:lumMod val="50000"/>
                </a:prst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DE18CA18-E0CA-4AEF-ADE8-D72DF8A77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5" y="2571747"/>
            <a:ext cx="9" cy="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xmlns="" id="{B2D4C870-1D9F-4550-BA46-0D085F8FEA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5" y="2571747"/>
            <a:ext cx="9" cy="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xmlns="" id="{70B75FD5-B5FD-4C4C-8959-FBF14970F8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1995" y="2571747"/>
            <a:ext cx="9" cy="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xmlns="" id="{28CC9EC3-902A-4EE9-A45A-4E5C25B764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1985" y="2571744"/>
            <a:ext cx="30" cy="12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66741" y="917788"/>
            <a:ext cx="6843712" cy="165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3130" y="2735373"/>
            <a:ext cx="8448985" cy="17397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9" name="Black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object 3"/>
          <p:cNvSpPr txBox="1">
            <a:spLocks/>
          </p:cNvSpPr>
          <p:nvPr/>
        </p:nvSpPr>
        <p:spPr>
          <a:xfrm>
            <a:off x="179512" y="1059582"/>
            <a:ext cx="8784976" cy="21667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6450" indent="-715963" defTabSz="914400">
              <a:lnSpc>
                <a:spcPct val="110000"/>
              </a:lnSpc>
              <a:spcAft>
                <a:spcPts val="1800"/>
              </a:spcAft>
              <a:tabLst>
                <a:tab pos="398463" algn="l"/>
              </a:tabLst>
            </a:pPr>
            <a:r>
              <a:rPr lang="ko-KR" altLang="en-US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○	당신은 자애롭고 진실하시니, 당신 이름 찬송하나이다. 제가 부르짖던 날, 당신이 응답하시고, 저를 당당하게 세우시니, 제 영혼에 힘이 솟았나이다. ◎</a:t>
            </a:r>
            <a:endParaRPr lang="en-US" altLang="ko-KR" sz="3200" b="1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5" name="object 3"/>
          <p:cNvSpPr txBox="1">
            <a:spLocks/>
          </p:cNvSpPr>
          <p:nvPr/>
        </p:nvSpPr>
        <p:spPr>
          <a:xfrm>
            <a:off x="179512" y="-20538"/>
            <a:ext cx="7560840" cy="506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lvl="0" defTabSz="914400">
              <a:lnSpc>
                <a:spcPct val="150000"/>
              </a:lnSpc>
              <a:defRPr/>
            </a:pPr>
            <a:r>
              <a:rPr kumimoji="0" lang="ko-KR" altLang="en-US" sz="2600" i="0" u="none" strike="noStrike" kern="0" cap="none" spc="-117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j-cs"/>
              </a:rPr>
              <a:t>화 답 송   시편 138(137)</a:t>
            </a:r>
            <a:endParaRPr kumimoji="0" lang="ko-KR" altLang="en-US" sz="2300" i="0" u="none" strike="noStrike" kern="0" cap="none" spc="100" normalizeH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="" xmlns:a16="http://schemas.microsoft.com/office/drawing/2014/main" id="{D4766CF3-9F91-47A3-BADF-F0FA5677B86A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b="1" dirty="0">
                <a:solidFill>
                  <a:schemeClr val="accent2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Responsorial Psalm</a:t>
            </a:r>
            <a:endParaRPr lang="en-AU" sz="2000" dirty="0">
              <a:solidFill>
                <a:schemeClr val="accent2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2F8B2C58-5C76-5761-5958-79D4735498C9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출처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: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박원주 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&lt;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화답송과 시편의 노래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&gt; 2022</a:t>
            </a:r>
            <a:endParaRPr kumimoji="0" lang="ko-KR" altLang="en-US" sz="1400" b="0" i="0" u="none" strike="noStrike" kern="1200" cap="none" spc="-10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94780995"/>
      </p:ext>
    </p:extLst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D4766CF3-9F91-47A3-BADF-F0FA5677B86A}"/>
              </a:ext>
            </a:extLst>
          </p:cNvPr>
          <p:cNvSpPr/>
          <p:nvPr/>
        </p:nvSpPr>
        <p:spPr>
          <a:xfrm>
            <a:off x="6674697" y="83408"/>
            <a:ext cx="2458846" cy="3770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715540"/>
            <a:r>
              <a:rPr lang="en-AU" sz="2000" b="1" dirty="0">
                <a:solidFill>
                  <a:srgbClr val="C0504D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Responsorial Psalm</a:t>
            </a:r>
            <a:endParaRPr lang="en-AU" sz="2000" dirty="0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179512" y="-20538"/>
            <a:ext cx="3816423" cy="600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378">
              <a:lnSpc>
                <a:spcPct val="150000"/>
              </a:lnSpc>
              <a:defRPr/>
            </a:pPr>
            <a:r>
              <a:rPr lang="ko-KR" altLang="en-US" sz="2600" kern="0" spc="-156" dirty="0">
                <a:solidFill>
                  <a:srgbClr val="EEECE1">
                    <a:lumMod val="25000"/>
                  </a:srgbClr>
                </a:solidFill>
                <a:latin typeface="궁서" pitchFamily="18" charset="-127"/>
                <a:ea typeface="궁서" pitchFamily="18" charset="-127"/>
              </a:rPr>
              <a:t>화 답 송   시편 138(137)</a:t>
            </a:r>
            <a:endParaRPr lang="ko-KR" altLang="en-US" sz="2600" kern="0" spc="133" dirty="0">
              <a:solidFill>
                <a:srgbClr val="EEECE1">
                  <a:lumMod val="75000"/>
                </a:srgb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46E1ACEE-EF79-4369-957F-29B043C67AF1}"/>
              </a:ext>
            </a:extLst>
          </p:cNvPr>
          <p:cNvSpPr txBox="1"/>
          <p:nvPr/>
        </p:nvSpPr>
        <p:spPr>
          <a:xfrm>
            <a:off x="3203847" y="4876586"/>
            <a:ext cx="5904656" cy="2154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715540"/>
            <a:r>
              <a:rPr lang="ko-KR" altLang="en-US" sz="1400" spc="-133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  <a:r>
              <a:rPr lang="en-AU" altLang="ko-KR" sz="1400" spc="-133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, </a:t>
            </a:r>
            <a:r>
              <a:rPr lang="ko-KR" altLang="en-US" sz="1400" spc="-133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출처</a:t>
            </a:r>
            <a:r>
              <a:rPr lang="en-AU" altLang="ko-KR" sz="1400" spc="-133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: </a:t>
            </a:r>
            <a:r>
              <a:rPr lang="ko-KR" altLang="en-US" sz="1400" spc="-133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박원주 </a:t>
            </a:r>
            <a:r>
              <a:rPr lang="en-AU" altLang="ko-KR" sz="1400" spc="-133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&lt;</a:t>
            </a:r>
            <a:r>
              <a:rPr lang="ko-KR" altLang="en-US" sz="1400" spc="-133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화답송과 시편의 노래</a:t>
            </a:r>
            <a:r>
              <a:rPr lang="en-AU" altLang="ko-KR" sz="1400" spc="-133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&gt; 2022</a:t>
            </a:r>
            <a:endParaRPr lang="ko-KR" altLang="en-US" sz="1400" spc="-133" dirty="0">
              <a:solidFill>
                <a:prstClr val="white">
                  <a:lumMod val="50000"/>
                </a:prst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DE18CA18-E0CA-4AEF-ADE8-D72DF8A77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5" y="2571747"/>
            <a:ext cx="9" cy="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xmlns="" id="{B2D4C870-1D9F-4550-BA46-0D085F8FEA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5" y="2571747"/>
            <a:ext cx="9" cy="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xmlns="" id="{70B75FD5-B5FD-4C4C-8959-FBF14970F8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1995" y="2571747"/>
            <a:ext cx="9" cy="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xmlns="" id="{28CC9EC3-902A-4EE9-A45A-4E5C25B764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1985" y="2571744"/>
            <a:ext cx="30" cy="12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66741" y="917788"/>
            <a:ext cx="6843712" cy="165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3130" y="2735373"/>
            <a:ext cx="8448985" cy="17397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9" name="Black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object 3"/>
          <p:cNvSpPr txBox="1">
            <a:spLocks/>
          </p:cNvSpPr>
          <p:nvPr/>
        </p:nvSpPr>
        <p:spPr>
          <a:xfrm>
            <a:off x="179512" y="1059582"/>
            <a:ext cx="8784976" cy="21667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6450" indent="-715963" defTabSz="914400">
              <a:lnSpc>
                <a:spcPct val="110000"/>
              </a:lnSpc>
              <a:spcAft>
                <a:spcPts val="1800"/>
              </a:spcAft>
              <a:tabLst>
                <a:tab pos="398463" algn="l"/>
              </a:tabLst>
            </a:pPr>
            <a:r>
              <a:rPr lang="ko-KR" altLang="en-US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○	주님은 높이 계셔도 낮은 이를 굽어보시고, 멀리서도 교만한 자를 알아보시나이다. 주님, 당신 자애는 영원하시옵니다. 당신 손수 빚으신 것들 저버리지 마소서. ◎</a:t>
            </a:r>
            <a:endParaRPr lang="en-US" altLang="ko-KR" sz="3200" b="1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5" name="object 3"/>
          <p:cNvSpPr txBox="1">
            <a:spLocks/>
          </p:cNvSpPr>
          <p:nvPr/>
        </p:nvSpPr>
        <p:spPr>
          <a:xfrm>
            <a:off x="179512" y="-20538"/>
            <a:ext cx="7560840" cy="506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lvl="0" defTabSz="914400">
              <a:lnSpc>
                <a:spcPct val="150000"/>
              </a:lnSpc>
              <a:defRPr/>
            </a:pPr>
            <a:r>
              <a:rPr kumimoji="0" lang="ko-KR" altLang="en-US" sz="2600" i="0" u="none" strike="noStrike" kern="0" cap="none" spc="-117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j-cs"/>
              </a:rPr>
              <a:t>화 답 송   시편 138(137)</a:t>
            </a:r>
            <a:endParaRPr kumimoji="0" lang="ko-KR" altLang="en-US" sz="2300" i="0" u="none" strike="noStrike" kern="0" cap="none" spc="100" normalizeH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="" xmlns:a16="http://schemas.microsoft.com/office/drawing/2014/main" id="{D4766CF3-9F91-47A3-BADF-F0FA5677B86A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b="1" dirty="0">
                <a:solidFill>
                  <a:schemeClr val="accent2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Responsorial Psalm</a:t>
            </a:r>
            <a:endParaRPr lang="en-AU" sz="2000" dirty="0">
              <a:solidFill>
                <a:schemeClr val="accent2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2F8B2C58-5C76-5761-5958-79D4735498C9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출처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: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박원주 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&lt;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화답송과 시편의 노래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&gt; 2022</a:t>
            </a:r>
            <a:endParaRPr kumimoji="0" lang="ko-KR" altLang="en-US" sz="1400" b="0" i="0" u="none" strike="noStrike" kern="1200" cap="none" spc="-10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94780995"/>
      </p:ext>
    </p:extLst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D4766CF3-9F91-47A3-BADF-F0FA5677B86A}"/>
              </a:ext>
            </a:extLst>
          </p:cNvPr>
          <p:cNvSpPr/>
          <p:nvPr/>
        </p:nvSpPr>
        <p:spPr>
          <a:xfrm>
            <a:off x="6674697" y="83408"/>
            <a:ext cx="2458846" cy="3770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715540"/>
            <a:r>
              <a:rPr lang="en-AU" sz="2000" b="1" dirty="0">
                <a:solidFill>
                  <a:srgbClr val="C0504D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Responsorial Psalm</a:t>
            </a:r>
            <a:endParaRPr lang="en-AU" sz="2000" dirty="0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179512" y="-20538"/>
            <a:ext cx="3816423" cy="600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378">
              <a:lnSpc>
                <a:spcPct val="150000"/>
              </a:lnSpc>
              <a:defRPr/>
            </a:pPr>
            <a:r>
              <a:rPr lang="ko-KR" altLang="en-US" sz="2600" kern="0" spc="-156" dirty="0">
                <a:solidFill>
                  <a:srgbClr val="EEECE1">
                    <a:lumMod val="25000"/>
                  </a:srgbClr>
                </a:solidFill>
                <a:latin typeface="궁서" pitchFamily="18" charset="-127"/>
                <a:ea typeface="궁서" pitchFamily="18" charset="-127"/>
              </a:rPr>
              <a:t>화 답 송   시편 138(137)</a:t>
            </a:r>
            <a:endParaRPr lang="ko-KR" altLang="en-US" sz="2600" kern="0" spc="133" dirty="0">
              <a:solidFill>
                <a:srgbClr val="EEECE1">
                  <a:lumMod val="75000"/>
                </a:srgb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46E1ACEE-EF79-4369-957F-29B043C67AF1}"/>
              </a:ext>
            </a:extLst>
          </p:cNvPr>
          <p:cNvSpPr txBox="1"/>
          <p:nvPr/>
        </p:nvSpPr>
        <p:spPr>
          <a:xfrm>
            <a:off x="3203847" y="4876586"/>
            <a:ext cx="5904656" cy="2154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715540"/>
            <a:r>
              <a:rPr lang="ko-KR" altLang="en-US" sz="1400" spc="-133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  <a:r>
              <a:rPr lang="en-AU" altLang="ko-KR" sz="1400" spc="-133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, </a:t>
            </a:r>
            <a:r>
              <a:rPr lang="ko-KR" altLang="en-US" sz="1400" spc="-133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출처</a:t>
            </a:r>
            <a:r>
              <a:rPr lang="en-AU" altLang="ko-KR" sz="1400" spc="-133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: </a:t>
            </a:r>
            <a:r>
              <a:rPr lang="ko-KR" altLang="en-US" sz="1400" spc="-133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박원주 </a:t>
            </a:r>
            <a:r>
              <a:rPr lang="en-AU" altLang="ko-KR" sz="1400" spc="-133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&lt;</a:t>
            </a:r>
            <a:r>
              <a:rPr lang="ko-KR" altLang="en-US" sz="1400" spc="-133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화답송과 시편의 노래</a:t>
            </a:r>
            <a:r>
              <a:rPr lang="en-AU" altLang="ko-KR" sz="1400" spc="-133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&gt; 2022</a:t>
            </a:r>
            <a:endParaRPr lang="ko-KR" altLang="en-US" sz="1400" spc="-133" dirty="0">
              <a:solidFill>
                <a:prstClr val="white">
                  <a:lumMod val="50000"/>
                </a:prst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DE18CA18-E0CA-4AEF-ADE8-D72DF8A77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5" y="2571747"/>
            <a:ext cx="9" cy="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xmlns="" id="{B2D4C870-1D9F-4550-BA46-0D085F8FEA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5" y="2571747"/>
            <a:ext cx="9" cy="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xmlns="" id="{70B75FD5-B5FD-4C4C-8959-FBF14970F8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1995" y="2571747"/>
            <a:ext cx="9" cy="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xmlns="" id="{28CC9EC3-902A-4EE9-A45A-4E5C25B764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1985" y="2571744"/>
            <a:ext cx="30" cy="12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66741" y="917788"/>
            <a:ext cx="6843712" cy="165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3130" y="2735373"/>
            <a:ext cx="8448985" cy="17397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2E6C414F-18E2-4F48-B39D-795A11AE6CDD}"/>
              </a:ext>
            </a:extLst>
          </p:cNvPr>
          <p:cNvSpPr/>
          <p:nvPr/>
        </p:nvSpPr>
        <p:spPr>
          <a:xfrm>
            <a:off x="6338855" y="19814"/>
            <a:ext cx="270125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latinLnBrk="1">
              <a:defRPr/>
            </a:pPr>
            <a:r>
              <a:rPr lang="en-AU" altLang="ko-KR" sz="2000" dirty="0">
                <a:solidFill>
                  <a:schemeClr val="accent2"/>
                </a:solidFill>
                <a:ea typeface="dotum" panose="020B0600000101010101" pitchFamily="50" charset="-127"/>
              </a:rPr>
              <a:t>The Liturgy of the Word</a:t>
            </a:r>
          </a:p>
          <a:p>
            <a:pPr algn="ctr" latinLnBrk="1">
              <a:defRPr/>
            </a:pPr>
            <a:r>
              <a:rPr lang="en-AU" altLang="ko-KR" sz="2000" dirty="0">
                <a:solidFill>
                  <a:schemeClr val="accent2"/>
                </a:solidFill>
                <a:ea typeface="dotum" panose="020B0600000101010101" pitchFamily="50" charset="-127"/>
              </a:rPr>
              <a:t>Second Reading</a:t>
            </a:r>
          </a:p>
        </p:txBody>
      </p:sp>
      <p:sp>
        <p:nvSpPr>
          <p:cNvPr id="10" name="object 3"/>
          <p:cNvSpPr txBox="1">
            <a:spLocks noGrp="1"/>
          </p:cNvSpPr>
          <p:nvPr>
            <p:ph type="title"/>
          </p:nvPr>
        </p:nvSpPr>
        <p:spPr>
          <a:xfrm>
            <a:off x="836821" y="898723"/>
            <a:ext cx="8199675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제 </a:t>
            </a:r>
            <a:r>
              <a:rPr lang="en-US" altLang="ko-KR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2 </a:t>
            </a:r>
            <a:r>
              <a:rPr lang="ko-KR" altLang="en-US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독서</a:t>
            </a:r>
            <a:r>
              <a:rPr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 </a:t>
            </a:r>
            <a:r>
              <a:rPr lang="en-US" spc="78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spc="78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사도 바오로의 로마서 말씀입니다.</a:t>
            </a:r>
            <a:r>
              <a:rPr lang="ko-KR" altLang="en-US" sz="3200" dirty="0" err="1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r>
              <a:rPr lang="ko-KR" altLang="en-US" sz="3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r>
              <a:rPr lang="en-US" altLang="ko-KR" sz="3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endParaRPr sz="32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6AB4F52-F9F3-2542-300A-B25E6C39DF8B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/>
          <p:cNvSpPr txBox="1">
            <a:spLocks/>
          </p:cNvSpPr>
          <p:nvPr/>
        </p:nvSpPr>
        <p:spPr>
          <a:xfrm>
            <a:off x="179512" y="825"/>
            <a:ext cx="8928992" cy="48751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33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오! 하느님의 풍요와 지혜와 지식은 정녕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깊습니다. 그분의 판단은 얼마나 헤아리기 어렵고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그분의 길은 얼마나 알아내기 어렵습니까?</a:t>
            </a:r>
          </a:p>
          <a:p>
            <a:pPr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34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“누가 주님의 생각을 안 적이 있습니까?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아니면 누가 그분의 조언자가 된 적이 있습니까?</a:t>
            </a:r>
          </a:p>
          <a:p>
            <a:pPr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35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아니면 누가 그분께 무엇을 드린 적이 있어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그분의 보답을 받을 일이 있겠습니까?”</a:t>
            </a:r>
          </a:p>
          <a:p>
            <a:pPr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36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과연 만물이 그분에게서 나와, 그분을 통하여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그분을 향하여 나아갑니다. 그분께 영원토록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1398046-AE45-B49F-564D-3C1EFD3D5441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78948583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/>
          <p:cNvSpPr txBox="1">
            <a:spLocks/>
          </p:cNvSpPr>
          <p:nvPr/>
        </p:nvSpPr>
        <p:spPr>
          <a:xfrm>
            <a:off x="179512" y="8960"/>
            <a:ext cx="8928992" cy="43334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영광이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있기를 빕니다. 아멘.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1398046-AE45-B49F-564D-3C1EFD3D5441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4" name="object 3"/>
          <p:cNvSpPr txBox="1">
            <a:spLocks/>
          </p:cNvSpPr>
          <p:nvPr/>
        </p:nvSpPr>
        <p:spPr>
          <a:xfrm>
            <a:off x="395536" y="1453457"/>
            <a:ext cx="5421432" cy="13234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lvl="0" defTabSz="914400">
              <a:lnSpc>
                <a:spcPct val="110000"/>
              </a:lnSpc>
              <a:spcAft>
                <a:spcPts val="2400"/>
              </a:spcAft>
            </a:pPr>
            <a:r>
              <a:rPr lang="ko-KR" altLang="en-US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주님의 말씀입니다</a:t>
            </a:r>
            <a:r>
              <a:rPr lang="en-US" altLang="ko-KR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</a:p>
          <a:p>
            <a:pPr marL="9938"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◎ 하느님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,</a:t>
            </a: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 감사합니다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US" altLang="ko-KR" sz="3200" b="1" spc="-100" dirty="0">
              <a:solidFill>
                <a:schemeClr val="bg1"/>
              </a:solidFill>
              <a:latin typeface="Batang" pitchFamily="18" charset="-127"/>
              <a:ea typeface="Batang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789485839"/>
      </p:ext>
    </p:extLst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99" name="Black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79512" y="825"/>
            <a:ext cx="8928992" cy="48751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19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또 나는 너에게 하늘 나라의 열쇠를 주겠다.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그러니 네가 무엇이든지 땅에서 매면 하늘에서도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매일 것이고, 네가 무엇이든지 땅에서 풀면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하늘에서도 풀릴 것이다.”</a:t>
            </a:r>
          </a:p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20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그런 다음 제자들에게, 당신이 그리스도라는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것을 아무에게도 말하지 말라고 분부하셨다.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6AD1AEC-E270-D57F-6525-3917C64926A8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18761654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09F1B7D1-ED9E-48F2-98A0-A66CD7A16038}"/>
              </a:ext>
            </a:extLst>
          </p:cNvPr>
          <p:cNvSpPr/>
          <p:nvPr/>
        </p:nvSpPr>
        <p:spPr>
          <a:xfrm>
            <a:off x="467544" y="990125"/>
            <a:ext cx="8496944" cy="38841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8650" indent="-628650" defTabSz="9144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lang="ko-KR" altLang="en-US" sz="3600" b="1" spc="300" dirty="0">
                <a:solidFill>
                  <a:schemeClr val="bg2">
                    <a:lumMod val="75000"/>
                  </a:schemeClr>
                </a:solidFill>
                <a:latin typeface="대한" pitchFamily="50" charset="-127"/>
                <a:ea typeface="대한" pitchFamily="50" charset="-127"/>
              </a:rPr>
              <a:t>◎</a:t>
            </a:r>
            <a:r>
              <a:rPr lang="ko-KR" altLang="en-US" sz="2400" b="1" spc="300" dirty="0">
                <a:solidFill>
                  <a:schemeClr val="bg2">
                    <a:lumMod val="75000"/>
                  </a:schemeClr>
                </a:solidFill>
                <a:latin typeface="대한" pitchFamily="50" charset="-127"/>
                <a:ea typeface="대한" pitchFamily="50" charset="-127"/>
              </a:rPr>
              <a:t> </a:t>
            </a:r>
            <a:r>
              <a:rPr lang="ko-KR" altLang="en-US" sz="3600" b="1" dirty="0">
                <a:solidFill>
                  <a:schemeClr val="bg2">
                    <a:lumMod val="75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알렐루야</a:t>
            </a:r>
            <a:r>
              <a:rPr lang="en-US" altLang="ko-KR" sz="3600" b="1" dirty="0">
                <a:solidFill>
                  <a:schemeClr val="bg2">
                    <a:lumMod val="75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endParaRPr lang="en-AU" altLang="ko-KR" sz="3600" b="1" dirty="0">
              <a:solidFill>
                <a:schemeClr val="bg2">
                  <a:lumMod val="75000"/>
                </a:scheme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marL="628650" indent="-628650" defTabSz="914400" fontAlgn="base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tabLst>
                <a:tab pos="719138" algn="l"/>
              </a:tabLst>
            </a:pPr>
            <a:r>
              <a:rPr lang="en-US" altLang="ko-KR" sz="3200" b="1" dirty="0">
                <a:solidFill>
                  <a:schemeClr val="bg1"/>
                </a:solidFill>
                <a:latin typeface="대한" pitchFamily="50" charset="-127"/>
                <a:ea typeface="대한" pitchFamily="50" charset="-127"/>
              </a:rPr>
              <a:t>○ 	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너는 베드로이다. 내가 이 반석 위에 내 교회를 세우리니 저승의 세력도 교회를 이기지 못하리라.</a:t>
            </a:r>
          </a:p>
          <a:p>
            <a:pPr marL="628650" indent="-628650" defTabSz="914400" fontAlgn="base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tabLst>
                <a:tab pos="719138" algn="l"/>
              </a:tabLst>
            </a:pPr>
            <a:r>
              <a:rPr lang="ko-KR" altLang="en-US" sz="3600" b="1" spc="300" dirty="0">
                <a:solidFill>
                  <a:schemeClr val="bg2">
                    <a:lumMod val="75000"/>
                  </a:schemeClr>
                </a:solidFill>
                <a:latin typeface="대한" pitchFamily="50" charset="-127"/>
                <a:ea typeface="대한" pitchFamily="50" charset="-127"/>
              </a:rPr>
              <a:t>◎ </a:t>
            </a:r>
            <a:r>
              <a:rPr lang="ko-KR" altLang="en-US" sz="3600" b="1" dirty="0">
                <a:solidFill>
                  <a:schemeClr val="bg2">
                    <a:lumMod val="75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알렐루야</a:t>
            </a:r>
            <a:r>
              <a:rPr lang="en-US" altLang="ko-KR" sz="3600" b="1" dirty="0">
                <a:solidFill>
                  <a:schemeClr val="bg2">
                    <a:lumMod val="75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endParaRPr lang="en-AU" altLang="ko-KR" sz="3600" b="1" spc="300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BA011866-7B88-4DA6-AFBF-292C0A0227E3}"/>
              </a:ext>
            </a:extLst>
          </p:cNvPr>
          <p:cNvSpPr/>
          <p:nvPr/>
        </p:nvSpPr>
        <p:spPr>
          <a:xfrm>
            <a:off x="7812360" y="51470"/>
            <a:ext cx="129614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dirty="0">
                <a:solidFill>
                  <a:schemeClr val="accent2"/>
                </a:solidFill>
                <a:ea typeface="dotum" panose="020B0600000101010101" pitchFamily="50" charset="-127"/>
              </a:rPr>
              <a:t>ALLELUIA </a:t>
            </a:r>
            <a:endParaRPr lang="en-AU" sz="2000" dirty="0">
              <a:solidFill>
                <a:schemeClr val="accent2"/>
              </a:solidFill>
            </a:endParaRPr>
          </a:p>
        </p:txBody>
      </p:sp>
      <p:sp>
        <p:nvSpPr>
          <p:cNvPr id="5" name="object 3"/>
          <p:cNvSpPr txBox="1">
            <a:spLocks/>
          </p:cNvSpPr>
          <p:nvPr/>
        </p:nvSpPr>
        <p:spPr>
          <a:xfrm>
            <a:off x="107505" y="-56310"/>
            <a:ext cx="1800200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400" kern="0" spc="-11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복음 환호</a:t>
            </a:r>
            <a:r>
              <a:rPr kumimoji="0" lang="ko-KR" altLang="en-US" sz="2400" i="0" u="none" strike="noStrike" kern="0" cap="none" spc="-117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j-cs"/>
              </a:rPr>
              <a:t>송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82F2A510-7ED5-A4CF-7469-985B6B9849EE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061078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335095316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1520" y="51470"/>
            <a:ext cx="1063304" cy="63812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9938">
              <a:lnSpc>
                <a:spcPct val="150000"/>
              </a:lnSpc>
              <a:defRPr/>
            </a:pPr>
            <a:r>
              <a:rPr lang="ko-KR" altLang="en-US" sz="2800" kern="0" spc="78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Malgun Gothic"/>
              </a:rPr>
              <a:t>복 음</a:t>
            </a:r>
            <a:endParaRPr lang="en-US" altLang="ko-KR" sz="2800" kern="0" spc="78" dirty="0">
              <a:solidFill>
                <a:schemeClr val="tx1">
                  <a:lumMod val="75000"/>
                  <a:lumOff val="25000"/>
                </a:schemeClr>
              </a:solidFill>
              <a:latin typeface="궁서" pitchFamily="18" charset="-127"/>
              <a:ea typeface="궁서" pitchFamily="18" charset="-127"/>
              <a:cs typeface="Malgun Gothic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3F1A5630-FC74-4BD2-B1C5-E128C99C8C35}"/>
              </a:ext>
            </a:extLst>
          </p:cNvPr>
          <p:cNvSpPr/>
          <p:nvPr/>
        </p:nvSpPr>
        <p:spPr>
          <a:xfrm>
            <a:off x="8023077" y="91193"/>
            <a:ext cx="101341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  <a:ea typeface="dotum" panose="020B0600000101010101" pitchFamily="50" charset="-127"/>
              </a:rPr>
              <a:t>GOSPEL</a:t>
            </a:r>
            <a:endParaRPr lang="en-AU" sz="2000" dirty="0">
              <a:solidFill>
                <a:schemeClr val="accent2"/>
              </a:solidFill>
              <a:ea typeface="dotum" panose="020B0600000101010101" pitchFamily="50" charset="-127"/>
            </a:endParaRPr>
          </a:p>
        </p:txBody>
      </p:sp>
      <p:sp>
        <p:nvSpPr>
          <p:cNvPr id="5" name="object 3"/>
          <p:cNvSpPr txBox="1">
            <a:spLocks/>
          </p:cNvSpPr>
          <p:nvPr/>
        </p:nvSpPr>
        <p:spPr>
          <a:xfrm>
            <a:off x="35496" y="915566"/>
            <a:ext cx="9073008" cy="36625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3600" b="1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주님께서 여러분과 함께</a:t>
            </a:r>
            <a:r>
              <a:rPr lang="en-US" sz="3600" b="1" dirty="0">
                <a:solidFill>
                  <a:schemeClr val="bg2">
                    <a:lumMod val="25000"/>
                  </a:schemeClr>
                </a:solidFill>
                <a:latin typeface="바탕" pitchFamily="18" charset="-127"/>
                <a:ea typeface="바탕" pitchFamily="18" charset="-127"/>
              </a:rPr>
              <a:t> </a:t>
            </a:r>
          </a:p>
          <a:p>
            <a:pPr algn="ctr"/>
            <a:endParaRPr lang="en-US" altLang="ko-KR" sz="20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r>
              <a:rPr lang="ko-KR" altLang="en-US" sz="44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또한 사제의 영과 함께</a:t>
            </a:r>
            <a:r>
              <a:rPr lang="en-US" sz="44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</a:p>
          <a:p>
            <a:pPr algn="ctr"/>
            <a:endParaRPr lang="en-US" altLang="ko-KR" sz="20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marL="9938" algn="ctr">
              <a:lnSpc>
                <a:spcPct val="150000"/>
              </a:lnSpc>
              <a:defRPr/>
            </a:pPr>
            <a:r>
              <a:rPr lang="ko-KR" altLang="en-US" sz="3600" b="1" kern="0" spc="78" dirty="0" err="1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  <a:cs typeface="Malgun Gothic"/>
              </a:rPr>
              <a:t>마태오가 전한 거룩한 복음입니다.</a:t>
            </a:r>
          </a:p>
          <a:p>
            <a:pPr algn="ctr"/>
            <a:endParaRPr lang="en-US" altLang="ko-KR" sz="20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r>
              <a:rPr lang="ko-KR" altLang="en-US" sz="44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 영광 받으소서</a:t>
            </a:r>
            <a:r>
              <a:rPr lang="en-US" sz="44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  <a:r>
              <a:rPr lang="en-US" sz="4400" b="1" spc="300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  <a:t> </a:t>
            </a:r>
            <a:endParaRPr lang="ko-KR" altLang="en-US" sz="4000" b="1" kern="0" spc="300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  <a:cs typeface="Malgun Gothic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BF9C1DA0-48E4-0A3D-200E-82D73AC8FE16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9512" y="825"/>
            <a:ext cx="8928992" cy="48751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13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예수님께서 카이사리아 필리피 지방에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다다르시자 제자들에게, “사람의 아들을 누구라고들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하느냐?” 하고 물으셨다.</a:t>
            </a:r>
          </a:p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14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제자들이 대답하였다. “세례자 요한이라고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합니다. 그러나 어떤 이들은 엘리야라 하고, 또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어떤 이들은 예레미야나 예언자 가운데 한 분이라고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합니다.”</a:t>
            </a:r>
          </a:p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15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예수님께서 “그러면 너희는 나를 누구라고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하느냐?” 하고 물으시자, </a:t>
            </a: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16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시몬 베드로가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6AD1AEC-E270-D57F-6525-3917C64926A8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8035870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9512" y="825"/>
            <a:ext cx="8928992" cy="48751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“스승님은 살아 계신 하느님의 아드님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그리스도이십니다.” 하고 대답하였다.</a:t>
            </a:r>
          </a:p>
          <a:p>
            <a:pPr>
              <a:lnSpc>
                <a:spcPct val="110000"/>
              </a:lnSpc>
            </a:pP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17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그러자 예수님께서 그에게 이르셨다. “시몬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바르요나야, 너는 행복하다! 살과 피가 아니라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하늘에 계신 내 아버지께서 그것을 너에게 알려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주셨기 때문이다.</a:t>
            </a:r>
          </a:p>
          <a:p>
            <a:pPr>
              <a:lnSpc>
                <a:spcPct val="110000"/>
              </a:lnSpc>
            </a:pP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18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나 또한 너에게 말한다. 너는 베드로이다.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내가 이 반석 위에 내 교회를 세울 터인즉,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저승의 세력도 그것을 이기지 못할 것이다.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6AD1AEC-E270-D57F-6525-3917C64926A8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8035870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9512" y="8960"/>
            <a:ext cx="8928992" cy="43334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6AD1AEC-E270-D57F-6525-3917C64926A8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01FBAA5B-429A-AC19-8372-13816AAECB75}"/>
              </a:ext>
            </a:extLst>
          </p:cNvPr>
          <p:cNvSpPr txBox="1"/>
          <p:nvPr/>
        </p:nvSpPr>
        <p:spPr>
          <a:xfrm>
            <a:off x="395536" y="2760479"/>
            <a:ext cx="5421432" cy="1323439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>
              <a:lnSpc>
                <a:spcPct val="120000"/>
              </a:lnSpc>
              <a:spcAft>
                <a:spcPts val="3600"/>
              </a:spcAft>
            </a:pPr>
            <a:r>
              <a:rPr lang="ko-KR" altLang="en-US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주님의 말씀입니다</a:t>
            </a:r>
            <a:r>
              <a:rPr lang="en-US" altLang="ko-KR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 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◎ 그리스도님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,</a:t>
            </a: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 찬미합니다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AU" sz="3200" b="1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035870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339939245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408318"/>
            <a:ext cx="9112468" cy="4539696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altLang="ko-KR" sz="28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8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한 분이신 하느님을</a:t>
            </a:r>
            <a:endParaRPr lang="en-AU" altLang="ko-KR" sz="28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spcAft>
                <a:spcPts val="1200"/>
              </a:spcAft>
            </a:pPr>
            <a:r>
              <a:rPr lang="ko-KR" altLang="en-US" sz="33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저는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, </a:t>
            </a:r>
            <a:r>
              <a:rPr lang="ko-KR" altLang="en-US" sz="33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전능하신 아버지</a:t>
            </a:r>
            <a:endParaRPr lang="en-US" altLang="ko-KR" sz="3300" b="1" spc="-1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spcAft>
                <a:spcPts val="1200"/>
              </a:spcAft>
            </a:pPr>
            <a:r>
              <a:rPr lang="ko-KR" altLang="en-US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하늘과 땅과 유형무형한 만물의 창조주를 믿나이다</a:t>
            </a:r>
            <a:r>
              <a:rPr lang="en-US" altLang="ko-KR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25000"/>
              </a:lnSpc>
            </a:pPr>
            <a:r>
              <a:rPr lang="ko-KR" altLang="en-US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또한 한 분이신 주 예수 그리스도</a:t>
            </a:r>
            <a:r>
              <a:rPr lang="en-US" altLang="ko-KR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하느님의 외아들</a:t>
            </a:r>
            <a:endParaRPr lang="en-US" altLang="ko-KR" sz="3300" b="1" spc="-200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영원으로부터 성부에게서 나신 분을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하느님에게서 나신 하느님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빛에서 나신 빛</a:t>
            </a:r>
            <a:endParaRPr lang="en-US" altLang="ko-KR" sz="3300" b="1" spc="-100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참 하느님에게서 나신 참 하느님으로서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558368EE-7F62-466A-ABD1-FA19ED44FD40}"/>
              </a:ext>
            </a:extLst>
          </p:cNvPr>
          <p:cNvSpPr/>
          <p:nvPr/>
        </p:nvSpPr>
        <p:spPr>
          <a:xfrm>
            <a:off x="6588224" y="-20539"/>
            <a:ext cx="25503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PROFESSION OF FAITH</a:t>
            </a:r>
            <a:endParaRPr lang="en-AU" sz="2000" dirty="0"/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141226" y="-92546"/>
            <a:ext cx="1766477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334">
              <a:lnSpc>
                <a:spcPct val="150000"/>
              </a:lnSpc>
              <a:defRPr/>
            </a:pPr>
            <a:r>
              <a:rPr lang="ko-KR" altLang="en-US" sz="2400" kern="0" spc="100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니케아신경</a:t>
            </a:r>
            <a:endParaRPr lang="ko-KR" altLang="en-US" sz="2800" kern="0" spc="100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D8BB748-A32F-6462-94EB-25D080D502FE}"/>
              </a:ext>
            </a:extLst>
          </p:cNvPr>
          <p:cNvSpPr txBox="1"/>
          <p:nvPr/>
        </p:nvSpPr>
        <p:spPr>
          <a:xfrm>
            <a:off x="6300192" y="4860343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67717407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-3964" y="483518"/>
            <a:ext cx="9112468" cy="4333679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창조되지 않고 나시어</a:t>
            </a:r>
            <a:endParaRPr lang="en-US" altLang="ko-KR" sz="3300" b="1" spc="-100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성부와 한 본체로서 만물을 창조하셨음을 믿나이다</a:t>
            </a:r>
            <a:r>
              <a:rPr lang="en-US" altLang="ko-KR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25000"/>
              </a:lnSpc>
            </a:pPr>
            <a:r>
              <a:rPr lang="ko-KR" altLang="en-US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성자께서는 저희 인간을 위하여</a:t>
            </a:r>
            <a:r>
              <a:rPr lang="en-US" altLang="ko-KR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저희 구원을 위하여</a:t>
            </a:r>
            <a:endParaRPr lang="en-US" altLang="ko-KR" sz="3300" b="1" spc="-250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하늘에서 내려오셨음을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25000"/>
              </a:lnSpc>
            </a:pPr>
            <a:r>
              <a:rPr lang="en-US" altLang="ko-KR" sz="27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(</a:t>
            </a:r>
            <a:r>
              <a:rPr lang="ko-KR" altLang="en-US" sz="27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고개를 숙이며</a:t>
            </a:r>
            <a:r>
              <a:rPr lang="en-US" altLang="ko-KR" sz="27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)</a:t>
            </a:r>
            <a:endParaRPr lang="en-US" altLang="ko-KR" sz="2700" b="1" spc="-150" dirty="0">
              <a:solidFill>
                <a:schemeClr val="bg2">
                  <a:lumMod val="75000"/>
                </a:scheme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또한 성령으로 인하여 동정 마리아에게서 </a:t>
            </a:r>
            <a:endParaRPr lang="en-US" altLang="ko-KR" sz="3300" b="1" spc="-100" dirty="0">
              <a:solidFill>
                <a:schemeClr val="bg2">
                  <a:lumMod val="90000"/>
                </a:scheme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육신을 취하시어 사람이 되셨음을 믿나이다</a:t>
            </a:r>
            <a:r>
              <a:rPr lang="en-US" altLang="ko-KR" sz="3300" b="1" spc="-100" dirty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558368EE-7F62-466A-ABD1-FA19ED44FD40}"/>
              </a:ext>
            </a:extLst>
          </p:cNvPr>
          <p:cNvSpPr/>
          <p:nvPr/>
        </p:nvSpPr>
        <p:spPr>
          <a:xfrm>
            <a:off x="6588224" y="51470"/>
            <a:ext cx="25503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PROFESSION OF FAITH</a:t>
            </a:r>
            <a:endParaRPr lang="en-AU" sz="2000" dirty="0"/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141226" y="-20537"/>
            <a:ext cx="1766477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334">
              <a:lnSpc>
                <a:spcPct val="150000"/>
              </a:lnSpc>
              <a:defRPr/>
            </a:pPr>
            <a:r>
              <a:rPr lang="ko-KR" altLang="en-US" sz="2400" kern="0" spc="100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니케아신경</a:t>
            </a:r>
            <a:endParaRPr lang="ko-KR" altLang="en-US" sz="2800" kern="0" spc="100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A994C5A4-1461-A3A3-A9BC-4287F8AD4792}"/>
              </a:ext>
            </a:extLst>
          </p:cNvPr>
          <p:cNvSpPr txBox="1"/>
          <p:nvPr/>
        </p:nvSpPr>
        <p:spPr>
          <a:xfrm>
            <a:off x="6300192" y="4860343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32681918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483518"/>
            <a:ext cx="9112468" cy="4561241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본시오 빌라도 통치 아래서 저희를 위하여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십자가에 못박혀 수난하고 묻히셨으며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성서 말씀대로 사흗날에 부활하시어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하늘에 올라 성부 오른편에 앉아계심을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그분께서는 산 이와 죽은 이를 심판하러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영광 속에 다시 오시리니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그분의 나라는 끝이 없으리이다</a:t>
            </a:r>
            <a:r>
              <a:rPr lang="en-US" altLang="ko-KR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또한 주님이시며 생명을 주시는 성령을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558368EE-7F62-466A-ABD1-FA19ED44FD40}"/>
              </a:ext>
            </a:extLst>
          </p:cNvPr>
          <p:cNvSpPr/>
          <p:nvPr/>
        </p:nvSpPr>
        <p:spPr>
          <a:xfrm>
            <a:off x="6588224" y="-20539"/>
            <a:ext cx="25503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PROFESSION OF FAITH</a:t>
            </a:r>
            <a:endParaRPr lang="en-AU" sz="2000" dirty="0"/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141226" y="-92546"/>
            <a:ext cx="1766477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334">
              <a:lnSpc>
                <a:spcPct val="150000"/>
              </a:lnSpc>
              <a:defRPr/>
            </a:pPr>
            <a:r>
              <a:rPr lang="ko-KR" altLang="en-US" sz="2400" kern="0" spc="100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니케아신경</a:t>
            </a:r>
            <a:endParaRPr lang="ko-KR" altLang="en-US" sz="2800" kern="0" spc="100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38417DFD-D400-3540-EC92-BE58CBA007BF}"/>
              </a:ext>
            </a:extLst>
          </p:cNvPr>
          <p:cNvSpPr txBox="1"/>
          <p:nvPr/>
        </p:nvSpPr>
        <p:spPr>
          <a:xfrm>
            <a:off x="6300192" y="4860343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19426312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555526"/>
            <a:ext cx="9112468" cy="4561241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성령께서는 성부와 성자에게서 발하시고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성부와 성자와 더불어 영광과 흠숭을 받으시며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예언자들을 통하여 말씀하셨나이다</a:t>
            </a:r>
            <a:r>
              <a:rPr lang="en-US" altLang="ko-KR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하나이고 거룩하고 보편되며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사도로부터 이어오는 교회를 믿나이다</a:t>
            </a:r>
            <a:r>
              <a:rPr lang="en-US" altLang="ko-KR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죄를 씻는 유일한 세례를 믿으며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죽은 이들의 부활과 내세의 삶을 기다리나이다</a:t>
            </a:r>
            <a:r>
              <a:rPr lang="en-US" altLang="ko-KR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3400" b="1" kern="0" spc="100" dirty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아 멘</a:t>
            </a:r>
            <a:endParaRPr lang="en-US" altLang="ko-KR" sz="3400" b="1" kern="0" spc="100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558368EE-7F62-466A-ABD1-FA19ED44FD40}"/>
              </a:ext>
            </a:extLst>
          </p:cNvPr>
          <p:cNvSpPr/>
          <p:nvPr/>
        </p:nvSpPr>
        <p:spPr>
          <a:xfrm>
            <a:off x="6588224" y="-20539"/>
            <a:ext cx="25503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PROFESSION OF FAITH</a:t>
            </a:r>
            <a:endParaRPr lang="en-AU" sz="2000" dirty="0"/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141226" y="-92546"/>
            <a:ext cx="1766477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334">
              <a:lnSpc>
                <a:spcPct val="150000"/>
              </a:lnSpc>
              <a:defRPr/>
            </a:pPr>
            <a:r>
              <a:rPr lang="ko-KR" altLang="en-US" sz="2400" kern="0" spc="100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니케아신경</a:t>
            </a:r>
            <a:endParaRPr lang="ko-KR" altLang="en-US" sz="2800" kern="0" spc="100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4FE06783-6E3F-F368-C119-CA9158C1C15C}"/>
              </a:ext>
            </a:extLst>
          </p:cNvPr>
          <p:cNvSpPr txBox="1"/>
          <p:nvPr/>
        </p:nvSpPr>
        <p:spPr>
          <a:xfrm>
            <a:off x="6300192" y="4860343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89503268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287090251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ACD40E72-356A-48F9-B4B4-C5DE180779DC}"/>
              </a:ext>
            </a:extLst>
          </p:cNvPr>
          <p:cNvSpPr/>
          <p:nvPr/>
        </p:nvSpPr>
        <p:spPr>
          <a:xfrm>
            <a:off x="1187624" y="2753221"/>
            <a:ext cx="7848872" cy="538609"/>
          </a:xfrm>
          <a:prstGeom prst="rect">
            <a:avLst/>
          </a:prstGeom>
        </p:spPr>
        <p:txBody>
          <a:bodyPr wrap="square" tIns="0" bIns="0">
            <a:spAutoFit/>
          </a:bodyPr>
          <a:lstStyle/>
          <a:p>
            <a:r>
              <a:rPr lang="ko-KR" altLang="en-US" sz="3500" b="1" spc="-100" dirty="0">
                <a:latin typeface="궁서" panose="02030600000101010101" pitchFamily="18" charset="-127"/>
                <a:ea typeface="궁서" panose="02030600000101010101" pitchFamily="18" charset="-127"/>
              </a:rPr>
              <a:t>주  님 저 희  기 도 를   들 어 주 소  서</a:t>
            </a:r>
            <a:endParaRPr lang="en-AU" sz="3500" b="1" spc="-1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A8007D4A-C025-9699-6ED8-E280F1E92FD5}"/>
              </a:ext>
            </a:extLst>
          </p:cNvPr>
          <p:cNvSpPr/>
          <p:nvPr/>
        </p:nvSpPr>
        <p:spPr>
          <a:xfrm>
            <a:off x="74079" y="21853"/>
            <a:ext cx="359585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보편 지향 기도 응답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370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pic>
        <p:nvPicPr>
          <p:cNvPr id="14342" name="Picture 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347614"/>
            <a:ext cx="8856984" cy="1152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4E68BFCF-6764-BDD5-F1A9-AE13B776D241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59900982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16" y="1419622"/>
            <a:ext cx="9107488" cy="1656184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200" b="1" i="0" u="none" strike="noStrike" kern="1200" cap="none" spc="15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봉 헌</a:t>
            </a:r>
            <a:endParaRPr kumimoji="0" lang="en-US" altLang="ko-KR" sz="5200" b="1" i="0" u="none" strike="noStrike" kern="1200" cap="none" spc="15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lvl="0" algn="ctr">
              <a:lnSpc>
                <a:spcPct val="120000"/>
              </a:lnSpc>
              <a:spcAft>
                <a:spcPts val="1200"/>
              </a:spcAft>
              <a:defRPr/>
            </a:pPr>
            <a:r>
              <a:rPr lang="en-US" altLang="ko-KR" sz="4800" b="1" spc="1500" dirty="0">
                <a:solidFill>
                  <a:srgbClr val="FFC000"/>
                </a:solidFill>
                <a:latin typeface="바탕" pitchFamily="18" charset="-127"/>
                <a:ea typeface="바탕" pitchFamily="18" charset="-127"/>
              </a:rPr>
              <a:t>220</a:t>
            </a:r>
            <a:endParaRPr kumimoji="0" lang="en-US" sz="4800" b="1" i="0" u="none" strike="noStrike" kern="1200" cap="none" spc="150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074835621"/>
      </p:ext>
    </p:extLst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800" kern="0" spc="300" dirty="0">
                <a:solidFill>
                  <a:schemeClr val="bg1"/>
                </a:solidFill>
                <a:latin typeface="궁서" pitchFamily="18" charset="-127"/>
                <a:ea typeface="궁서" pitchFamily="18" charset="-127"/>
              </a:rPr>
              <a:t>봉헌</a:t>
            </a:r>
            <a:r>
              <a:rPr lang="ko-KR" altLang="en-US" sz="2800" kern="0" spc="30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</a:rPr>
              <a:t> 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220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   </a:t>
            </a:r>
            <a:r>
              <a:rPr lang="ko-KR" altLang="en-US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생활한 제물</a:t>
            </a:r>
            <a:endParaRPr lang="en-US" sz="2800" b="1" dirty="0">
              <a:solidFill>
                <a:schemeClr val="bg2">
                  <a:lumMod val="25000"/>
                </a:schemeClr>
              </a:solidFill>
              <a:latin typeface="대한" pitchFamily="50" charset="-127"/>
              <a:ea typeface="대한" pitchFamily="50" charset="-127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AE9EDEC-8805-C163-A11B-90A4F780FA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3900" y="2552700"/>
            <a:ext cx="76200" cy="381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1FBA855-9E9C-5A74-3211-8804F608ADC2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b="38086"/>
          <a:stretch/>
        </p:blipFill>
        <p:spPr>
          <a:xfrm>
            <a:off x="95250" y="653033"/>
            <a:ext cx="8953500" cy="123254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7210DD5-88FE-393C-70C9-5B1941E5CE4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39532"/>
          <a:stretch/>
        </p:blipFill>
        <p:spPr>
          <a:xfrm>
            <a:off x="95250" y="2837656"/>
            <a:ext cx="8953500" cy="123254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F944C3B-AB71-2CCD-0D30-B5B9644083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4948" y="1936626"/>
            <a:ext cx="7429500" cy="4191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6CAD08C-A6FF-F3DB-5D8E-8CDA95A70A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733" y="4053433"/>
            <a:ext cx="7419975" cy="39052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BF63513-D8D0-473A-B64A-F21D25AAA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800" kern="0" spc="300" dirty="0">
                <a:solidFill>
                  <a:schemeClr val="bg1"/>
                </a:solidFill>
                <a:latin typeface="궁서" pitchFamily="18" charset="-127"/>
                <a:ea typeface="궁서" pitchFamily="18" charset="-127"/>
              </a:rPr>
              <a:t>봉헌</a:t>
            </a:r>
            <a:r>
              <a:rPr lang="ko-KR" altLang="en-US" sz="2800" kern="0" spc="30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</a:rPr>
              <a:t> 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220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   </a:t>
            </a:r>
            <a:r>
              <a:rPr lang="ko-KR" altLang="en-US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생활한 제물</a:t>
            </a:r>
            <a:endParaRPr lang="en-US" sz="2800" b="1" dirty="0">
              <a:solidFill>
                <a:schemeClr val="bg2">
                  <a:lumMod val="25000"/>
                </a:schemeClr>
              </a:solidFill>
              <a:latin typeface="대한" pitchFamily="50" charset="-127"/>
              <a:ea typeface="대한" pitchFamily="50" charset="-12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FF5ED4-67F0-C4D3-70D1-4B62882376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" y="555526"/>
            <a:ext cx="8943975" cy="16668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7EAD399-D43E-7F94-E332-B762F53055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2656" y="2283718"/>
            <a:ext cx="7543800" cy="3905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34E2D11-496B-A769-BC36-907C2F3579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75" y="2892152"/>
            <a:ext cx="8934450" cy="10477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052E437-364E-1DFE-9FCC-F1EE8335D2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608" y="4034383"/>
            <a:ext cx="7448550" cy="40957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EDE2938-266C-AF69-CB4E-D62F124D67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800" kern="0" spc="300" dirty="0">
                <a:solidFill>
                  <a:schemeClr val="bg1"/>
                </a:solidFill>
                <a:latin typeface="궁서" pitchFamily="18" charset="-127"/>
                <a:ea typeface="궁서" pitchFamily="18" charset="-127"/>
              </a:rPr>
              <a:t>봉헌</a:t>
            </a:r>
            <a:r>
              <a:rPr lang="ko-KR" altLang="en-US" sz="2800" kern="0" spc="30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</a:rPr>
              <a:t> 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220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   </a:t>
            </a:r>
            <a:r>
              <a:rPr lang="ko-KR" altLang="en-US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생활한 제물</a:t>
            </a:r>
            <a:endParaRPr lang="en-US" sz="2800" b="1" dirty="0">
              <a:solidFill>
                <a:schemeClr val="bg2">
                  <a:lumMod val="25000"/>
                </a:schemeClr>
              </a:solidFill>
              <a:latin typeface="대한" pitchFamily="50" charset="-127"/>
              <a:ea typeface="대한" pitchFamily="50" charset="-127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AE9EDEC-8805-C163-A11B-90A4F780FA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3900" y="2552700"/>
            <a:ext cx="76200" cy="381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1FBA855-9E9C-5A74-3211-8804F608AD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" y="653033"/>
            <a:ext cx="8953500" cy="19907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7210DD5-88FE-393C-70C9-5B1941E5CE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" y="2837656"/>
            <a:ext cx="8953500" cy="20383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F5769F4-DFDC-FBB4-89D5-43EAC2D2DC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800" kern="0" spc="300" dirty="0">
                <a:solidFill>
                  <a:schemeClr val="bg1"/>
                </a:solidFill>
                <a:latin typeface="궁서" pitchFamily="18" charset="-127"/>
                <a:ea typeface="궁서" pitchFamily="18" charset="-127"/>
              </a:rPr>
              <a:t>봉헌</a:t>
            </a:r>
            <a:r>
              <a:rPr lang="ko-KR" altLang="en-US" sz="2800" kern="0" spc="30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</a:rPr>
              <a:t> 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220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   </a:t>
            </a:r>
            <a:r>
              <a:rPr lang="ko-KR" altLang="en-US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생활한 제물</a:t>
            </a:r>
            <a:endParaRPr lang="en-US" sz="2800" b="1" dirty="0">
              <a:solidFill>
                <a:schemeClr val="bg2">
                  <a:lumMod val="25000"/>
                </a:schemeClr>
              </a:solidFill>
              <a:latin typeface="대한" pitchFamily="50" charset="-127"/>
              <a:ea typeface="대한" pitchFamily="50" charset="-127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1AEF3FA-3B46-F7A3-C66E-C14FF9A90448}"/>
              </a:ext>
            </a:extLst>
          </p:cNvPr>
          <p:cNvGrpSpPr/>
          <p:nvPr/>
        </p:nvGrpSpPr>
        <p:grpSpPr>
          <a:xfrm>
            <a:off x="95250" y="555526"/>
            <a:ext cx="8953500" cy="4282405"/>
            <a:chOff x="95250" y="555526"/>
            <a:chExt cx="8953500" cy="4282405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6BAA3A8-747F-E1AF-0510-8BEBC4CC93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250" y="555526"/>
              <a:ext cx="8953500" cy="2428875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686CCEE-F546-95AD-3BBA-BB0470A51D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250" y="3075806"/>
              <a:ext cx="8953500" cy="1762125"/>
            </a:xfrm>
            <a:prstGeom prst="rect">
              <a:avLst/>
            </a:prstGeom>
          </p:spPr>
        </p:pic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1BF4851A-F471-8181-6413-43A60AB5E6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771550"/>
            <a:ext cx="9144000" cy="3170091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/>
            <a:r>
              <a:rPr lang="ko-KR" altLang="en-US" sz="40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사제의 손으로 바치는 이 제사가 </a:t>
            </a:r>
            <a:endParaRPr lang="en-US" altLang="ko-KR" sz="4000" b="1" spc="-1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endParaRPr lang="en-US" altLang="ko-KR" sz="4000" b="1" spc="-1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r>
              <a:rPr lang="ko-KR" altLang="en-US" sz="40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주님의 이름에는 찬미와 영광이 되고</a:t>
            </a:r>
            <a:r>
              <a:rPr lang="en-US" sz="40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</a:t>
            </a:r>
            <a:endParaRPr lang="en-US" sz="4000" spc="-1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r>
              <a:rPr lang="en-US" sz="40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        </a:t>
            </a:r>
          </a:p>
          <a:p>
            <a:pPr algn="ctr"/>
            <a:r>
              <a:rPr lang="ko-KR" altLang="en-US" sz="4000" b="1" spc="-11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저희와 온 교회에는 도움이 되게 하소서</a:t>
            </a:r>
            <a:r>
              <a:rPr lang="en-US" sz="32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  <a:endParaRPr lang="en-US" sz="3200" spc="-1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204E33DC-A449-C97D-92A8-1B01DC72C67B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9"/>
          <p:cNvSpPr txBox="1">
            <a:spLocks noChangeArrowheads="1"/>
          </p:cNvSpPr>
          <p:nvPr/>
        </p:nvSpPr>
        <p:spPr bwMode="auto">
          <a:xfrm>
            <a:off x="1043608" y="54760"/>
            <a:ext cx="6989440" cy="4965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4" tIns="45716" rIns="91434" bIns="45716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주님께서 여러분과 함께</a:t>
            </a:r>
            <a:endParaRPr lang="en-AU" altLang="ko-KR" sz="29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3800" b="1" spc="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또한 사제의 영과 함께</a:t>
            </a:r>
            <a:endParaRPr lang="en-AU" altLang="ko-KR" sz="3800" b="1" spc="2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endParaRPr lang="en-AU" altLang="ko-KR" sz="5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endParaRPr lang="en-US" altLang="ko-KR" sz="1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마음을 드높이</a:t>
            </a:r>
            <a:r>
              <a:rPr 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! </a:t>
            </a:r>
          </a:p>
          <a:p>
            <a:pPr algn="ctr">
              <a:lnSpc>
                <a:spcPct val="150000"/>
              </a:lnSpc>
            </a:pPr>
            <a:r>
              <a:rPr lang="ko-KR" altLang="en-US" sz="3800" b="1" spc="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주님께 올립니다</a:t>
            </a:r>
            <a:endParaRPr lang="en-AU" altLang="ko-KR" sz="3800" b="1" spc="2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endParaRPr lang="en-US" sz="5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endParaRPr lang="en-US" altLang="ko-KR" sz="1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우리 주 하느님께 감사합시다</a:t>
            </a:r>
            <a:endParaRPr lang="en-US" sz="29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3800" b="1" spc="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 마땅하고 옳은 일입니다</a:t>
            </a:r>
            <a:r>
              <a:rPr lang="en-US" sz="3800" b="1" spc="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405B464F-F4CB-749F-8172-63D5602277FA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82022553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771550"/>
            <a:ext cx="9073008" cy="3096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6228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거룩하시도다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327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7584" y="1889125"/>
            <a:ext cx="7992888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200" dirty="0">
                <a:latin typeface="궁서" pitchFamily="18" charset="-127"/>
                <a:ea typeface="궁서" pitchFamily="18" charset="-127"/>
              </a:rPr>
              <a:t>거룩하시  도</a:t>
            </a:r>
            <a:r>
              <a:rPr lang="en-US" altLang="ko-KR" sz="2000" spc="-2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ko-KR" altLang="en-US" sz="3500" b="1" spc="-200" dirty="0">
                <a:latin typeface="궁서" pitchFamily="18" charset="-127"/>
                <a:ea typeface="궁서" pitchFamily="18" charset="-127"/>
              </a:rPr>
              <a:t>다    거룩하시 도</a:t>
            </a:r>
            <a:r>
              <a:rPr lang="en-US" altLang="ko-KR" sz="2000" spc="-2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ko-KR" altLang="en-US" sz="3500" b="1" spc="-200" dirty="0">
                <a:latin typeface="궁서" pitchFamily="18" charset="-127"/>
                <a:ea typeface="궁서" pitchFamily="18" charset="-127"/>
              </a:rPr>
              <a:t>다    거  룩  </a:t>
            </a:r>
            <a:endParaRPr lang="en-US" sz="3500" b="1" spc="-2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5576" y="3939902"/>
            <a:ext cx="8352928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하시도</a:t>
            </a:r>
            <a:r>
              <a:rPr lang="en-US" altLang="ko-KR" sz="2000" spc="-3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다        온  </a:t>
            </a:r>
            <a:r>
              <a:rPr lang="en-US" altLang="ko-KR" sz="2000" spc="-3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   누  </a:t>
            </a:r>
            <a:r>
              <a:rPr lang="en-US" altLang="ko-KR" sz="2000" spc="-3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   리 의  주 하느 님  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7C852459-1BA5-2B64-83D4-9BC2E487BB2B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88832031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2" y="771550"/>
            <a:ext cx="9107488" cy="3088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827584" y="1817117"/>
            <a:ext cx="8208912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하늘과 땅 에 가득찬  그 영  광     높 은   데 서  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9592" y="3905349"/>
            <a:ext cx="8136904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호 산    나     주님의   이름으로  오 시는  분 </a:t>
            </a:r>
            <a:r>
              <a:rPr lang="en-US" altLang="ko-KR" sz="2000" spc="-3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   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=""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6228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거룩하시도다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327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3857E380-ED81-9DC7-4EF7-02FC01EC32F5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89117898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237598"/>
            <a:ext cx="9073008" cy="1118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83568" y="2499742"/>
            <a:ext cx="8352928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찬미받  으 소   서       높 은  데 서   호 산   나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=""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6228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거룩하시도다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327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E80DF26E-DE87-5333-B069-751F18A7CF15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713104137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65310861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ECB4AB07-B303-4F10-88DE-59AA695BADE4}"/>
              </a:ext>
            </a:extLst>
          </p:cNvPr>
          <p:cNvSpPr/>
          <p:nvPr/>
        </p:nvSpPr>
        <p:spPr>
          <a:xfrm>
            <a:off x="467544" y="195486"/>
            <a:ext cx="7848872" cy="25699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900" b="1" spc="200" dirty="0">
                <a:solidFill>
                  <a:schemeClr val="bg2">
                    <a:lumMod val="50000"/>
                  </a:schemeClr>
                </a:solidFill>
                <a:latin typeface="Gungsuh" pitchFamily="18" charset="-127"/>
                <a:ea typeface="Gungsuh" pitchFamily="18" charset="-127"/>
              </a:rPr>
              <a:t>†</a:t>
            </a:r>
            <a:r>
              <a:rPr lang="en-AU" sz="2900" b="1" spc="200" dirty="0">
                <a:solidFill>
                  <a:schemeClr val="bg2">
                    <a:lumMod val="50000"/>
                  </a:schemeClr>
                </a:solidFill>
                <a:latin typeface="Gungsuh" pitchFamily="18" charset="-127"/>
                <a:ea typeface="Gungsuh" pitchFamily="18" charset="-127"/>
              </a:rPr>
              <a:t> 신앙의 신비여!</a:t>
            </a:r>
          </a:p>
          <a:p>
            <a:r>
              <a:rPr lang="en-AU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대한" pitchFamily="50" charset="-127"/>
                <a:ea typeface="대한" pitchFamily="50" charset="-127"/>
              </a:rPr>
              <a:t> </a:t>
            </a:r>
            <a:endParaRPr lang="en-AU" sz="2500" b="1" dirty="0">
              <a:solidFill>
                <a:schemeClr val="tx1">
                  <a:lumMod val="65000"/>
                  <a:lumOff val="35000"/>
                </a:schemeClr>
              </a:solidFill>
              <a:latin typeface="대한" pitchFamily="50" charset="-127"/>
              <a:ea typeface="대한" pitchFamily="50" charset="-127"/>
            </a:endParaRPr>
          </a:p>
          <a:p>
            <a:endParaRPr lang="en-AU" sz="2500" b="1" dirty="0">
              <a:solidFill>
                <a:schemeClr val="tx1">
                  <a:lumMod val="65000"/>
                  <a:lumOff val="35000"/>
                </a:schemeClr>
              </a:solidFill>
              <a:latin typeface="대한" pitchFamily="50" charset="-127"/>
              <a:ea typeface="대한" pitchFamily="50" charset="-127"/>
            </a:endParaRPr>
          </a:p>
          <a:p>
            <a:pPr marL="625475" indent="-625475">
              <a:lnSpc>
                <a:spcPct val="150000"/>
              </a:lnSpc>
            </a:pPr>
            <a:r>
              <a:rPr lang="ko-KR" altLang="en-US" sz="2500" b="1" dirty="0">
                <a:latin typeface="대한" pitchFamily="50" charset="-127"/>
                <a:ea typeface="대한" pitchFamily="50" charset="-127"/>
              </a:rPr>
              <a:t>                </a:t>
            </a:r>
            <a:endParaRPr lang="en-AU" sz="2500" b="1" dirty="0">
              <a:latin typeface="대한" pitchFamily="50" charset="-127"/>
              <a:ea typeface="대한" pitchFamily="50" charset="-127"/>
            </a:endParaRPr>
          </a:p>
          <a:p>
            <a:pPr marL="625475" indent="-625475">
              <a:lnSpc>
                <a:spcPct val="150000"/>
              </a:lnSpc>
            </a:pPr>
            <a:endParaRPr lang="en-AU" sz="2500" b="1" spc="100" dirty="0">
              <a:latin typeface="대한" pitchFamily="50" charset="-127"/>
              <a:ea typeface="대한" pitchFamily="50" charset="-12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8D1B0601-AAD3-4807-A151-5BAAA075082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t="66804" b="24796"/>
          <a:stretch/>
        </p:blipFill>
        <p:spPr>
          <a:xfrm>
            <a:off x="0" y="3558930"/>
            <a:ext cx="8676456" cy="8850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5236406A-F09D-448F-BB39-782F856CB5E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t="45641" b="45959"/>
          <a:stretch/>
        </p:blipFill>
        <p:spPr>
          <a:xfrm>
            <a:off x="107504" y="2067694"/>
            <a:ext cx="8568952" cy="10081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91680" y="2912599"/>
            <a:ext cx="684076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3600" b="1" spc="-400" dirty="0">
                <a:latin typeface="궁서" panose="02030600000101010101" pitchFamily="18" charset="-127"/>
                <a:ea typeface="궁서" panose="02030600000101010101" pitchFamily="18" charset="-127"/>
              </a:rPr>
              <a:t>주  님의  죽 음 을  </a:t>
            </a:r>
            <a:r>
              <a:rPr lang="ko-KR" altLang="en-US" sz="3600" b="1" spc="-500" dirty="0">
                <a:latin typeface="궁서" panose="02030600000101010101" pitchFamily="18" charset="-127"/>
                <a:ea typeface="궁서" panose="02030600000101010101" pitchFamily="18" charset="-127"/>
              </a:rPr>
              <a:t>죽 음 을  전 하 며</a:t>
            </a:r>
            <a:endParaRPr lang="en-US" sz="3600" b="1" spc="-5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47664" y="4299942"/>
            <a:ext cx="5976664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3600" b="1" spc="-400" dirty="0">
                <a:latin typeface="궁서" panose="02030600000101010101" pitchFamily="18" charset="-127"/>
                <a:ea typeface="궁서" panose="02030600000101010101" pitchFamily="18" charset="-127"/>
              </a:rPr>
              <a:t> 부 활  을  선  포   하 나  이     다</a:t>
            </a:r>
            <a:endParaRPr lang="en-US" sz="3600" b="1" spc="-4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63688" y="1546188"/>
            <a:ext cx="6048672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3600" b="1" spc="-300" dirty="0">
                <a:latin typeface="궁서" panose="02030600000101010101" pitchFamily="18" charset="-127"/>
                <a:ea typeface="궁서" panose="02030600000101010101" pitchFamily="18" charset="-127"/>
              </a:rPr>
              <a:t>주 님 께 서    오 실 때 까   지  </a:t>
            </a:r>
            <a:endParaRPr lang="en-US" sz="3600" b="1" spc="-3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6A43B463-4EDB-4FC4-A910-12820A56084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6285" t="24478" r="5206" b="67122"/>
          <a:stretch/>
        </p:blipFill>
        <p:spPr>
          <a:xfrm>
            <a:off x="611560" y="750618"/>
            <a:ext cx="7632848" cy="8850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986B2038-8497-ACB2-3E10-3E92D66231CE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2212E37E-CE73-4C83-A10D-F68D2DCC67EA}"/>
              </a:ext>
            </a:extLst>
          </p:cNvPr>
          <p:cNvSpPr/>
          <p:nvPr/>
        </p:nvSpPr>
        <p:spPr>
          <a:xfrm>
            <a:off x="539552" y="339502"/>
            <a:ext cx="8208912" cy="23452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38163" indent="-430213">
              <a:lnSpc>
                <a:spcPct val="120000"/>
              </a:lnSpc>
              <a:spcAft>
                <a:spcPts val="3600"/>
              </a:spcAft>
            </a:pPr>
            <a:r>
              <a:rPr lang="en-US" altLang="ko-KR" sz="32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</a:t>
            </a:r>
            <a:r>
              <a:rPr lang="en-AU" altLang="ko-KR" sz="29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그리스도를 통하여</a:t>
            </a:r>
            <a: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, </a:t>
            </a:r>
            <a:r>
              <a:rPr lang="ko-KR" altLang="en-US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그리스도와 함께</a:t>
            </a:r>
            <a: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, </a:t>
            </a:r>
            <a:b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그리스도 안에서 성령으로 하나 되어</a:t>
            </a:r>
            <a: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, </a:t>
            </a:r>
            <a:b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전능하신 천주 성부 모든 영예와 영광을 </a:t>
            </a:r>
            <a: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영원히 받으소서</a:t>
            </a:r>
            <a: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AU" sz="3000" b="1" spc="100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348E7F1C-F0CD-3DA3-F130-D00474F176E6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062694602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FD5DDFB9-E21C-D37A-87E7-3B66B8B6F3F2}"/>
              </a:ext>
            </a:extLst>
          </p:cNvPr>
          <p:cNvSpPr/>
          <p:nvPr/>
        </p:nvSpPr>
        <p:spPr>
          <a:xfrm>
            <a:off x="1179865" y="2787774"/>
            <a:ext cx="7712615" cy="538609"/>
          </a:xfrm>
          <a:prstGeom prst="rect">
            <a:avLst/>
          </a:prstGeom>
        </p:spPr>
        <p:txBody>
          <a:bodyPr wrap="square" tIns="0" bIns="0">
            <a:spAutoFit/>
          </a:bodyPr>
          <a:lstStyle/>
          <a:p>
            <a:r>
              <a:rPr lang="ko-KR" altLang="en-US" sz="3500" b="1" spc="-100" dirty="0">
                <a:latin typeface="궁서" panose="02030600000101010101" pitchFamily="18" charset="-127"/>
                <a:ea typeface="궁서" panose="02030600000101010101" pitchFamily="18" charset="-127"/>
              </a:rPr>
              <a:t>아   멘     아   멘     아   </a:t>
            </a:r>
            <a:r>
              <a:rPr lang="en-US" altLang="ko-KR" sz="1800" b="1" spc="-100" dirty="0">
                <a:latin typeface="궁서" panose="02030600000101010101" pitchFamily="18" charset="-127"/>
                <a:ea typeface="궁서" panose="02030600000101010101" pitchFamily="18" charset="-127"/>
              </a:rPr>
              <a:t>~           ~         ~</a:t>
            </a:r>
            <a:r>
              <a:rPr lang="ko-KR" altLang="en-US" sz="3500" b="1" spc="-100" dirty="0">
                <a:latin typeface="궁서" panose="02030600000101010101" pitchFamily="18" charset="-127"/>
                <a:ea typeface="궁서" panose="02030600000101010101" pitchFamily="18" charset="-127"/>
              </a:rPr>
              <a:t>    멘</a:t>
            </a:r>
            <a:endParaRPr lang="en-AU" sz="3500" b="1" spc="-1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326B96C9-24CE-0A31-40E9-58FD37D40612}"/>
              </a:ext>
            </a:extLst>
          </p:cNvPr>
          <p:cNvSpPr/>
          <p:nvPr/>
        </p:nvSpPr>
        <p:spPr>
          <a:xfrm>
            <a:off x="130288" y="21853"/>
            <a:ext cx="14173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아멘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378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347614"/>
            <a:ext cx="8928992" cy="1152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2EA6C737-4245-88D5-2153-4DF4A304BCD1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524228982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3464716595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699542"/>
            <a:ext cx="9073008" cy="3168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4673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주님의 기도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387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8AF27E5F-1B74-4417-9D70-2ABEC173B2C1}"/>
              </a:ext>
            </a:extLst>
          </p:cNvPr>
          <p:cNvSpPr txBox="1"/>
          <p:nvPr/>
        </p:nvSpPr>
        <p:spPr>
          <a:xfrm>
            <a:off x="323528" y="1961133"/>
            <a:ext cx="8428300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   하     늘   에      계     신        우    리  아   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버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  지  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16228354-712F-4C2E-B2EB-1C9BA798BE6C}"/>
              </a:ext>
            </a:extLst>
          </p:cNvPr>
          <p:cNvSpPr txBox="1"/>
          <p:nvPr/>
        </p:nvSpPr>
        <p:spPr>
          <a:xfrm>
            <a:off x="683568" y="3905349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아   버 지 의     이 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름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이        거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룩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히 빛  나 시 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며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FD7086DF-2132-C436-E379-9892FE865C80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316630229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79" y="699542"/>
            <a:ext cx="9034425" cy="2952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F03926DC-71D6-4C92-80A9-9DE2543C24B2}"/>
              </a:ext>
            </a:extLst>
          </p:cNvPr>
          <p:cNvSpPr txBox="1"/>
          <p:nvPr/>
        </p:nvSpPr>
        <p:spPr>
          <a:xfrm>
            <a:off x="683568" y="1817117"/>
            <a:ext cx="8208912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아버지의 나 라가 오 시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며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  아버지의   뜻     이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5A3E0648-C43D-4865-82F7-1A82614548EF}"/>
              </a:ext>
            </a:extLst>
          </p:cNvPr>
          <p:cNvSpPr txBox="1"/>
          <p:nvPr/>
        </p:nvSpPr>
        <p:spPr>
          <a:xfrm>
            <a:off x="658582" y="3689325"/>
            <a:ext cx="8377914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하  늘 에서   와  같  이   땅에서도 이 루어 지 소  서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10" name="Rectangle 4">
            <a:extLst>
              <a:ext uri="{FF2B5EF4-FFF2-40B4-BE49-F238E27FC236}">
                <a16:creationId xmlns=""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4673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주님의 기도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387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68FD79B0-9210-FA64-A811-F26F6545D16A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4140961968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8" y="699542"/>
            <a:ext cx="9036496" cy="3087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7312A9F0-E898-4DDF-B441-5671C22A106D}"/>
              </a:ext>
            </a:extLst>
          </p:cNvPr>
          <p:cNvSpPr txBox="1"/>
          <p:nvPr/>
        </p:nvSpPr>
        <p:spPr>
          <a:xfrm>
            <a:off x="251521" y="1817117"/>
            <a:ext cx="8892480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오 늘저 희 에  게   일용할 양식을 주시고   저 희에 게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4B7D8206-85B5-4139-848E-8A5EB9E4E8EA}"/>
              </a:ext>
            </a:extLst>
          </p:cNvPr>
          <p:cNvSpPr txBox="1"/>
          <p:nvPr/>
        </p:nvSpPr>
        <p:spPr>
          <a:xfrm>
            <a:off x="251520" y="3905349"/>
            <a:ext cx="8856984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잘  못 한  이를  저 희가  용 서 하 오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니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  저   희 죄 를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=""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4673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주님의 기도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387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E436FA29-A738-5806-817B-9060E82B0EB3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077387112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699542"/>
            <a:ext cx="9073008" cy="3096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3047B756-ED3D-4E1B-B261-9DDC2C67D1BB}"/>
              </a:ext>
            </a:extLst>
          </p:cNvPr>
          <p:cNvSpPr txBox="1"/>
          <p:nvPr/>
        </p:nvSpPr>
        <p:spPr>
          <a:xfrm>
            <a:off x="467544" y="1817117"/>
            <a:ext cx="8568952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용   서      하   시     고          저 희 를 유 혹에 빠 지 지 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DD3B22ED-74A7-4FBD-A101-ACE501EAD579}"/>
              </a:ext>
            </a:extLst>
          </p:cNvPr>
          <p:cNvSpPr txBox="1"/>
          <p:nvPr/>
        </p:nvSpPr>
        <p:spPr>
          <a:xfrm>
            <a:off x="251520" y="3939902"/>
            <a:ext cx="8496944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않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게 하 시 고          악  에서  저   희   구  하  소   서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=""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4673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주님의 기도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387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13E2CE46-2929-1BDC-D289-18AA5B34F68D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193283676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Rectangle 2">
            <a:extLst>
              <a:ext uri="{FF2B5EF4-FFF2-40B4-BE49-F238E27FC236}">
                <a16:creationId xmlns="" xmlns:a16="http://schemas.microsoft.com/office/drawing/2014/main" id="{2212E37E-CE73-4C83-A10D-F68D2DCC67EA}"/>
              </a:ext>
            </a:extLst>
          </p:cNvPr>
          <p:cNvSpPr/>
          <p:nvPr/>
        </p:nvSpPr>
        <p:spPr>
          <a:xfrm>
            <a:off x="144016" y="411510"/>
            <a:ext cx="8892480" cy="24083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indent="-355600">
              <a:lnSpc>
                <a:spcPct val="130000"/>
              </a:lnSpc>
              <a:spcAft>
                <a:spcPts val="3600"/>
              </a:spcAft>
            </a:pPr>
            <a:r>
              <a:rPr lang="en-US" altLang="ko-KR" sz="30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</a:t>
            </a:r>
            <a:r>
              <a:rPr lang="en-AU" sz="30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 </a:t>
            </a:r>
            <a:r>
              <a:rPr lang="en-AU" sz="3000" b="1" spc="-15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주님, 저희를 모든 악에서 구하시고 한평생 평화롭게</a:t>
            </a:r>
            <a:r>
              <a:rPr lang="en-AU" sz="3000" b="1" spc="-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 하소서. 주님의 자비로 저희를 언제나 죄에서 구원</a:t>
            </a:r>
            <a:br>
              <a:rPr lang="en-AU" sz="3000" b="1" spc="-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en-AU" sz="3000" b="1" spc="-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하시고 모든 시련에서 보호하시어 복된 희망을 품고 </a:t>
            </a:r>
            <a:br>
              <a:rPr lang="en-AU" sz="3000" b="1" spc="-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en-AU" sz="3000" b="1" spc="-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구세주 예수 그리스도의 재림을 기다리게 하소서.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76BB8C2A-F64F-FA22-9110-4F5D99C9C5CC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64868015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771550"/>
            <a:ext cx="9001000" cy="30530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15681AFA-DAF4-47C8-5F78-5673A0D0F35C}"/>
              </a:ext>
            </a:extLst>
          </p:cNvPr>
          <p:cNvSpPr/>
          <p:nvPr/>
        </p:nvSpPr>
        <p:spPr>
          <a:xfrm>
            <a:off x="963841" y="1851670"/>
            <a:ext cx="7928639" cy="538609"/>
          </a:xfrm>
          <a:prstGeom prst="rect">
            <a:avLst/>
          </a:prstGeom>
        </p:spPr>
        <p:txBody>
          <a:bodyPr wrap="square" tIns="0" bIns="0">
            <a:spAutoFit/>
          </a:bodyPr>
          <a:lstStyle/>
          <a:p>
            <a:r>
              <a:rPr lang="ko-KR" altLang="en-US" sz="3500" b="1" spc="200" dirty="0">
                <a:latin typeface="궁서" panose="02030600000101010101" pitchFamily="18" charset="-127"/>
                <a:ea typeface="궁서" panose="02030600000101010101" pitchFamily="18" charset="-127"/>
              </a:rPr>
              <a:t>주</a:t>
            </a:r>
            <a:r>
              <a:rPr lang="ko-KR" altLang="en-US" sz="1000" b="1" spc="200" dirty="0">
                <a:latin typeface="궁서" panose="02030600000101010101" pitchFamily="18" charset="-127"/>
                <a:ea typeface="궁서" panose="02030600000101010101" pitchFamily="18" charset="-127"/>
              </a:rPr>
              <a:t>      </a:t>
            </a:r>
            <a:r>
              <a:rPr lang="ko-KR" altLang="en-US" sz="3500" b="1" spc="200" dirty="0">
                <a:latin typeface="궁서" panose="02030600000101010101" pitchFamily="18" charset="-127"/>
                <a:ea typeface="궁서" panose="02030600000101010101" pitchFamily="18" charset="-127"/>
              </a:rPr>
              <a:t>님      </a:t>
            </a:r>
            <a:r>
              <a:rPr lang="ko-KR" altLang="en-US" sz="3500" b="1" spc="200" dirty="0" err="1">
                <a:latin typeface="궁서" panose="02030600000101010101" pitchFamily="18" charset="-127"/>
                <a:ea typeface="궁서" panose="02030600000101010101" pitchFamily="18" charset="-127"/>
              </a:rPr>
              <a:t>께</a:t>
            </a:r>
            <a:r>
              <a:rPr lang="ko-KR" altLang="en-US" sz="3500" b="1" spc="200" dirty="0">
                <a:latin typeface="궁서" panose="02030600000101010101" pitchFamily="18" charset="-127"/>
                <a:ea typeface="궁서" panose="02030600000101010101" pitchFamily="18" charset="-127"/>
              </a:rPr>
              <a:t>       나 라 와 권 능 과</a:t>
            </a:r>
            <a:endParaRPr lang="en-AU" sz="3500" b="1" spc="2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05B0F9A0-1323-B19A-2337-5AB3C7CF734C}"/>
              </a:ext>
            </a:extLst>
          </p:cNvPr>
          <p:cNvSpPr/>
          <p:nvPr/>
        </p:nvSpPr>
        <p:spPr>
          <a:xfrm>
            <a:off x="827585" y="3833341"/>
            <a:ext cx="8064895" cy="538609"/>
          </a:xfrm>
          <a:prstGeom prst="rect">
            <a:avLst/>
          </a:prstGeom>
        </p:spPr>
        <p:txBody>
          <a:bodyPr wrap="square" tIns="0" bIns="0">
            <a:spAutoFit/>
          </a:bodyPr>
          <a:lstStyle/>
          <a:p>
            <a:r>
              <a:rPr lang="ko-KR" altLang="en-US" sz="3500" b="1" spc="-100" dirty="0">
                <a:latin typeface="궁서" panose="02030600000101010101" pitchFamily="18" charset="-127"/>
                <a:ea typeface="궁서" panose="02030600000101010101" pitchFamily="18" charset="-127"/>
              </a:rPr>
              <a:t>영  광 이       영 원 히  </a:t>
            </a:r>
            <a:r>
              <a:rPr lang="ko-KR" altLang="en-US" sz="3500" b="1" spc="-100" dirty="0" err="1">
                <a:latin typeface="궁서" panose="02030600000101010101" pitchFamily="18" charset="-127"/>
                <a:ea typeface="궁서" panose="02030600000101010101" pitchFamily="18" charset="-127"/>
              </a:rPr>
              <a:t>있</a:t>
            </a:r>
            <a:r>
              <a:rPr lang="ko-KR" altLang="en-US" sz="3500" b="1" spc="-100" dirty="0">
                <a:latin typeface="궁서" panose="02030600000101010101" pitchFamily="18" charset="-127"/>
                <a:ea typeface="궁서" panose="02030600000101010101" pitchFamily="18" charset="-127"/>
              </a:rPr>
              <a:t>    나   이    다</a:t>
            </a:r>
            <a:endParaRPr lang="en-AU" sz="3500" b="1" spc="-1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0BBEEAF5-EE5E-B5BD-5EB9-4C7C94E0E8EE}"/>
              </a:ext>
            </a:extLst>
          </p:cNvPr>
          <p:cNvSpPr/>
          <p:nvPr/>
        </p:nvSpPr>
        <p:spPr>
          <a:xfrm>
            <a:off x="74079" y="-20538"/>
            <a:ext cx="372890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주님께 나라와 권능과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389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958C66D2-27A9-B48E-98C7-B914790C179E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189780666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="" xmlns:p14="http://schemas.microsoft.com/office/powerpoint/2010/main" val="3812530316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9"/>
          <p:cNvSpPr txBox="1">
            <a:spLocks noChangeArrowheads="1"/>
          </p:cNvSpPr>
          <p:nvPr/>
        </p:nvSpPr>
        <p:spPr bwMode="auto">
          <a:xfrm>
            <a:off x="251520" y="1460568"/>
            <a:ext cx="8532440" cy="183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4" tIns="45716" rIns="91434" bIns="45716">
            <a:spAutoFit/>
          </a:bodyPr>
          <a:lstStyle/>
          <a:p>
            <a:pPr algn="ctr"/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주님의 평화가 항상 여러분과 함께</a:t>
            </a:r>
            <a:endParaRPr lang="en-US" altLang="ko-KR" sz="29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endParaRPr lang="en-US" sz="4000" b="1" dirty="0">
              <a:solidFill>
                <a:schemeClr val="accent3">
                  <a:lumMod val="60000"/>
                  <a:lumOff val="4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r>
              <a:rPr lang="ko-KR" altLang="en-US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또한 사제의 영과 함께</a:t>
            </a:r>
            <a:r>
              <a:rPr lang="en-US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9E68B9AF-B563-6713-581E-1298FCE24521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="" xmlns:p14="http://schemas.microsoft.com/office/powerpoint/2010/main" val="3812530316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9142914" cy="5140477"/>
          </a:xfrm>
          <a:custGeom>
            <a:avLst/>
            <a:gdLst/>
            <a:ahLst/>
            <a:cxnLst/>
            <a:rect l="l" t="t" r="r" b="b"/>
            <a:pathLst>
              <a:path w="10692130" h="7558405">
                <a:moveTo>
                  <a:pt x="0" y="7558024"/>
                </a:moveTo>
                <a:lnTo>
                  <a:pt x="10692003" y="7558024"/>
                </a:lnTo>
                <a:lnTo>
                  <a:pt x="10692003" y="0"/>
                </a:lnTo>
                <a:lnTo>
                  <a:pt x="0" y="0"/>
                </a:lnTo>
                <a:lnTo>
                  <a:pt x="0" y="7558024"/>
                </a:lnTo>
                <a:close/>
              </a:path>
            </a:pathLst>
          </a:custGeom>
          <a:solidFill>
            <a:srgbClr val="60799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1959185" y="1349"/>
            <a:ext cx="5354745" cy="51388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771550"/>
            <a:ext cx="8948439" cy="3024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30155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하느님의 어린양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328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59632" y="1851670"/>
            <a:ext cx="770485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하 </a:t>
            </a:r>
            <a:r>
              <a:rPr lang="ko-KR" altLang="en-US" sz="3500" b="1" spc="-300" dirty="0" err="1">
                <a:latin typeface="궁서" pitchFamily="18" charset="-127"/>
                <a:ea typeface="궁서" pitchFamily="18" charset="-127"/>
              </a:rPr>
              <a:t>느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 님 의  어 린  양     세 상의 죄 를 없 애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7584" y="3867894"/>
            <a:ext cx="831641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시 는 </a:t>
            </a:r>
            <a:r>
              <a:rPr lang="en-US" altLang="ko-KR" sz="2000" spc="-3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en-US" altLang="ko-KR" sz="2800" spc="-300" dirty="0">
                <a:latin typeface="궁서" pitchFamily="18" charset="-127"/>
                <a:ea typeface="궁서" pitchFamily="18" charset="-127"/>
              </a:rPr>
              <a:t> 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주    님    자비를   자비를 베푸소  서</a:t>
            </a:r>
            <a:r>
              <a:rPr lang="en-US" altLang="ko-KR" sz="2000" b="1" spc="-300" dirty="0">
                <a:latin typeface="궁서" pitchFamily="18" charset="-127"/>
                <a:ea typeface="궁서" pitchFamily="18" charset="-127"/>
              </a:rPr>
              <a:t>(</a:t>
            </a:r>
            <a:r>
              <a:rPr lang="ko-KR" altLang="en-US" sz="2000" b="1" spc="-300" dirty="0">
                <a:latin typeface="궁서" pitchFamily="18" charset="-127"/>
                <a:ea typeface="궁서" pitchFamily="18" charset="-127"/>
              </a:rPr>
              <a:t>반복</a:t>
            </a:r>
            <a:r>
              <a:rPr lang="en-US" altLang="ko-KR" sz="2000" b="1" spc="-300" dirty="0">
                <a:latin typeface="궁서" pitchFamily="18" charset="-127"/>
                <a:ea typeface="궁서" pitchFamily="18" charset="-127"/>
              </a:rPr>
              <a:t>)</a:t>
            </a:r>
            <a:r>
              <a:rPr lang="ko-KR" altLang="en-US" sz="2000" b="1" spc="-300" dirty="0">
                <a:latin typeface="궁서" pitchFamily="18" charset="-127"/>
                <a:ea typeface="궁서" pitchFamily="18" charset="-127"/>
              </a:rPr>
              <a:t> </a:t>
            </a:r>
            <a:endParaRPr lang="en-US" sz="20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DA6DFA53-7C27-A33C-9314-7AA3B902755F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604315888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771550"/>
            <a:ext cx="9001000" cy="3096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899592" y="1889125"/>
            <a:ext cx="8136904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하 느  님 의   어 린  양    세 상의 죄 를  없 애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7584" y="3939902"/>
            <a:ext cx="8136904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시 는 </a:t>
            </a:r>
            <a:r>
              <a:rPr lang="en-US" altLang="ko-KR" sz="2000" spc="-3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en-US" altLang="ko-KR" sz="2800" spc="-300" dirty="0">
                <a:latin typeface="궁서" pitchFamily="18" charset="-127"/>
                <a:ea typeface="궁서" pitchFamily="18" charset="-127"/>
              </a:rPr>
              <a:t>  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주   님   평화를  평 화를 주    소    서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=""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30155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하느님의 어린양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328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EB32690F-0FC2-E471-1609-101E85A914A0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662063644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7608" y="-7513"/>
            <a:ext cx="1410056" cy="5262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영성체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C2CED880-166D-4C65-A35C-79421FDDC11B}"/>
              </a:ext>
            </a:extLst>
          </p:cNvPr>
          <p:cNvSpPr/>
          <p:nvPr/>
        </p:nvSpPr>
        <p:spPr>
          <a:xfrm>
            <a:off x="5904010" y="83408"/>
            <a:ext cx="329128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RECEPTION OF COMMUNION</a:t>
            </a:r>
            <a:endParaRPr lang="en-AU" sz="2000" dirty="0">
              <a:solidFill>
                <a:schemeClr val="accent2"/>
              </a:solidFill>
            </a:endParaRPr>
          </a:p>
        </p:txBody>
      </p:sp>
      <p:sp>
        <p:nvSpPr>
          <p:cNvPr id="5" name="직사각형 2"/>
          <p:cNvSpPr/>
          <p:nvPr/>
        </p:nvSpPr>
        <p:spPr>
          <a:xfrm>
            <a:off x="683568" y="1146201"/>
            <a:ext cx="8280920" cy="2937717"/>
          </a:xfrm>
          <a:prstGeom prst="rect">
            <a:avLst/>
          </a:prstGeom>
        </p:spPr>
        <p:txBody>
          <a:bodyPr wrap="square" lIns="71555" tIns="35777" rIns="71555" bIns="35777">
            <a:spAutoFit/>
          </a:bodyPr>
          <a:lstStyle/>
          <a:p>
            <a:pPr>
              <a:lnSpc>
                <a:spcPct val="160000"/>
              </a:lnSpc>
            </a:pPr>
            <a:r>
              <a:rPr lang="ko-KR" altLang="en-US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</a:t>
            </a:r>
            <a:r>
              <a:rPr lang="en-US" altLang="ko-KR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, </a:t>
            </a:r>
            <a:r>
              <a:rPr lang="ko-KR" altLang="en-US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제 안에 주님을 모시기에 </a:t>
            </a:r>
            <a:r>
              <a:rPr lang="en-US" altLang="ko-KR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합당치 않사오나 한 말씀만 하소서</a:t>
            </a:r>
            <a:endParaRPr lang="en-US" sz="41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>
              <a:lnSpc>
                <a:spcPct val="160000"/>
              </a:lnSpc>
            </a:pPr>
            <a:r>
              <a:rPr lang="ko-KR" altLang="en-US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제 영혼이 곧 나으리다</a:t>
            </a:r>
            <a:endParaRPr lang="en-US" sz="41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F8B8F96-E7C1-8AEB-3C72-35C11F445658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9616" y="-7513"/>
            <a:ext cx="1626080" cy="5262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영성체송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8FF8F058-4A53-448D-923D-7B3CA886A99A}"/>
              </a:ext>
            </a:extLst>
          </p:cNvPr>
          <p:cNvSpPr/>
          <p:nvPr/>
        </p:nvSpPr>
        <p:spPr>
          <a:xfrm>
            <a:off x="6261891" y="83408"/>
            <a:ext cx="290310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COMMUNION ANTIPHON</a:t>
            </a:r>
            <a:endParaRPr lang="en-AU" sz="2000" dirty="0"/>
          </a:p>
        </p:txBody>
      </p:sp>
      <p:sp>
        <p:nvSpPr>
          <p:cNvPr id="5" name="직사각형 2"/>
          <p:cNvSpPr/>
          <p:nvPr/>
        </p:nvSpPr>
        <p:spPr>
          <a:xfrm>
            <a:off x="827584" y="627534"/>
            <a:ext cx="8064896" cy="27956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60000"/>
              </a:lnSpc>
              <a:spcAft>
                <a:spcPts val="1200"/>
              </a:spcAft>
            </a:pPr>
            <a:r>
              <a:rPr lang="ko-KR" altLang="en-US" sz="40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주님, 땅은 당신이 내신 열매로 가득하옵니다. 당신은 땅에서 양식을 거두게 하시고, 인간의 마음 흥겹게 하는 술을 주시나이다.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9E6D268A-40E2-3725-3CBD-A367BB9CB609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16" y="1419622"/>
            <a:ext cx="9107488" cy="1656184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800"/>
              </a:spcAft>
            </a:pPr>
            <a:r>
              <a:rPr lang="ko-KR" altLang="en-US" sz="5200" b="1" spc="1500" dirty="0">
                <a:latin typeface="바탕" pitchFamily="18" charset="-127"/>
                <a:ea typeface="바탕" pitchFamily="18" charset="-127"/>
              </a:rPr>
              <a:t>성 체</a:t>
            </a:r>
            <a:endParaRPr lang="en-US" altLang="ko-KR" sz="5200" b="1" spc="1500" dirty="0"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lang="en-US" altLang="ko-KR" sz="4800" b="1" spc="1500" dirty="0">
                <a:solidFill>
                  <a:srgbClr val="FFC000"/>
                </a:solidFill>
                <a:latin typeface="바탕" pitchFamily="18" charset="-127"/>
                <a:ea typeface="바탕" pitchFamily="18" charset="-127"/>
              </a:rPr>
              <a:t>176</a:t>
            </a:r>
            <a:endParaRPr lang="en-US" sz="4800" b="1" spc="1500" dirty="0">
              <a:solidFill>
                <a:srgbClr val="FFC000"/>
              </a:solidFill>
              <a:latin typeface="바탕" pitchFamily="18" charset="-127"/>
              <a:ea typeface="바탕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882351544"/>
      </p:ext>
    </p:extLst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800" kern="0" spc="300" dirty="0">
                <a:solidFill>
                  <a:schemeClr val="bg1"/>
                </a:solidFill>
                <a:latin typeface="궁서" pitchFamily="18" charset="-127"/>
                <a:ea typeface="궁서" pitchFamily="18" charset="-127"/>
              </a:rPr>
              <a:t>파견</a:t>
            </a:r>
            <a:r>
              <a:rPr lang="ko-KR" altLang="en-US" sz="2800" kern="0" spc="30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</a:rPr>
              <a:t> 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48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</a:t>
            </a:r>
            <a:r>
              <a:rPr lang="ko-KR" altLang="en-US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주 우리에게 사랑과 자유를</a:t>
            </a:r>
            <a:endParaRPr lang="en-US" sz="2800" b="1" dirty="0">
              <a:solidFill>
                <a:schemeClr val="bg2">
                  <a:lumMod val="25000"/>
                </a:schemeClr>
              </a:solidFill>
              <a:latin typeface="대한" pitchFamily="50" charset="-127"/>
              <a:ea typeface="대한" pitchFamily="50" charset="-12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CD39A2-90D7-4464-A538-85B8BD6F7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D672072-E6F9-3D27-A488-812AFF97EF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2475" y="2557462"/>
            <a:ext cx="19050" cy="2857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695D2C6-14CB-A5F7-4A49-10A48B9C1F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262" y="699542"/>
            <a:ext cx="8753475" cy="1485900"/>
          </a:xfrm>
          <a:prstGeom prst="rect">
            <a:avLst/>
          </a:prstGeom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800" kern="0" spc="300" dirty="0">
                <a:solidFill>
                  <a:schemeClr val="bg1"/>
                </a:solidFill>
                <a:latin typeface="궁서" pitchFamily="18" charset="-127"/>
                <a:ea typeface="궁서" pitchFamily="18" charset="-127"/>
              </a:rPr>
              <a:t>파견</a:t>
            </a:r>
            <a:r>
              <a:rPr lang="ko-KR" altLang="en-US" sz="2800" kern="0" spc="30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</a:rPr>
              <a:t> 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48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</a:t>
            </a:r>
            <a:r>
              <a:rPr lang="ko-KR" altLang="en-US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주 우리에게 사랑과 자유를</a:t>
            </a:r>
            <a:endParaRPr lang="en-US" sz="2800" b="1" dirty="0">
              <a:solidFill>
                <a:schemeClr val="bg2">
                  <a:lumMod val="25000"/>
                </a:schemeClr>
              </a:solidFill>
              <a:latin typeface="대한" pitchFamily="50" charset="-127"/>
              <a:ea typeface="대한" pitchFamily="50" charset="-12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CD39A2-90D7-4464-A538-85B8BD6F7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D672072-E6F9-3D27-A488-812AFF97EF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2475" y="2557462"/>
            <a:ext cx="19050" cy="285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FC1AB89-4B4D-2CEC-A340-9E17CBC9A0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550" y="2550393"/>
            <a:ext cx="8724900" cy="15335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BFF7586-9C1D-152D-30BA-87672456562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45329"/>
          <a:stretch/>
        </p:blipFill>
        <p:spPr>
          <a:xfrm>
            <a:off x="200025" y="699542"/>
            <a:ext cx="8743950" cy="10258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9EC7298-692F-2F53-64C6-281E8435ED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385" y="1779662"/>
            <a:ext cx="7038975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800" kern="0" spc="300" dirty="0">
                <a:solidFill>
                  <a:schemeClr val="bg1"/>
                </a:solidFill>
                <a:latin typeface="궁서" pitchFamily="18" charset="-127"/>
                <a:ea typeface="궁서" pitchFamily="18" charset="-127"/>
              </a:rPr>
              <a:t>파견</a:t>
            </a:r>
            <a:r>
              <a:rPr lang="ko-KR" altLang="en-US" sz="2800" kern="0" spc="30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</a:rPr>
              <a:t> 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48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</a:t>
            </a:r>
            <a:r>
              <a:rPr lang="ko-KR" altLang="en-US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주 우리에게 사랑과 자유를</a:t>
            </a:r>
            <a:endParaRPr lang="en-US" sz="2800" b="1" dirty="0">
              <a:solidFill>
                <a:schemeClr val="bg2">
                  <a:lumMod val="25000"/>
                </a:schemeClr>
              </a:solidFill>
              <a:latin typeface="대한" pitchFamily="50" charset="-127"/>
              <a:ea typeface="대한" pitchFamily="50" charset="-12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CD39A2-90D7-4464-A538-85B8BD6F75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D672072-E6F9-3D27-A488-812AFF97EF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2475" y="2557462"/>
            <a:ext cx="19050" cy="285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5C46806-0291-FDEF-C09F-7148279734E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40165"/>
          <a:stretch/>
        </p:blipFill>
        <p:spPr>
          <a:xfrm>
            <a:off x="200025" y="555526"/>
            <a:ext cx="8743950" cy="121964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0386997-B8B1-AB36-0D47-615CAB444D0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43060"/>
          <a:stretch/>
        </p:blipFill>
        <p:spPr>
          <a:xfrm>
            <a:off x="209550" y="2859782"/>
            <a:ext cx="8724900" cy="10196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9A16060-1249-B3D8-E319-132C108986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592" y="1851670"/>
            <a:ext cx="7486650" cy="381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925103D-84D6-433C-61E1-014E033B17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540" y="3909417"/>
            <a:ext cx="7581900" cy="390525"/>
          </a:xfrm>
          <a:prstGeom prst="rect">
            <a:avLst/>
          </a:prstGeom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800" kern="0" spc="300" dirty="0">
                <a:solidFill>
                  <a:schemeClr val="bg1"/>
                </a:solidFill>
                <a:latin typeface="궁서" pitchFamily="18" charset="-127"/>
                <a:ea typeface="궁서" pitchFamily="18" charset="-127"/>
              </a:rPr>
              <a:t>파견</a:t>
            </a:r>
            <a:r>
              <a:rPr lang="ko-KR" altLang="en-US" sz="2800" kern="0" spc="30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</a:rPr>
              <a:t> 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48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</a:t>
            </a:r>
            <a:r>
              <a:rPr lang="ko-KR" altLang="en-US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주 우리에게 사랑과 자유를</a:t>
            </a:r>
            <a:endParaRPr lang="en-US" sz="2800" b="1" dirty="0">
              <a:solidFill>
                <a:schemeClr val="bg2">
                  <a:lumMod val="25000"/>
                </a:schemeClr>
              </a:solidFill>
              <a:latin typeface="대한" pitchFamily="50" charset="-127"/>
              <a:ea typeface="대한" pitchFamily="50" charset="-12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CD39A2-90D7-4464-A538-85B8BD6F7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D672072-E6F9-3D27-A488-812AFF97EF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2475" y="2557462"/>
            <a:ext cx="19050" cy="2857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695D2C6-14CB-A5F7-4A49-10A48B9C1F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262" y="699542"/>
            <a:ext cx="8753475" cy="1485900"/>
          </a:xfrm>
          <a:prstGeom prst="rect">
            <a:avLst/>
          </a:prstGeom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7" name="Picture 6">
            <a:extLst>
              <a:ext uri="{FF2B5EF4-FFF2-40B4-BE49-F238E27FC236}">
                <a16:creationId xmlns:a16="http://schemas.microsoft.com/office/drawing/2014/main" id="{3CCF5EA6-A69B-13E9-4A99-548ABCB1D78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168" r="25439" b="45846"/>
          <a:stretch/>
        </p:blipFill>
        <p:spPr>
          <a:xfrm>
            <a:off x="395536" y="1507396"/>
            <a:ext cx="6120680" cy="43204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8C002FF-C58D-9101-3E3F-895052D56A2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194" b="49833"/>
          <a:stretch/>
        </p:blipFill>
        <p:spPr>
          <a:xfrm>
            <a:off x="395536" y="51470"/>
            <a:ext cx="8208912" cy="8640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0FD6F5F-CD97-AF3E-682C-68D89A07B20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154" r="25439" b="39867"/>
          <a:stretch/>
        </p:blipFill>
        <p:spPr>
          <a:xfrm>
            <a:off x="395536" y="915566"/>
            <a:ext cx="6120680" cy="64807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49F0D96-9537-193E-7ED6-A0D19EB5B9B5}"/>
              </a:ext>
            </a:extLst>
          </p:cNvPr>
          <p:cNvSpPr txBox="1"/>
          <p:nvPr/>
        </p:nvSpPr>
        <p:spPr>
          <a:xfrm>
            <a:off x="6732240" y="1131590"/>
            <a:ext cx="151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궁서" panose="02030600000101010101" pitchFamily="18" charset="-127"/>
                <a:ea typeface="궁서" panose="02030600000101010101" pitchFamily="18" charset="-127"/>
              </a:rPr>
              <a:t>예수 여</a:t>
            </a:r>
            <a:endParaRPr lang="en-US" sz="24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8A9D4B6-23F1-6B1C-D39D-DD388E59E0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062" b="26616"/>
          <a:stretch/>
        </p:blipFill>
        <p:spPr>
          <a:xfrm>
            <a:off x="395536" y="3435846"/>
            <a:ext cx="8208912" cy="3600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989ABE0-6FCA-0162-F87E-6E476115F3B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425" b="30602"/>
          <a:stretch/>
        </p:blipFill>
        <p:spPr>
          <a:xfrm>
            <a:off x="395536" y="1923678"/>
            <a:ext cx="8208912" cy="86409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F7CB09C-1B94-BF58-3F9E-28514A822B0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385" b="19971"/>
          <a:stretch/>
        </p:blipFill>
        <p:spPr>
          <a:xfrm>
            <a:off x="395536" y="2787774"/>
            <a:ext cx="8208912" cy="72008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55CF109-C58C-18FE-8918-ABE36E150D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690" b="7350"/>
          <a:stretch/>
        </p:blipFill>
        <p:spPr>
          <a:xfrm>
            <a:off x="395536" y="3795886"/>
            <a:ext cx="8208912" cy="1296144"/>
          </a:xfrm>
          <a:prstGeom prst="rect">
            <a:avLst/>
          </a:prstGeom>
        </p:spPr>
      </p:pic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800" kern="0" spc="300" dirty="0">
                <a:solidFill>
                  <a:schemeClr val="bg1"/>
                </a:solidFill>
                <a:latin typeface="궁서" pitchFamily="18" charset="-127"/>
                <a:ea typeface="궁서" pitchFamily="18" charset="-127"/>
              </a:rPr>
              <a:t>성체</a:t>
            </a:r>
            <a:r>
              <a:rPr lang="ko-KR" altLang="en-US" sz="2800" kern="0" spc="30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</a:rPr>
              <a:t> 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176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 </a:t>
            </a:r>
            <a:r>
              <a:rPr lang="ko-KR" altLang="en-US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믿음 소망 사랑</a:t>
            </a:r>
            <a:endParaRPr lang="en-US" sz="2800" b="1" dirty="0">
              <a:solidFill>
                <a:schemeClr val="bg2">
                  <a:lumMod val="25000"/>
                </a:schemeClr>
              </a:solidFill>
              <a:latin typeface="대한" pitchFamily="50" charset="-127"/>
              <a:ea typeface="대한" pitchFamily="50" charset="-127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F0CCEDC-7316-993D-0CA9-74B6E8A92398}"/>
              </a:ext>
            </a:extLst>
          </p:cNvPr>
          <p:cNvGrpSpPr/>
          <p:nvPr/>
        </p:nvGrpSpPr>
        <p:grpSpPr>
          <a:xfrm>
            <a:off x="395536" y="523219"/>
            <a:ext cx="8210675" cy="3992747"/>
            <a:chOff x="395536" y="523219"/>
            <a:chExt cx="8210675" cy="3992747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E9A395C-3129-9E96-FAE8-42192B4252B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1526" b="65152"/>
            <a:stretch/>
          </p:blipFill>
          <p:spPr>
            <a:xfrm>
              <a:off x="397299" y="4155926"/>
              <a:ext cx="8208912" cy="36004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E515715-4C6D-CBDA-AE98-B42BF5A6725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88407"/>
            <a:stretch/>
          </p:blipFill>
          <p:spPr>
            <a:xfrm>
              <a:off x="395536" y="523219"/>
              <a:ext cx="8208912" cy="1256443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A6F6502-237B-1EF2-CD9F-0012AE06B30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224" b="68474"/>
            <a:stretch/>
          </p:blipFill>
          <p:spPr>
            <a:xfrm>
              <a:off x="395536" y="2355726"/>
              <a:ext cx="8208912" cy="1008112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411C325C-53D6-1F44-26AC-737CD4CDEA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8170" b="58508"/>
            <a:stretch/>
          </p:blipFill>
          <p:spPr>
            <a:xfrm>
              <a:off x="395536" y="3795886"/>
              <a:ext cx="8208912" cy="36004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74C326B-3658-4FC9-0381-B2DEC02F426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035" t="15580" b="81098"/>
            <a:stretch/>
          </p:blipFill>
          <p:spPr>
            <a:xfrm>
              <a:off x="1475656" y="1851670"/>
              <a:ext cx="7056784" cy="36004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453237AD-0334-CDBC-2C2A-0CE9F80F96E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5324" b="61829"/>
            <a:stretch/>
          </p:blipFill>
          <p:spPr>
            <a:xfrm>
              <a:off x="395536" y="3415308"/>
              <a:ext cx="8208912" cy="30857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16" y="1419622"/>
            <a:ext cx="9107488" cy="1656184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800"/>
              </a:spcAft>
            </a:pPr>
            <a:r>
              <a:rPr lang="en-US" altLang="ko-KR" sz="5200" b="1" spc="1000" dirty="0">
                <a:latin typeface="바탕" pitchFamily="18" charset="-127"/>
                <a:ea typeface="바탕" pitchFamily="18" charset="-127"/>
              </a:rPr>
              <a:t>2</a:t>
            </a:r>
            <a:r>
              <a:rPr lang="ko-KR" altLang="en-US" sz="5200" b="1" spc="1000" dirty="0">
                <a:latin typeface="바탕" pitchFamily="18" charset="-127"/>
                <a:ea typeface="바탕" pitchFamily="18" charset="-127"/>
              </a:rPr>
              <a:t>차 봉헌</a:t>
            </a:r>
            <a:endParaRPr lang="en-US" altLang="ko-KR" sz="5200" b="1" spc="1000" dirty="0"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lang="en-US" sz="4800" b="1" spc="1500" dirty="0">
                <a:solidFill>
                  <a:srgbClr val="FFC000"/>
                </a:solidFill>
                <a:latin typeface="바탕" pitchFamily="18" charset="-127"/>
                <a:ea typeface="바탕" pitchFamily="18" charset="-127"/>
              </a:rPr>
              <a:t>40</a:t>
            </a:r>
          </a:p>
        </p:txBody>
      </p:sp>
    </p:spTree>
    <p:extLst>
      <p:ext uri="{BB962C8B-B14F-4D97-AF65-F5344CB8AC3E}">
        <p14:creationId xmlns="" xmlns:p14="http://schemas.microsoft.com/office/powerpoint/2010/main" val="3338771621"/>
      </p:ext>
    </p:extLst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800" kern="0" spc="300" dirty="0">
                <a:solidFill>
                  <a:schemeClr val="bg1"/>
                </a:solidFill>
                <a:latin typeface="궁서" pitchFamily="18" charset="-127"/>
                <a:ea typeface="궁서" pitchFamily="18" charset="-127"/>
              </a:rPr>
              <a:t>파견</a:t>
            </a:r>
            <a:r>
              <a:rPr lang="ko-KR" altLang="en-US" sz="2800" kern="0" spc="30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</a:rPr>
              <a:t> 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48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</a:t>
            </a:r>
            <a:r>
              <a:rPr lang="ko-KR" altLang="en-US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주 우리에게 사랑과 자유를</a:t>
            </a:r>
            <a:endParaRPr lang="en-US" sz="2800" b="1" dirty="0">
              <a:solidFill>
                <a:schemeClr val="bg2">
                  <a:lumMod val="25000"/>
                </a:schemeClr>
              </a:solidFill>
              <a:latin typeface="대한" pitchFamily="50" charset="-127"/>
              <a:ea typeface="대한" pitchFamily="50" charset="-12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CD39A2-90D7-4464-A538-85B8BD6F7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D672072-E6F9-3D27-A488-812AFF97EF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2475" y="2557462"/>
            <a:ext cx="19050" cy="28575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C8F040F8-489B-3C12-6769-81CEF0648340}"/>
              </a:ext>
            </a:extLst>
          </p:cNvPr>
          <p:cNvGrpSpPr/>
          <p:nvPr/>
        </p:nvGrpSpPr>
        <p:grpSpPr>
          <a:xfrm>
            <a:off x="200025" y="699542"/>
            <a:ext cx="8743950" cy="3384376"/>
            <a:chOff x="200025" y="699542"/>
            <a:chExt cx="8743950" cy="3384376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FC1AB89-4B4D-2CEC-A340-9E17CBC9A07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9550" y="2550393"/>
              <a:ext cx="8724900" cy="1533525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BFF7586-9C1D-152D-30BA-8767245656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0025" y="699542"/>
              <a:ext cx="8743950" cy="187642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800" kern="0" spc="300" dirty="0">
                <a:solidFill>
                  <a:schemeClr val="bg1"/>
                </a:solidFill>
                <a:latin typeface="궁서" pitchFamily="18" charset="-127"/>
                <a:ea typeface="궁서" pitchFamily="18" charset="-127"/>
              </a:rPr>
              <a:t>파견</a:t>
            </a:r>
            <a:r>
              <a:rPr lang="ko-KR" altLang="en-US" sz="2800" kern="0" spc="30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</a:rPr>
              <a:t> 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48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</a:t>
            </a:r>
            <a:r>
              <a:rPr lang="ko-KR" altLang="en-US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주 우리에게 사랑과 자유를</a:t>
            </a:r>
            <a:endParaRPr lang="en-US" sz="2800" b="1" dirty="0">
              <a:solidFill>
                <a:schemeClr val="bg2">
                  <a:lumMod val="25000"/>
                </a:schemeClr>
              </a:solidFill>
              <a:latin typeface="대한" pitchFamily="50" charset="-127"/>
              <a:ea typeface="대한" pitchFamily="50" charset="-12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CD39A2-90D7-4464-A538-85B8BD6F7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D672072-E6F9-3D27-A488-812AFF97EF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2475" y="2557462"/>
            <a:ext cx="19050" cy="28575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1564F674-DC19-FE99-DF56-BFBA44741874}"/>
              </a:ext>
            </a:extLst>
          </p:cNvPr>
          <p:cNvGrpSpPr/>
          <p:nvPr/>
        </p:nvGrpSpPr>
        <p:grpSpPr>
          <a:xfrm>
            <a:off x="200025" y="555526"/>
            <a:ext cx="8743950" cy="4094956"/>
            <a:chOff x="200025" y="555526"/>
            <a:chExt cx="8743950" cy="4094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5C46806-0291-FDEF-C09F-7148279734E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0025" y="555526"/>
              <a:ext cx="8743950" cy="2038350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80386997-B8B1-AB36-0D47-615CAB444D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9550" y="2859782"/>
              <a:ext cx="8724900" cy="17907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kumimoji="0" lang="en-US" altLang="ko-KR" sz="3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</a:t>
            </a: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차 봉헌</a:t>
            </a: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40</a:t>
            </a:r>
            <a:r>
              <a:rPr kumimoji="0" lang="en-US" altLang="ko-KR" sz="3200" b="0" i="0" u="none" strike="noStrike" kern="0" cap="none" spc="50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</a:t>
            </a:r>
            <a:r>
              <a:rPr lang="ko-KR" altLang="en-US" sz="3200" kern="0" spc="500" dirty="0" smtClean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구하시오 </a:t>
            </a:r>
            <a:r>
              <a:rPr lang="ko-KR" altLang="en-US" sz="3200" kern="0" spc="500" dirty="0" smtClean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받으리라</a:t>
            </a:r>
            <a:endParaRPr kumimoji="0" lang="en-US" sz="2800" b="1" i="0" u="none" strike="noStrike" kern="1200" cap="none" spc="10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D6999746-AABF-418E-B894-EF485213125A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930374"/>
            <a:ext cx="9144000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kumimoji="0" lang="en-US" altLang="ko-KR" sz="3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</a:t>
            </a: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차 봉헌</a:t>
            </a: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40</a:t>
            </a:r>
            <a:r>
              <a:rPr kumimoji="0" lang="en-US" altLang="ko-KR" sz="3200" b="0" i="0" u="none" strike="noStrike" kern="0" cap="none" spc="50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</a:t>
            </a:r>
            <a:r>
              <a:rPr lang="ko-KR" altLang="en-US" sz="3200" kern="0" spc="500" dirty="0" smtClean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구하시오 </a:t>
            </a:r>
            <a:r>
              <a:rPr lang="ko-KR" altLang="en-US" sz="3200" kern="0" spc="500" dirty="0" smtClean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받으리라</a:t>
            </a:r>
            <a:endParaRPr kumimoji="0" lang="en-US" sz="2800" b="1" i="0" u="none" strike="noStrike" kern="1200" cap="none" spc="10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D6999746-AABF-418E-B894-EF485213125A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771549"/>
            <a:ext cx="9054095" cy="36724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791034442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9"/>
          <p:cNvSpPr txBox="1">
            <a:spLocks noChangeArrowheads="1"/>
          </p:cNvSpPr>
          <p:nvPr/>
        </p:nvSpPr>
        <p:spPr bwMode="auto">
          <a:xfrm>
            <a:off x="683568" y="478585"/>
            <a:ext cx="8208912" cy="4071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4" tIns="45716" rIns="91434" bIns="45716">
            <a:spAutoFit/>
          </a:bodyPr>
          <a:lstStyle/>
          <a:p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주님께서 여러분과 함께</a:t>
            </a:r>
            <a:endParaRPr lang="en-US" altLang="ko-KR" sz="29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endParaRPr lang="en-US" altLang="ko-KR" sz="2000" b="1" dirty="0">
              <a:solidFill>
                <a:schemeClr val="tx1">
                  <a:lumMod val="50000"/>
                  <a:lumOff val="5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en-US" altLang="ko-KR" sz="4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◎ </a:t>
            </a:r>
            <a:r>
              <a:rPr lang="ko-KR" altLang="en-US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또한 사제의 영과</a:t>
            </a:r>
            <a:r>
              <a:rPr lang="en-AU" altLang="ko-KR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</a:t>
            </a:r>
            <a:r>
              <a:rPr lang="ko-KR" altLang="en-US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함께</a:t>
            </a:r>
            <a:endParaRPr lang="en-AU" altLang="ko-KR" sz="4000" b="1" spc="3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endParaRPr lang="en-AU" altLang="ko-KR" sz="4000" b="1" dirty="0">
              <a:solidFill>
                <a:schemeClr val="tx1">
                  <a:lumMod val="50000"/>
                  <a:lumOff val="5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marL="269875" indent="-269875">
              <a:lnSpc>
                <a:spcPct val="114000"/>
              </a:lnSpc>
            </a:pP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전능하신 천주 성부와 ✜ 성자와 성령께서는    여기 모인 모든 이에게 강복하소서</a:t>
            </a: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.</a:t>
            </a:r>
          </a:p>
          <a:p>
            <a:endParaRPr lang="en-US" altLang="ko-KR" sz="2000" b="1" dirty="0">
              <a:solidFill>
                <a:schemeClr val="tx1">
                  <a:lumMod val="50000"/>
                  <a:lumOff val="5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en-US" altLang="ko-KR" sz="4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◎ </a:t>
            </a:r>
            <a:r>
              <a:rPr lang="ko-KR" altLang="en-US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아멘</a:t>
            </a:r>
            <a:endParaRPr lang="en-US" sz="4000" b="1" spc="3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E66693FA-D74F-440F-EB24-A24A50F0C3BB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9615" y="-7513"/>
            <a:ext cx="1719533" cy="506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파 견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8FF8F058-4A53-448D-923D-7B3CA886A99A}"/>
              </a:ext>
            </a:extLst>
          </p:cNvPr>
          <p:cNvSpPr/>
          <p:nvPr/>
        </p:nvSpPr>
        <p:spPr>
          <a:xfrm>
            <a:off x="6261890" y="83408"/>
            <a:ext cx="306994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직사각형 2"/>
          <p:cNvSpPr/>
          <p:nvPr/>
        </p:nvSpPr>
        <p:spPr>
          <a:xfrm>
            <a:off x="683568" y="813708"/>
            <a:ext cx="8280920" cy="2030132"/>
          </a:xfrm>
          <a:prstGeom prst="rect">
            <a:avLst/>
          </a:prstGeom>
        </p:spPr>
        <p:txBody>
          <a:bodyPr wrap="square" lIns="70445" tIns="35223" rIns="70445" bIns="35223">
            <a:spAutoFit/>
          </a:bodyPr>
          <a:lstStyle/>
          <a:p>
            <a:pPr lvl="0">
              <a:lnSpc>
                <a:spcPct val="140000"/>
              </a:lnSpc>
              <a:spcAft>
                <a:spcPts val="3600"/>
              </a:spcAft>
              <a:tabLst>
                <a:tab pos="719138" algn="l"/>
              </a:tabLst>
              <a:defRPr/>
            </a:pPr>
            <a:r>
              <a:rPr lang="en-US" altLang="ko-KR" sz="3200" b="1" dirty="0">
                <a:solidFill>
                  <a:schemeClr val="bg2">
                    <a:lumMod val="75000"/>
                  </a:schemeClr>
                </a:solidFill>
                <a:latin typeface="Batang" pitchFamily="18" charset="-127"/>
                <a:ea typeface="Batang" pitchFamily="18" charset="-127"/>
              </a:rPr>
              <a:t>† 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미사가 끝났으니 가서 복음을 전합시다</a:t>
            </a:r>
            <a:r>
              <a:rPr lang="en-US" altLang="ko-KR" sz="32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.</a:t>
            </a:r>
            <a: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	</a:t>
            </a:r>
            <a:endParaRPr kumimoji="0" lang="en-US" altLang="ko-KR" sz="3200" b="1" i="0" u="none" strike="noStrike" kern="1200" cap="none" spc="100" normalizeH="0" noProof="0" dirty="0">
              <a:ln>
                <a:noFill/>
              </a:ln>
              <a:solidFill>
                <a:srgbClr val="EEECE1">
                  <a:lumMod val="75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</a:endParaRPr>
          </a:p>
          <a:p>
            <a:pPr marL="715963" marR="0" lvl="0" indent="-715963" algn="l" defTabSz="715558" rtl="0" eaLnBrk="1" fontAlgn="auto" latinLnBrk="0" hangingPunct="1">
              <a:lnSpc>
                <a:spcPct val="150000"/>
              </a:lnSpc>
              <a:spcBef>
                <a:spcPts val="0"/>
              </a:spcBef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◎</a:t>
            </a:r>
            <a:r>
              <a:rPr kumimoji="0" lang="en-US" altLang="ko-KR" sz="35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	</a:t>
            </a:r>
            <a:r>
              <a:rPr kumimoji="0" lang="ko-KR" altLang="en-US" sz="3500" b="1" i="0" u="none" strike="noStrike" kern="1200" cap="none" spc="2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하느님</a:t>
            </a:r>
            <a:r>
              <a:rPr kumimoji="0" lang="en-AU" altLang="ko-KR" sz="3500" b="1" i="0" u="none" strike="noStrike" kern="1200" cap="none" spc="2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, </a:t>
            </a:r>
            <a:r>
              <a:rPr kumimoji="0" lang="ko-KR" altLang="en-US" sz="3500" b="1" i="0" u="none" strike="noStrike" kern="1200" cap="none" spc="2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감사합니다</a:t>
            </a:r>
            <a:r>
              <a:rPr kumimoji="0" lang="en-US" altLang="ko-KR" sz="3500" b="1" i="0" u="none" strike="noStrike" kern="1200" cap="none" spc="2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.</a:t>
            </a:r>
            <a:endParaRPr kumimoji="0" lang="en-US" altLang="ko-KR" sz="3500" b="1" i="0" u="none" strike="noStrike" kern="1200" cap="none" spc="30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B549EDB5-2CD9-21CC-EB6E-8DF2F3014864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657977245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1563638"/>
            <a:ext cx="9144000" cy="1440160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800"/>
              </a:spcAft>
            </a:pPr>
            <a:r>
              <a:rPr lang="ko-KR" altLang="en-US" sz="5200" b="1" spc="1500" dirty="0">
                <a:latin typeface="바탕" pitchFamily="18" charset="-127"/>
                <a:ea typeface="바탕" pitchFamily="18" charset="-127"/>
              </a:rPr>
              <a:t>파 견</a:t>
            </a:r>
            <a:endParaRPr lang="en-US" altLang="ko-KR" sz="5200" b="1" spc="1500" dirty="0"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20000"/>
              </a:lnSpc>
            </a:pPr>
            <a:r>
              <a:rPr lang="en-US" sz="4800" b="1" spc="1500" dirty="0">
                <a:solidFill>
                  <a:srgbClr val="FFC000"/>
                </a:solidFill>
                <a:latin typeface="바탕" pitchFamily="18" charset="-127"/>
                <a:ea typeface="바탕" pitchFamily="18" charset="-127"/>
              </a:rPr>
              <a:t>48</a:t>
            </a:r>
          </a:p>
        </p:txBody>
      </p:sp>
    </p:spTree>
    <p:extLst>
      <p:ext uri="{BB962C8B-B14F-4D97-AF65-F5344CB8AC3E}">
        <p14:creationId xmlns="" xmlns:p14="http://schemas.microsoft.com/office/powerpoint/2010/main" val="3794957418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2663499769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5500" y="-170585"/>
            <a:ext cx="8798695" cy="51552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altLang="ko-KR" sz="1800" b="1" u="sng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바탕" pitchFamily="18" charset="-127"/>
                <a:ea typeface="바탕" pitchFamily="18" charset="-127"/>
              </a:rPr>
              <a:t>   </a:t>
            </a:r>
            <a:r>
              <a:rPr lang="ko-KR" altLang="en-US" sz="4000" b="1" u="sng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  <a:t>삼종 기도</a:t>
            </a:r>
            <a:endParaRPr lang="en-US" altLang="ko-KR" sz="4000" b="1" u="sng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endParaRPr lang="ko-KR" altLang="en-US" sz="1600" b="1" u="sng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>
              <a:spcAft>
                <a:spcPts val="1000"/>
              </a:spcAft>
            </a:pPr>
            <a:r>
              <a:rPr lang="ko-KR" altLang="en-US" sz="11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11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800" b="1" spc="-2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○ </a:t>
            </a:r>
            <a:r>
              <a:rPr lang="ko-KR" altLang="en-US" sz="2400" b="1" spc="-2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주님의 천사가 마리아께 아뢰니</a:t>
            </a:r>
            <a:endParaRPr lang="en-US" altLang="ko-KR" sz="2400" b="1" spc="-200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>
              <a:spcAft>
                <a:spcPts val="1000"/>
              </a:spcAft>
            </a:pPr>
            <a:r>
              <a:rPr lang="ko-KR" altLang="en-US" sz="30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● </a:t>
            </a:r>
            <a:r>
              <a:rPr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성령으로 잉태하셨나이다</a:t>
            </a:r>
            <a:r>
              <a:rPr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  <a:r>
              <a:rPr lang="ko-KR" altLang="en-US" sz="31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31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</a:t>
            </a:r>
            <a:r>
              <a:rPr lang="ko-KR" altLang="en-US" sz="28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  <a:r>
              <a:rPr lang="en-US" altLang="ko-KR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(</a:t>
            </a:r>
            <a:r>
              <a:rPr lang="ko-KR" altLang="en-US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성모송</a:t>
            </a:r>
            <a:r>
              <a:rPr lang="en-US" altLang="ko-KR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)</a:t>
            </a:r>
            <a: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4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24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800" b="1" spc="-2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○ </a:t>
            </a:r>
            <a:r>
              <a:rPr lang="ko-KR" altLang="en-US" sz="2400" b="1" spc="-2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주님의 종이오니</a:t>
            </a:r>
            <a:endParaRPr lang="en-US" altLang="ko-KR" sz="2400" b="1" spc="-200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>
              <a:spcAft>
                <a:spcPts val="1200"/>
              </a:spcAft>
            </a:pPr>
            <a:r>
              <a:rPr lang="ko-KR" altLang="en-US" sz="30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● </a:t>
            </a:r>
            <a:r>
              <a:rPr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그대로 제게 이루어지소서</a:t>
            </a:r>
            <a:r>
              <a:rPr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!</a:t>
            </a:r>
            <a:r>
              <a:rPr lang="ko-KR" altLang="en-US" sz="28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28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 </a:t>
            </a:r>
            <a:r>
              <a:rPr lang="en-US" altLang="ko-KR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(</a:t>
            </a:r>
            <a:r>
              <a:rPr lang="ko-KR" altLang="en-US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성모송</a:t>
            </a:r>
            <a:r>
              <a:rPr lang="en-US" altLang="ko-KR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)</a:t>
            </a:r>
            <a:r>
              <a:rPr lang="ko-KR" altLang="en-US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endParaRPr lang="en-US" sz="28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="" xmlns:a16="http://schemas.microsoft.com/office/drawing/2014/main" id="{FE387B44-EFCE-CE46-92B1-E681950A9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056" y="305141"/>
            <a:ext cx="3817203" cy="4484305"/>
          </a:xfrm>
          <a:prstGeom prst="rect">
            <a:avLst/>
          </a:prstGeom>
          <a:noFill/>
          <a:ln>
            <a:solidFill>
              <a:schemeClr val="bg1"/>
            </a:solidFill>
            <a:prstDash val="lgDash"/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1" hangingPunct="1"/>
            <a:r>
              <a:rPr kumimoji="0" lang="en-US" altLang="ko-KR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(</a:t>
            </a:r>
            <a:r>
              <a:rPr kumimoji="0" lang="ko-KR" altLang="en-US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성모송</a:t>
            </a:r>
            <a:r>
              <a:rPr kumimoji="0" lang="en-US" altLang="ko-KR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)</a:t>
            </a:r>
          </a:p>
          <a:p>
            <a:pPr lvl="0" algn="ctr" eaLnBrk="1" hangingPunct="1"/>
            <a:endParaRPr kumimoji="0" lang="en-US" altLang="ko-KR" sz="11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  <a:cs typeface="Times New Roman" pitchFamily="18" charset="0"/>
            </a:endParaRPr>
          </a:p>
          <a:p>
            <a:pPr lvl="0" algn="ctr" eaLnBrk="1" hangingPunct="1"/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은총이 가득하신 마리아님</a:t>
            </a:r>
            <a:r>
              <a:rPr kumimoji="0" lang="en-US" altLang="ko-KR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, </a:t>
            </a:r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기뻐하소서</a:t>
            </a:r>
            <a:r>
              <a:rPr kumimoji="0" lang="en-US" altLang="ko-KR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!</a:t>
            </a:r>
            <a:endParaRPr lang="en-US" altLang="ko-KR" sz="2000" b="1" spc="-100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  <a:cs typeface="Times New Roman" pitchFamily="18" charset="0"/>
            </a:endParaRPr>
          </a:p>
          <a:p>
            <a:pPr lvl="0" algn="ctr" eaLnBrk="1" hangingPunct="1"/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주님께서 함께 계시니</a:t>
            </a:r>
            <a:endParaRPr kumimoji="0" lang="en-US" altLang="ko-KR" sz="2000" b="1" i="0" u="none" strike="noStrike" cap="none" spc="-100" normalizeH="0" baseline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latin typeface="바탕" pitchFamily="18" charset="-127"/>
              <a:ea typeface="바탕" pitchFamily="18" charset="-127"/>
              <a:cs typeface="Times New Roman" pitchFamily="18" charset="0"/>
            </a:endParaRPr>
          </a:p>
          <a:p>
            <a:pPr lvl="0" algn="ctr" eaLnBrk="1" hangingPunct="1">
              <a:lnSpc>
                <a:spcPct val="120000"/>
              </a:lnSpc>
              <a:spcAft>
                <a:spcPts val="1200"/>
              </a:spcAft>
            </a:pPr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여인 중에 복되시며 태중의 </a:t>
            </a:r>
            <a:r>
              <a:rPr kumimoji="0" lang="ko-KR" altLang="en-US" sz="2000" b="1" spc="-1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아들 예수님 또한 복되시나이다</a:t>
            </a:r>
            <a:r>
              <a:rPr kumimoji="0" lang="en-US" altLang="ko-KR" sz="2000" b="1" spc="-1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.</a:t>
            </a:r>
          </a:p>
          <a:p>
            <a:pPr lvl="0" algn="ctr" eaLnBrk="1" hangingPunct="1">
              <a:lnSpc>
                <a:spcPct val="110000"/>
              </a:lnSpc>
            </a:pPr>
            <a:r>
              <a:rPr kumimoji="0"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천주의 성모 마리아님</a:t>
            </a:r>
            <a:r>
              <a:rPr kumimoji="0"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, </a:t>
            </a:r>
            <a:r>
              <a:rPr kumimoji="0"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이</a:t>
            </a:r>
            <a:r>
              <a:rPr kumimoji="0" lang="ko-KR" altLang="en-US" sz="3100" b="1" i="0" u="none" strike="noStrike" cap="none" spc="-200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제와 저희 죽을 때에 저희 죄인을 위하여 빌어주소서</a:t>
            </a:r>
            <a:r>
              <a:rPr kumimoji="0"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. </a:t>
            </a:r>
            <a:r>
              <a:rPr kumimoji="0" lang="ko-KR" altLang="en-US" sz="3100" b="1" i="0" u="none" strike="noStrike" cap="none" spc="-150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아멘</a:t>
            </a:r>
            <a:r>
              <a:rPr kumimoji="0" lang="en-US" altLang="ko-KR" sz="3100" b="1" i="0" u="none" strike="noStrike" cap="none" spc="-150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.</a:t>
            </a:r>
            <a:endParaRPr kumimoji="0" lang="en-US" altLang="ko-KR" sz="3100" b="1" i="0" u="none" strike="noStrike" cap="none" spc="-150" normalizeH="0" baseline="0" dirty="0">
              <a:ln>
                <a:noFill/>
              </a:ln>
              <a:solidFill>
                <a:schemeClr val="bg1"/>
              </a:solidFill>
              <a:effectLst/>
              <a:latin typeface="바탕" pitchFamily="18" charset="-127"/>
              <a:ea typeface="바탕" pitchFamily="18" charset="-127"/>
              <a:cs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C45D9A13-3F59-F542-6D92-D14A3AC40C06}"/>
              </a:ext>
            </a:extLst>
          </p:cNvPr>
          <p:cNvSpPr txBox="1"/>
          <p:nvPr/>
        </p:nvSpPr>
        <p:spPr>
          <a:xfrm>
            <a:off x="6300192" y="484490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08880628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5500" y="-170589"/>
            <a:ext cx="8798695" cy="50424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altLang="ko-KR" sz="1800" b="1" u="sng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ko-KR" altLang="en-US" sz="4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  </a:t>
            </a:r>
            <a:r>
              <a:rPr lang="ko-KR" altLang="en-US" sz="4000" b="1" u="sng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  <a:t>삼종 기도</a:t>
            </a:r>
          </a:p>
          <a:p>
            <a:pPr>
              <a:spcAft>
                <a:spcPts val="1000"/>
              </a:spcAft>
            </a:pPr>
            <a:r>
              <a:rPr lang="ko-KR" altLang="en-US" sz="1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1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en-AU" altLang="ko-KR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         </a:t>
            </a:r>
            <a:r>
              <a:rPr lang="en-AU" altLang="ko-KR" sz="20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(</a:t>
            </a:r>
            <a:r>
              <a:rPr lang="ko-KR" altLang="en-US" sz="20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고개를 숙이며</a:t>
            </a:r>
            <a:r>
              <a:rPr lang="en-US" altLang="ko-KR" sz="20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) </a:t>
            </a:r>
            <a:r>
              <a:rPr lang="ko-KR" altLang="en-US" sz="1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1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8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○ </a:t>
            </a:r>
            <a:r>
              <a:rPr lang="ko-KR" altLang="en-US" sz="2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이에 말씀이 사람이 되시어</a:t>
            </a:r>
            <a:endParaRPr lang="en-US" altLang="ko-KR" sz="2400" b="1" spc="-200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>
              <a:spcAft>
                <a:spcPts val="1800"/>
              </a:spcAft>
            </a:pPr>
            <a:r>
              <a:rPr lang="ko-KR" altLang="en-US" sz="30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● </a:t>
            </a:r>
            <a:r>
              <a:rPr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저희 가운데 계시나이다</a:t>
            </a:r>
            <a:r>
              <a:rPr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  <a: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</a:t>
            </a:r>
            <a:r>
              <a:rPr lang="ko-KR" altLang="en-US" sz="24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  <a:r>
              <a:rPr lang="ko-KR" altLang="en-US" sz="24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  <a:r>
              <a:rPr lang="en-US" altLang="ko-KR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(</a:t>
            </a:r>
            <a:r>
              <a:rPr lang="ko-KR" altLang="en-US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성모송</a:t>
            </a:r>
            <a:r>
              <a:rPr lang="en-US" altLang="ko-KR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)</a:t>
            </a:r>
          </a:p>
          <a:p>
            <a:r>
              <a:rPr lang="ko-KR" altLang="en-US" sz="28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○ </a:t>
            </a:r>
            <a:r>
              <a:rPr lang="ko-KR" altLang="en-US" sz="2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천주의 성모님</a:t>
            </a:r>
            <a:r>
              <a:rPr lang="en-US" altLang="ko-KR" sz="2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, </a:t>
            </a:r>
          </a:p>
          <a:p>
            <a:pPr>
              <a:spcAft>
                <a:spcPts val="1000"/>
              </a:spcAft>
            </a:pPr>
            <a:r>
              <a:rPr lang="en-US" altLang="ko-KR" sz="2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     </a:t>
            </a:r>
            <a:r>
              <a:rPr lang="ko-KR" altLang="en-US" sz="2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저희를 위하여 빌어주시어</a:t>
            </a:r>
            <a:endParaRPr lang="en-US" altLang="ko-KR" sz="2400" b="1" spc="-200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ko-KR" altLang="en-US" sz="30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● </a:t>
            </a:r>
            <a:r>
              <a:rPr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그리스도께서 약속하신 </a:t>
            </a:r>
            <a:endParaRPr lang="en-US" altLang="ko-KR" sz="3100" b="1" spc="-2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   </a:t>
            </a:r>
            <a:r>
              <a:rPr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영원한 생명을 얻게 하소서</a:t>
            </a:r>
            <a:r>
              <a:rPr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US" sz="3100" b="1" spc="-2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="" xmlns:a16="http://schemas.microsoft.com/office/drawing/2014/main" id="{FE387B44-EFCE-CE46-92B1-E681950A9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056" y="305141"/>
            <a:ext cx="3817203" cy="4484305"/>
          </a:xfrm>
          <a:prstGeom prst="rect">
            <a:avLst/>
          </a:prstGeom>
          <a:noFill/>
          <a:ln>
            <a:solidFill>
              <a:schemeClr val="bg1"/>
            </a:solidFill>
            <a:prstDash val="lgDash"/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1" hangingPunct="1"/>
            <a:r>
              <a:rPr kumimoji="0" lang="en-US" altLang="ko-KR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(</a:t>
            </a:r>
            <a:r>
              <a:rPr kumimoji="0" lang="ko-KR" altLang="en-US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성모송</a:t>
            </a:r>
            <a:r>
              <a:rPr kumimoji="0" lang="en-US" altLang="ko-KR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)</a:t>
            </a:r>
          </a:p>
          <a:p>
            <a:pPr lvl="0" algn="ctr" eaLnBrk="1" hangingPunct="1"/>
            <a:endParaRPr kumimoji="0" lang="en-US" altLang="ko-KR" sz="11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  <a:cs typeface="Times New Roman" pitchFamily="18" charset="0"/>
            </a:endParaRPr>
          </a:p>
          <a:p>
            <a:pPr lvl="0" algn="ctr" eaLnBrk="1" hangingPunct="1"/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은총이 가득하신 마리아님</a:t>
            </a:r>
            <a:r>
              <a:rPr kumimoji="0" lang="en-US" altLang="ko-KR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, </a:t>
            </a:r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기뻐하소서</a:t>
            </a:r>
            <a:r>
              <a:rPr kumimoji="0" lang="en-US" altLang="ko-KR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!</a:t>
            </a:r>
            <a:endParaRPr lang="en-US" altLang="ko-KR" sz="2000" b="1" spc="-100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  <a:cs typeface="Times New Roman" pitchFamily="18" charset="0"/>
            </a:endParaRPr>
          </a:p>
          <a:p>
            <a:pPr lvl="0" algn="ctr" eaLnBrk="1" hangingPunct="1"/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주님께서 함께 계시니</a:t>
            </a:r>
            <a:endParaRPr kumimoji="0" lang="en-US" altLang="ko-KR" sz="2000" b="1" i="0" u="none" strike="noStrike" cap="none" spc="-100" normalizeH="0" baseline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latin typeface="바탕" pitchFamily="18" charset="-127"/>
              <a:ea typeface="바탕" pitchFamily="18" charset="-127"/>
              <a:cs typeface="Times New Roman" pitchFamily="18" charset="0"/>
            </a:endParaRPr>
          </a:p>
          <a:p>
            <a:pPr lvl="0" algn="ctr" eaLnBrk="1" hangingPunct="1">
              <a:lnSpc>
                <a:spcPct val="120000"/>
              </a:lnSpc>
              <a:spcAft>
                <a:spcPts val="1200"/>
              </a:spcAft>
            </a:pPr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여인 중에 복되시며 태중의 </a:t>
            </a:r>
            <a:r>
              <a:rPr kumimoji="0" lang="ko-KR" altLang="en-US" sz="2000" b="1" spc="-1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아들 예수님 또한 복되시나이다</a:t>
            </a:r>
            <a:r>
              <a:rPr kumimoji="0" lang="en-US" altLang="ko-KR" sz="2000" b="1" spc="-1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.</a:t>
            </a:r>
          </a:p>
          <a:p>
            <a:pPr lvl="0" algn="ctr" eaLnBrk="1" hangingPunct="1">
              <a:lnSpc>
                <a:spcPct val="110000"/>
              </a:lnSpc>
            </a:pPr>
            <a:r>
              <a:rPr kumimoji="0"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천주의 성모 마리아님</a:t>
            </a:r>
            <a:r>
              <a:rPr kumimoji="0"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, </a:t>
            </a:r>
            <a:r>
              <a:rPr kumimoji="0"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이</a:t>
            </a:r>
            <a:r>
              <a:rPr kumimoji="0" lang="ko-KR" altLang="en-US" sz="3100" b="1" i="0" u="none" strike="noStrike" cap="none" spc="-200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제와 저희 죽을 때에 저희 죄인을 위하여 빌어주소서</a:t>
            </a:r>
            <a:r>
              <a:rPr kumimoji="0"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. </a:t>
            </a:r>
            <a:r>
              <a:rPr kumimoji="0" lang="ko-KR" altLang="en-US" sz="3100" b="1" i="0" u="none" strike="noStrike" cap="none" spc="-150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아멘</a:t>
            </a:r>
            <a:r>
              <a:rPr kumimoji="0" lang="en-US" altLang="ko-KR" sz="3100" b="1" i="0" u="none" strike="noStrike" cap="none" spc="-150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.</a:t>
            </a:r>
            <a:endParaRPr kumimoji="0" lang="en-US" altLang="ko-KR" sz="3100" b="1" i="0" u="none" strike="noStrike" cap="none" spc="-150" normalizeH="0" baseline="0" dirty="0">
              <a:ln>
                <a:noFill/>
              </a:ln>
              <a:solidFill>
                <a:schemeClr val="bg1"/>
              </a:solidFill>
              <a:effectLst/>
              <a:latin typeface="바탕" pitchFamily="18" charset="-127"/>
              <a:ea typeface="바탕" pitchFamily="18" charset="-127"/>
              <a:cs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DA81389A-C9F3-9331-04D3-3D9FC43220E6}"/>
              </a:ext>
            </a:extLst>
          </p:cNvPr>
          <p:cNvSpPr txBox="1"/>
          <p:nvPr/>
        </p:nvSpPr>
        <p:spPr>
          <a:xfrm>
            <a:off x="6300192" y="484490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582102589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251520" y="-20538"/>
            <a:ext cx="8604449" cy="5150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   † </a:t>
            </a:r>
            <a:r>
              <a:rPr lang="ko-KR" altLang="en-US" sz="33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 기도합시다</a:t>
            </a:r>
            <a:endParaRPr lang="en-US" altLang="ko-KR" sz="33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>
              <a:lnSpc>
                <a:spcPct val="109000"/>
              </a:lnSpc>
              <a:spcAft>
                <a:spcPts val="1200"/>
              </a:spcAft>
            </a:pPr>
            <a:r>
              <a:rPr lang="ko-KR" altLang="en-US" sz="1200" b="1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1200" b="1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300" b="1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  <a:t>   </a:t>
            </a:r>
            <a:r>
              <a:rPr lang="ko-KR" altLang="en-US" sz="2800" b="1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  <a:t>  </a:t>
            </a: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하느님</a:t>
            </a:r>
            <a:r>
              <a:rPr lang="en-US" altLang="ko-KR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, </a:t>
            </a: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천사의 아룀으로</a:t>
            </a:r>
            <a:b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 성자께서 사람이 되심을 알았으니</a:t>
            </a:r>
            <a:b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 성자의 수난과 십자가로</a:t>
            </a:r>
            <a:b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 부활의 영광에 이르는 은총을</a:t>
            </a:r>
            <a:b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 저희에게 내려주소서</a:t>
            </a:r>
            <a:r>
              <a:rPr lang="en-US" altLang="ko-KR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 우리 주 그리스도를 통하여 비나이다</a:t>
            </a:r>
            <a:r>
              <a:rPr lang="en-US" altLang="ko-KR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</a:p>
          <a:p>
            <a:pPr>
              <a:lnSpc>
                <a:spcPct val="109000"/>
              </a:lnSpc>
            </a:pP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   ◎ 아 멘</a:t>
            </a:r>
            <a:endParaRPr lang="en-US" sz="33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BA811EDA-B07E-E0E5-BF81-7CB51F32B966}"/>
              </a:ext>
            </a:extLst>
          </p:cNvPr>
          <p:cNvSpPr txBox="1"/>
          <p:nvPr/>
        </p:nvSpPr>
        <p:spPr>
          <a:xfrm>
            <a:off x="6300192" y="484490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444019180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4286422730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/>
          </p:cNvSpPr>
          <p:nvPr/>
        </p:nvSpPr>
        <p:spPr>
          <a:xfrm>
            <a:off x="0" y="1543324"/>
            <a:ext cx="9144000" cy="1708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84" marR="0" lvl="0" indent="0" algn="ctr" defTabSz="914400" eaLnBrk="1" fontAlgn="auto" latinLnBrk="0" hangingPunct="1">
              <a:lnSpc>
                <a:spcPct val="150000"/>
              </a:lnSpc>
              <a:spcBef>
                <a:spcPts val="924"/>
              </a:spcBef>
              <a:spcAft>
                <a:spcPts val="924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700" b="1" i="0" u="none" strike="noStrike" kern="0" cap="none" spc="231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j-cs"/>
              </a:rPr>
              <a:t>미사가 끝났으니 </a:t>
            </a:r>
            <a:br>
              <a:rPr kumimoji="0" lang="ko-KR" altLang="en-US" sz="3700" b="1" i="0" u="none" strike="noStrike" kern="0" cap="none" spc="231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j-cs"/>
              </a:rPr>
            </a:br>
            <a:r>
              <a:rPr kumimoji="0" lang="ko-KR" altLang="en-US" sz="3700" b="1" i="0" u="none" strike="noStrike" kern="0" cap="none" spc="231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j-cs"/>
              </a:rPr>
              <a:t>안녕히 돌아가십시오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8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9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40243</TotalTime>
  <Words>2209</Words>
  <Application>Microsoft Office PowerPoint</Application>
  <PresentationFormat>화면 슬라이드 쇼(16:9)</PresentationFormat>
  <Paragraphs>567</Paragraphs>
  <Slides>140</Slides>
  <Notes>95</Notes>
  <HiddenSlides>0</HiddenSlides>
  <MMClips>0</MMClips>
  <ScaleCrop>false</ScaleCrop>
  <HeadingPairs>
    <vt:vector size="4" baseType="variant">
      <vt:variant>
        <vt:lpstr>테마</vt:lpstr>
      </vt:variant>
      <vt:variant>
        <vt:i4>10</vt:i4>
      </vt:variant>
      <vt:variant>
        <vt:lpstr>슬라이드 제목</vt:lpstr>
      </vt:variant>
      <vt:variant>
        <vt:i4>152</vt:i4>
      </vt:variant>
    </vt:vector>
  </HeadingPairs>
  <TitlesOfParts>
    <vt:vector size="162" baseType="lpstr">
      <vt:lpstr>Office Theme</vt:lpstr>
      <vt:lpstr>1_Office Theme</vt:lpstr>
      <vt:lpstr>2_Office Theme</vt:lpstr>
      <vt:lpstr>3_Office Theme</vt:lpstr>
      <vt:lpstr>4_Office Theme</vt:lpstr>
      <vt:lpstr>5_Office Theme</vt:lpstr>
      <vt:lpstr>6_Office Theme</vt:lpstr>
      <vt:lpstr>7_Office Theme</vt:lpstr>
      <vt:lpstr>8_Office Theme</vt:lpstr>
      <vt:lpstr>9_Office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성모 찬송</vt:lpstr>
      <vt:lpstr>성모 찬송</vt:lpstr>
      <vt:lpstr>성모 찬송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입당송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  <vt:lpstr>슬라이드 27</vt:lpstr>
      <vt:lpstr>슬라이드 28</vt:lpstr>
      <vt:lpstr>슬라이드 29</vt:lpstr>
      <vt:lpstr>슬라이드 30</vt:lpstr>
      <vt:lpstr>슬라이드 31</vt:lpstr>
      <vt:lpstr>슬라이드 32</vt:lpstr>
      <vt:lpstr>슬라이드 33</vt:lpstr>
      <vt:lpstr>슬라이드 34</vt:lpstr>
      <vt:lpstr>슬라이드 35</vt:lpstr>
      <vt:lpstr>슬라이드 36</vt:lpstr>
      <vt:lpstr>슬라이드 37</vt:lpstr>
      <vt:lpstr>슬라이드 38</vt:lpstr>
      <vt:lpstr>슬라이드 39</vt:lpstr>
      <vt:lpstr>슬라이드 40</vt:lpstr>
      <vt:lpstr>슬라이드 41</vt:lpstr>
      <vt:lpstr>슬라이드 42</vt:lpstr>
      <vt:lpstr>슬라이드 43</vt:lpstr>
      <vt:lpstr>슬라이드 44</vt:lpstr>
      <vt:lpstr>슬라이드 45</vt:lpstr>
      <vt:lpstr>슬라이드 46</vt:lpstr>
      <vt:lpstr>슬라이드 47</vt:lpstr>
      <vt:lpstr>제 1 독서   열왕기 하권의 말씀입니다.</vt:lpstr>
      <vt:lpstr>슬라이드 49</vt:lpstr>
      <vt:lpstr>슬라이드 50</vt:lpstr>
      <vt:lpstr>슬라이드 51</vt:lpstr>
      <vt:lpstr>슬라이드 52</vt:lpstr>
      <vt:lpstr>슬라이드 53</vt:lpstr>
      <vt:lpstr>슬라이드 54</vt:lpstr>
      <vt:lpstr>슬라이드 55</vt:lpstr>
      <vt:lpstr>슬라이드 56</vt:lpstr>
      <vt:lpstr>슬라이드 57</vt:lpstr>
      <vt:lpstr>슬라이드 58</vt:lpstr>
      <vt:lpstr>슬라이드 59</vt:lpstr>
      <vt:lpstr>슬라이드 60</vt:lpstr>
      <vt:lpstr>슬라이드 61</vt:lpstr>
      <vt:lpstr>제 2 독서  사도 바오로의 로마서 말씀입니다.</vt:lpstr>
      <vt:lpstr>슬라이드 63</vt:lpstr>
      <vt:lpstr>슬라이드 64</vt:lpstr>
      <vt:lpstr>슬라이드 65</vt:lpstr>
      <vt:lpstr>슬라이드 66</vt:lpstr>
      <vt:lpstr>슬라이드 67</vt:lpstr>
      <vt:lpstr>슬라이드 68</vt:lpstr>
      <vt:lpstr>슬라이드 69</vt:lpstr>
      <vt:lpstr>슬라이드 70</vt:lpstr>
      <vt:lpstr>슬라이드 71</vt:lpstr>
      <vt:lpstr>슬라이드 72</vt:lpstr>
      <vt:lpstr>슬라이드 73</vt:lpstr>
      <vt:lpstr>슬라이드 74</vt:lpstr>
      <vt:lpstr>슬라이드 75</vt:lpstr>
      <vt:lpstr>슬라이드 76</vt:lpstr>
      <vt:lpstr>슬라이드 77</vt:lpstr>
      <vt:lpstr>슬라이드 78</vt:lpstr>
      <vt:lpstr>슬라이드 79</vt:lpstr>
      <vt:lpstr>슬라이드 80</vt:lpstr>
      <vt:lpstr>슬라이드 81</vt:lpstr>
      <vt:lpstr>슬라이드 82</vt:lpstr>
      <vt:lpstr>슬라이드 83</vt:lpstr>
      <vt:lpstr>슬라이드 84</vt:lpstr>
      <vt:lpstr>슬라이드 85</vt:lpstr>
      <vt:lpstr>슬라이드 86</vt:lpstr>
      <vt:lpstr>슬라이드 87</vt:lpstr>
      <vt:lpstr>슬라이드 88</vt:lpstr>
      <vt:lpstr>슬라이드 89</vt:lpstr>
      <vt:lpstr>슬라이드 90</vt:lpstr>
      <vt:lpstr>슬라이드 91</vt:lpstr>
      <vt:lpstr>슬라이드 92</vt:lpstr>
      <vt:lpstr>슬라이드 93</vt:lpstr>
      <vt:lpstr>슬라이드 94</vt:lpstr>
      <vt:lpstr>슬라이드 95</vt:lpstr>
      <vt:lpstr>슬라이드 96</vt:lpstr>
      <vt:lpstr>슬라이드 97</vt:lpstr>
      <vt:lpstr>슬라이드 98</vt:lpstr>
      <vt:lpstr>슬라이드 99</vt:lpstr>
      <vt:lpstr>슬라이드 100</vt:lpstr>
      <vt:lpstr>슬라이드 101</vt:lpstr>
      <vt:lpstr>슬라이드 102</vt:lpstr>
      <vt:lpstr>슬라이드 103</vt:lpstr>
      <vt:lpstr>슬라이드 104</vt:lpstr>
      <vt:lpstr>슬라이드 105</vt:lpstr>
      <vt:lpstr>슬라이드 106</vt:lpstr>
      <vt:lpstr>슬라이드 107</vt:lpstr>
      <vt:lpstr>슬라이드 108</vt:lpstr>
      <vt:lpstr>슬라이드 109</vt:lpstr>
      <vt:lpstr>슬라이드 110</vt:lpstr>
      <vt:lpstr>슬라이드 111</vt:lpstr>
      <vt:lpstr>슬라이드 112</vt:lpstr>
      <vt:lpstr>슬라이드 113</vt:lpstr>
      <vt:lpstr>슬라이드 114</vt:lpstr>
      <vt:lpstr>슬라이드 115</vt:lpstr>
      <vt:lpstr>슬라이드 116</vt:lpstr>
      <vt:lpstr>영성체</vt:lpstr>
      <vt:lpstr>슬라이드 118</vt:lpstr>
      <vt:lpstr>영성체송</vt:lpstr>
      <vt:lpstr>슬라이드 120</vt:lpstr>
      <vt:lpstr>슬라이드 121</vt:lpstr>
      <vt:lpstr>슬라이드 122</vt:lpstr>
      <vt:lpstr>슬라이드 123</vt:lpstr>
      <vt:lpstr>슬라이드 124</vt:lpstr>
      <vt:lpstr>슬라이드 125</vt:lpstr>
      <vt:lpstr>슬라이드 126</vt:lpstr>
      <vt:lpstr>슬라이드 127</vt:lpstr>
      <vt:lpstr>슬라이드 128</vt:lpstr>
      <vt:lpstr>슬라이드 129</vt:lpstr>
      <vt:lpstr>슬라이드 130</vt:lpstr>
      <vt:lpstr>슬라이드 131</vt:lpstr>
      <vt:lpstr>슬라이드 132</vt:lpstr>
      <vt:lpstr>슬라이드 133</vt:lpstr>
      <vt:lpstr>슬라이드 134</vt:lpstr>
      <vt:lpstr>슬라이드 135</vt:lpstr>
      <vt:lpstr>슬라이드 136</vt:lpstr>
      <vt:lpstr>슬라이드 137</vt:lpstr>
      <vt:lpstr>파 견</vt:lpstr>
      <vt:lpstr>슬라이드 139</vt:lpstr>
      <vt:lpstr>슬라이드 140</vt:lpstr>
      <vt:lpstr>슬라이드 141</vt:lpstr>
      <vt:lpstr>슬라이드 142</vt:lpstr>
      <vt:lpstr>슬라이드 143</vt:lpstr>
      <vt:lpstr>슬라이드 144</vt:lpstr>
      <vt:lpstr>슬라이드 145</vt:lpstr>
      <vt:lpstr>슬라이드 146</vt:lpstr>
      <vt:lpstr>슬라이드 147</vt:lpstr>
      <vt:lpstr>슬라이드 148</vt:lpstr>
      <vt:lpstr>슬라이드 149</vt:lpstr>
      <vt:lpstr>슬라이드 150</vt:lpstr>
      <vt:lpstr>슬라이드 151</vt:lpstr>
      <vt:lpstr>슬라이드 152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Scott</cp:lastModifiedBy>
  <cp:revision>2046</cp:revision>
  <dcterms:created xsi:type="dcterms:W3CDTF">2016-08-30T00:06:00Z</dcterms:created>
  <dcterms:modified xsi:type="dcterms:W3CDTF">2026-07-15T21:59:00Z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2016-08-27T00:00:00Z</vt:filetime>
  </property>
  <property fmtid="{D5CDD505-2E9C-101B-9397-08002B2CF9AE}" pid="3" name="Creator">
    <vt:lpwstr>Adobe InDesign CC 2015 (Macintosh)</vt:lpwstr>
  </property>
  <property fmtid="{D5CDD505-2E9C-101B-9397-08002B2CF9AE}" pid="4" name="LastSaved">
    <vt:filetime>2016-08-30T00:00:00Z</vt:filetime>
  </property>
</Properties>
</file>
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9"/>
  </p:notesMasterIdLst>
  <p:sldIdLst>
    <p:sldId id="1697" r:id="rId2"/>
    <p:sldId id="1372" r:id="rId3"/>
    <p:sldId id="1373" r:id="rId4"/>
    <p:sldId id="1374" r:id="rId5"/>
    <p:sldId id="1375" r:id="rId6"/>
    <p:sldId id="1376" r:id="rId7"/>
    <p:sldId id="2532" r:id="rId8"/>
    <p:sldId id="2533" r:id="rId9"/>
    <p:sldId id="2534" r:id="rId10"/>
    <p:sldId id="1377" r:id="rId11"/>
    <p:sldId id="1062" r:id="rId12"/>
    <p:sldId id="1063" r:id="rId13"/>
    <p:sldId id="1574" r:id="rId14"/>
    <p:sldId id="3095" r:id="rId15"/>
    <p:sldId id="3096" r:id="rId16"/>
    <p:sldId id="1577" r:id="rId17"/>
    <p:sldId id="1511" r:id="rId18"/>
    <p:sldId id="2068" r:id="rId19"/>
    <p:sldId id="2195" r:id="rId20"/>
    <p:sldId id="2194" r:id="rId21"/>
    <p:sldId id="1815" r:id="rId22"/>
    <p:sldId id="1954" r:id="rId23"/>
    <p:sldId id="1955" r:id="rId24"/>
    <p:sldId id="1565" r:id="rId25"/>
    <p:sldId id="1566" r:id="rId26"/>
    <p:sldId id="1575" r:id="rId27"/>
    <p:sldId id="1576" r:id="rId28"/>
    <p:sldId id="1528" r:id="rId29"/>
    <p:sldId id="2464" r:id="rId30"/>
    <p:sldId id="2466" r:id="rId31"/>
    <p:sldId id="2931" r:id="rId32"/>
    <p:sldId id="2932" r:id="rId33"/>
    <p:sldId id="2933" r:id="rId34"/>
    <p:sldId id="2934" r:id="rId35"/>
    <p:sldId id="2935" r:id="rId36"/>
    <p:sldId id="2936" r:id="rId37"/>
    <p:sldId id="2937" r:id="rId38"/>
    <p:sldId id="2938" r:id="rId39"/>
    <p:sldId id="2939" r:id="rId40"/>
    <p:sldId id="2940" r:id="rId41"/>
    <p:sldId id="2469" r:id="rId42"/>
    <p:sldId id="2342" r:id="rId43"/>
    <p:sldId id="2343" r:id="rId44"/>
    <p:sldId id="2344" r:id="rId45"/>
    <p:sldId id="2345" r:id="rId46"/>
    <p:sldId id="2346" r:id="rId47"/>
    <p:sldId id="2347" r:id="rId48"/>
    <p:sldId id="2348" r:id="rId49"/>
    <p:sldId id="2349" r:id="rId50"/>
    <p:sldId id="2350" r:id="rId51"/>
    <p:sldId id="2351" r:id="rId52"/>
    <p:sldId id="1670" r:id="rId53"/>
    <p:sldId id="1020" r:id="rId54"/>
    <p:sldId id="1757" r:id="rId55"/>
    <p:sldId id="2196" r:id="rId56"/>
    <p:sldId id="2198" r:id="rId57"/>
    <p:sldId id="1737" r:id="rId58"/>
    <p:sldId id="3019" r:id="rId59"/>
    <p:sldId id="1729" r:id="rId60"/>
    <p:sldId id="3099" r:id="rId61"/>
    <p:sldId id="3038" r:id="rId62"/>
    <p:sldId id="3100" r:id="rId63"/>
    <p:sldId id="3039" r:id="rId64"/>
    <p:sldId id="3101" r:id="rId65"/>
    <p:sldId id="787" r:id="rId66"/>
    <p:sldId id="1138" r:id="rId67"/>
    <p:sldId id="1730" r:id="rId68"/>
    <p:sldId id="3040" r:id="rId69"/>
    <p:sldId id="1706" r:id="rId70"/>
    <p:sldId id="1427" r:id="rId71"/>
    <p:sldId id="1555" r:id="rId72"/>
    <p:sldId id="1260" r:id="rId73"/>
    <p:sldId id="344" r:id="rId74"/>
    <p:sldId id="1556" r:id="rId75"/>
    <p:sldId id="3041" r:id="rId76"/>
    <p:sldId id="3042" r:id="rId77"/>
    <p:sldId id="1714" r:id="rId78"/>
    <p:sldId id="1462" r:id="rId79"/>
    <p:sldId id="1770" r:id="rId80"/>
    <p:sldId id="1771" r:id="rId81"/>
    <p:sldId id="1772" r:id="rId82"/>
    <p:sldId id="1773" r:id="rId83"/>
    <p:sldId id="1680" r:id="rId84"/>
    <p:sldId id="1598" r:id="rId85"/>
    <p:sldId id="348" r:id="rId86"/>
    <p:sldId id="2206" r:id="rId87"/>
    <p:sldId id="2612" r:id="rId88"/>
    <p:sldId id="2630" r:id="rId89"/>
    <p:sldId id="2631" r:id="rId90"/>
    <p:sldId id="1128" r:id="rId91"/>
    <p:sldId id="1129" r:id="rId92"/>
    <p:sldId id="1130" r:id="rId93"/>
    <p:sldId id="1131" r:id="rId94"/>
    <p:sldId id="1132" r:id="rId95"/>
    <p:sldId id="1599" r:id="rId96"/>
    <p:sldId id="1600" r:id="rId97"/>
    <p:sldId id="1601" r:id="rId98"/>
    <p:sldId id="1602" r:id="rId99"/>
    <p:sldId id="1774" r:id="rId100"/>
    <p:sldId id="286" r:id="rId101"/>
    <p:sldId id="1604" r:id="rId102"/>
    <p:sldId id="1605" r:id="rId103"/>
    <p:sldId id="1606" r:id="rId104"/>
    <p:sldId id="1607" r:id="rId105"/>
    <p:sldId id="1608" r:id="rId106"/>
    <p:sldId id="1609" r:id="rId107"/>
    <p:sldId id="1610" r:id="rId108"/>
    <p:sldId id="1144" r:id="rId109"/>
    <p:sldId id="706" r:id="rId110"/>
    <p:sldId id="1611" r:id="rId111"/>
    <p:sldId id="707" r:id="rId112"/>
    <p:sldId id="497" r:id="rId113"/>
    <p:sldId id="1149" r:id="rId114"/>
    <p:sldId id="739" r:id="rId115"/>
    <p:sldId id="428" r:id="rId116"/>
    <p:sldId id="1612" r:id="rId117"/>
    <p:sldId id="1613" r:id="rId118"/>
    <p:sldId id="1146" r:id="rId119"/>
    <p:sldId id="423" r:id="rId120"/>
    <p:sldId id="424" r:id="rId121"/>
    <p:sldId id="1033" r:id="rId122"/>
    <p:sldId id="302" r:id="rId123"/>
    <p:sldId id="1633" r:id="rId124"/>
    <p:sldId id="3097" r:id="rId125"/>
    <p:sldId id="3098" r:id="rId126"/>
    <p:sldId id="1675" r:id="rId127"/>
    <p:sldId id="1673" r:id="rId128"/>
    <p:sldId id="1672" r:id="rId129"/>
    <p:sldId id="1676" r:id="rId130"/>
    <p:sldId id="1701" r:id="rId131"/>
    <p:sldId id="1634" r:id="rId132"/>
    <p:sldId id="2507" r:id="rId133"/>
    <p:sldId id="2526" r:id="rId134"/>
    <p:sldId id="1413" r:id="rId135"/>
    <p:sldId id="498" r:id="rId136"/>
    <p:sldId id="1742" r:id="rId137"/>
    <p:sldId id="499" r:id="rId138"/>
    <p:sldId id="1363" r:id="rId139"/>
    <p:sldId id="1790" r:id="rId140"/>
    <p:sldId id="1830" r:id="rId141"/>
    <p:sldId id="1832" r:id="rId142"/>
    <p:sldId id="542" r:id="rId143"/>
    <p:sldId id="1775" r:id="rId144"/>
    <p:sldId id="1776" r:id="rId145"/>
    <p:sldId id="1777" r:id="rId146"/>
    <p:sldId id="1356" r:id="rId147"/>
    <p:sldId id="893" r:id="rId148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10" autoAdjust="0"/>
    <p:restoredTop sz="99785" autoAdjust="0"/>
  </p:normalViewPr>
  <p:slideViewPr>
    <p:cSldViewPr>
      <p:cViewPr varScale="1">
        <p:scale>
          <a:sx n="84" d="100"/>
          <a:sy n="84" d="100"/>
        </p:scale>
        <p:origin x="644" y="68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microsoft.com/office/2016/11/relationships/changesInfo" Target="changesInfos/changesInfo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Yang" userId="96e110e5a1896ef6" providerId="LiveId" clId="{41D2CAC7-C605-41F2-BE4E-DB1CA769F9BC}"/>
    <pc:docChg chg="delSld delMainMaster">
      <pc:chgData name="Jacob Yang" userId="96e110e5a1896ef6" providerId="LiveId" clId="{41D2CAC7-C605-41F2-BE4E-DB1CA769F9BC}" dt="2026-06-10T11:50:06.176" v="7" actId="47"/>
      <pc:docMkLst>
        <pc:docMk/>
      </pc:docMkLst>
      <pc:sldChg chg="del">
        <pc:chgData name="Jacob Yang" userId="96e110e5a1896ef6" providerId="LiveId" clId="{41D2CAC7-C605-41F2-BE4E-DB1CA769F9BC}" dt="2026-06-10T11:50:01.606" v="4" actId="47"/>
        <pc:sldMkLst>
          <pc:docMk/>
          <pc:sldMk cId="2157091779" sldId="2470"/>
        </pc:sldMkLst>
      </pc:sldChg>
      <pc:sldChg chg="del">
        <pc:chgData name="Jacob Yang" userId="96e110e5a1896ef6" providerId="LiveId" clId="{41D2CAC7-C605-41F2-BE4E-DB1CA769F9BC}" dt="2026-06-10T11:50:03.650" v="5" actId="47"/>
        <pc:sldMkLst>
          <pc:docMk/>
          <pc:sldMk cId="2301544108" sldId="2473"/>
        </pc:sldMkLst>
      </pc:sldChg>
      <pc:sldChg chg="del">
        <pc:chgData name="Jacob Yang" userId="96e110e5a1896ef6" providerId="LiveId" clId="{41D2CAC7-C605-41F2-BE4E-DB1CA769F9BC}" dt="2026-06-10T11:50:04.588" v="6" actId="47"/>
        <pc:sldMkLst>
          <pc:docMk/>
          <pc:sldMk cId="3233547748" sldId="2474"/>
        </pc:sldMkLst>
      </pc:sldChg>
      <pc:sldChg chg="del">
        <pc:chgData name="Jacob Yang" userId="96e110e5a1896ef6" providerId="LiveId" clId="{41D2CAC7-C605-41F2-BE4E-DB1CA769F9BC}" dt="2026-06-10T11:49:52.261" v="1" actId="47"/>
        <pc:sldMkLst>
          <pc:docMk/>
          <pc:sldMk cId="2848569244" sldId="2479"/>
        </pc:sldMkLst>
      </pc:sldChg>
      <pc:sldChg chg="del">
        <pc:chgData name="Jacob Yang" userId="96e110e5a1896ef6" providerId="LiveId" clId="{41D2CAC7-C605-41F2-BE4E-DB1CA769F9BC}" dt="2026-06-10T11:49:56.287" v="2" actId="47"/>
        <pc:sldMkLst>
          <pc:docMk/>
          <pc:sldMk cId="1389559419" sldId="2480"/>
        </pc:sldMkLst>
      </pc:sldChg>
      <pc:sldChg chg="del">
        <pc:chgData name="Jacob Yang" userId="96e110e5a1896ef6" providerId="LiveId" clId="{41D2CAC7-C605-41F2-BE4E-DB1CA769F9BC}" dt="2026-06-10T11:49:57.829" v="3" actId="47"/>
        <pc:sldMkLst>
          <pc:docMk/>
          <pc:sldMk cId="4710656" sldId="2481"/>
        </pc:sldMkLst>
      </pc:sldChg>
      <pc:sldChg chg="del">
        <pc:chgData name="Jacob Yang" userId="96e110e5a1896ef6" providerId="LiveId" clId="{41D2CAC7-C605-41F2-BE4E-DB1CA769F9BC}" dt="2026-06-10T11:49:46.192" v="0" actId="47"/>
        <pc:sldMkLst>
          <pc:docMk/>
          <pc:sldMk cId="0" sldId="3093"/>
        </pc:sldMkLst>
      </pc:sldChg>
      <pc:sldChg chg="del">
        <pc:chgData name="Jacob Yang" userId="96e110e5a1896ef6" providerId="LiveId" clId="{41D2CAC7-C605-41F2-BE4E-DB1CA769F9BC}" dt="2026-06-10T11:50:06.176" v="7" actId="47"/>
        <pc:sldMkLst>
          <pc:docMk/>
          <pc:sldMk cId="646135681" sldId="3094"/>
        </pc:sldMkLst>
      </pc:sldChg>
      <pc:sldMasterChg chg="del delSldLayout">
        <pc:chgData name="Jacob Yang" userId="96e110e5a1896ef6" providerId="LiveId" clId="{41D2CAC7-C605-41F2-BE4E-DB1CA769F9BC}" dt="2026-06-10T11:50:06.176" v="7" actId="47"/>
        <pc:sldMasterMkLst>
          <pc:docMk/>
          <pc:sldMasterMk cId="3196902536" sldId="2147483667"/>
        </pc:sldMasterMkLst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1207363763" sldId="2147483668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313916526" sldId="2147483669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4173473602" sldId="2147483670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701026163" sldId="2147483671"/>
          </pc:sldLayoutMkLst>
        </pc:sldLayoutChg>
        <pc:sldLayoutChg chg="del">
          <pc:chgData name="Jacob Yang" userId="96e110e5a1896ef6" providerId="LiveId" clId="{41D2CAC7-C605-41F2-BE4E-DB1CA769F9BC}" dt="2026-06-10T11:50:06.176" v="7" actId="47"/>
          <pc:sldLayoutMkLst>
            <pc:docMk/>
            <pc:sldMasterMk cId="3196902536" sldId="2147483667"/>
            <pc:sldLayoutMk cId="3154901769" sldId="214748367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10/06/2026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48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0080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695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11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45548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187839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2801441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15567447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9042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3885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733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24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12491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3681911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90429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454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09433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8816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9102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5752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3325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061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0327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06149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1358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2084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4330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5566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47072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24549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2987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2192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14355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8341-0DDC-5E3F-A209-EA6D935FC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A9FC1-FEB1-0DBE-98D2-43B28F6F5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0C2FB-566A-B6C4-DECC-C4429EB29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E5F02-6237-3CF0-3680-A87DF4A8E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88604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FF4A2-65C7-76B9-2770-F606E8A0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88A26-2ED8-CB47-CDBF-1B7346A09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0A92A-62DA-ADF1-1AA1-7151E8C6D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1DB3F-8C87-2539-086E-2CDA5CFF4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45034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47F2-4CF7-B29B-5BFC-BFAE5145A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FEAA3-67D9-F7B3-2505-CF39E8C4F7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F9604-1974-0BF5-715F-4B5AE177E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8846C-05A9-8CB2-2493-A2711F026F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59077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04639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EFC1E-0A6D-6BBD-675D-7BEACFBF6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A66AE-5559-B270-9900-801E19530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F0EF4-C91F-AE50-86B2-6657266BF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AF3A-09D7-0FC9-8D98-79BB95B43F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5080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11801-19EC-B186-7B61-420566BB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97826-97EB-49A5-B095-03C2977F3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553E7-6589-C20C-F193-5CC1DAD58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D165C-506F-9EA9-72E3-240D51F1A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368290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A2EA4-E847-DDEA-E5C2-08117BD5C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B53D2-E61D-A68E-06B3-F834AD3E2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4B6E4-C912-C74B-1DF5-12B5B312D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5BE93-94C3-3744-874A-DB007E263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87779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C5449-6A71-EEFE-B31F-249DABD4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8B2D1-1A94-3053-9D47-1470C8A54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D2734-CA0E-6D7A-4E06-F36077D26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254A3-5519-14D5-3CCD-A5A0385938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70973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4677-DB70-7C9E-7140-8E309A101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C1D84-6C69-ACA2-D3FC-FB7A50032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A3861-043C-769C-6195-E0A370C72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4DD70-F7A1-CA77-65DE-4D7F0A9DA9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15378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2192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14355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BE55F-7C0E-54CD-6BAA-D47836F83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C07DF-8068-DBA7-EC8E-51028D436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EC8E3-E6DF-8F80-243D-CDA39FC12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F5A24-7B3F-886B-91CD-74F27F623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617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1143554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61158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45972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80388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78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78694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6D2B-A513-5908-41DC-FCC734D5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9C53C-9B40-35A4-379C-3FDEBAEED9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5B5F3-E388-BA02-1D87-1CD5A15BE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EE524-79AE-02D1-36A1-9FC0C9128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0829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2ED52-68F6-C385-487F-06DA8367A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A7E4E-C705-3E7B-958F-85F9AC380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2123E-D745-AD66-9103-F8A62882DA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51226-F73B-50ED-7606-7420A5F45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44380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098407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59754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29018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97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845074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7971666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194681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654553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2990052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905623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8366564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904298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19668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603378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52505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127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86819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128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23415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455202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19668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5203A-1CEE-DFDE-32DF-1D096810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78450-BC5B-50AA-7794-A49E52DC4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AD978-4C5B-6094-63D0-FE9884BB8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7CEE0-2418-38BB-B008-BC5CA3E1ED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22230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351077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945218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138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897028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16279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61628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57768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343010580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br>
              <a:rPr lang="ko-KR" altLang="en-US" dirty="0"/>
            </a:b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418032093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val="4186232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5.xml"/><Relationship Id="rId1" Type="http://schemas.openxmlformats.org/officeDocument/2006/relationships/video" Target="file:///C:\Users\mrsun_000\Desktop\&#49457;&#45817;\&#53664;&#50836;&#51068;%20&#48120;&#49324;\2019\CWF%20August%202019.mp4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Relationship Id="rId5" Type="http://schemas.microsoft.com/office/2007/relationships/hdphoto" Target="../media/hdphoto3.wdp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29.png"/><Relationship Id="rId4" Type="http://schemas.microsoft.com/office/2007/relationships/hdphoto" Target="../media/hdphoto4.wdp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29.png"/><Relationship Id="rId4" Type="http://schemas.microsoft.com/office/2007/relationships/hdphoto" Target="../media/hdphoto4.wdp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29.png"/><Relationship Id="rId4" Type="http://schemas.microsoft.com/office/2007/relationships/hdphoto" Target="../media/hdphoto4.wdp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29.png"/><Relationship Id="rId4" Type="http://schemas.microsoft.com/office/2007/relationships/hdphoto" Target="../media/hdphoto4.wdp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5" Type="http://schemas.microsoft.com/office/2007/relationships/hdphoto" Target="../media/hdphoto6.wdp"/><Relationship Id="rId4" Type="http://schemas.openxmlformats.org/officeDocument/2006/relationships/image" Target="../media/image3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Relationship Id="rId5" Type="http://schemas.microsoft.com/office/2007/relationships/hdphoto" Target="../media/hdphoto7.wdp"/><Relationship Id="rId4" Type="http://schemas.openxmlformats.org/officeDocument/2006/relationships/image" Target="../media/image3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Relationship Id="rId5" Type="http://schemas.microsoft.com/office/2007/relationships/hdphoto" Target="../media/hdphoto8.wdp"/><Relationship Id="rId4" Type="http://schemas.openxmlformats.org/officeDocument/2006/relationships/image" Target="../media/image34.png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49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5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49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1.png"/><Relationship Id="rId4" Type="http://schemas.openxmlformats.org/officeDocument/2006/relationships/image" Target="../media/image51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8" Type="http://schemas.microsoft.com/office/2007/relationships/hdphoto" Target="../media/hdphoto10.wdp"/><Relationship Id="rId3" Type="http://schemas.openxmlformats.org/officeDocument/2006/relationships/image" Target="../media/image3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Relationship Id="rId6" Type="http://schemas.microsoft.com/office/2007/relationships/hdphoto" Target="../media/hdphoto9.wdp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3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image" Target="../media/image3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1.wdp"/><Relationship Id="rId5" Type="http://schemas.openxmlformats.org/officeDocument/2006/relationships/image" Target="../media/image58.png"/><Relationship Id="rId4" Type="http://schemas.openxmlformats.org/officeDocument/2006/relationships/image" Target="../media/image55.png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1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1.png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F41DA-9D7A-44CA-BD26-200FDF2D6D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6"/>
            <a:ext cx="9174600" cy="5141564"/>
          </a:xfrm>
          <a:prstGeom prst="rect">
            <a:avLst/>
          </a:prstGeom>
        </p:spPr>
      </p:pic>
      <p:sp>
        <p:nvSpPr>
          <p:cNvPr id="6" name="object 4"/>
          <p:cNvSpPr txBox="1"/>
          <p:nvPr/>
        </p:nvSpPr>
        <p:spPr>
          <a:xfrm>
            <a:off x="1970139" y="483518"/>
            <a:ext cx="6130253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sz="1800" dirty="0">
                <a:solidFill>
                  <a:srgbClr val="231F20"/>
                </a:solidFill>
                <a:latin typeface="Gill Sans MT"/>
                <a:cs typeface="Gill Sans MT"/>
              </a:rPr>
              <a:t>KOREAN </a:t>
            </a:r>
            <a:r>
              <a:rPr lang="en-AU" sz="1800" dirty="0">
                <a:solidFill>
                  <a:srgbClr val="231F20"/>
                </a:solidFill>
                <a:latin typeface="Gill Sans MT"/>
                <a:cs typeface="Gill Sans MT"/>
              </a:rPr>
              <a:t>CATHOLIC COMMUNITY BROKEN BAY</a:t>
            </a:r>
            <a:endParaRPr sz="1800" dirty="0">
              <a:latin typeface="Gill Sans MT"/>
              <a:cs typeface="Gill Sans MT"/>
            </a:endParaRPr>
          </a:p>
        </p:txBody>
      </p:sp>
      <p:pic>
        <p:nvPicPr>
          <p:cNvPr id="7" name="Picture 12" descr="broken-bay_logo.jp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8091" y="513766"/>
            <a:ext cx="936104" cy="646860"/>
          </a:xfrm>
          <a:prstGeom prst="rect">
            <a:avLst/>
          </a:prstGeom>
        </p:spPr>
      </p:pic>
      <p:sp>
        <p:nvSpPr>
          <p:cNvPr id="9" name="object 5"/>
          <p:cNvSpPr txBox="1"/>
          <p:nvPr/>
        </p:nvSpPr>
        <p:spPr>
          <a:xfrm>
            <a:off x="-36512" y="3834419"/>
            <a:ext cx="9174600" cy="820626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20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26</a:t>
            </a: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년 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6</a:t>
            </a:r>
            <a:r>
              <a:rPr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월 </a:t>
            </a:r>
            <a:r>
              <a:rPr 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14</a:t>
            </a:r>
            <a:r>
              <a:rPr lang="ko-KR" altLang="en-US" sz="2100" b="1" spc="100" dirty="0">
                <a:latin typeface="궁서" pitchFamily="18" charset="-127"/>
                <a:ea typeface="궁서" pitchFamily="18" charset="-127"/>
                <a:cs typeface="Malgun Gothic"/>
              </a:rPr>
              <a:t>일</a:t>
            </a:r>
            <a:endParaRPr lang="en-US" altLang="ko-KR" sz="2100" b="1" spc="1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연중 제</a:t>
            </a:r>
            <a:r>
              <a:rPr lang="en-US" altLang="ko-KR" sz="2200" b="1" spc="500" dirty="0">
                <a:latin typeface="궁서" pitchFamily="18" charset="-127"/>
                <a:ea typeface="궁서" pitchFamily="18" charset="-127"/>
              </a:rPr>
              <a:t>11</a:t>
            </a:r>
            <a:r>
              <a:rPr lang="ko-KR" altLang="en-US" sz="2200" b="1" spc="500" dirty="0">
                <a:latin typeface="궁서" pitchFamily="18" charset="-127"/>
                <a:ea typeface="궁서" pitchFamily="18" charset="-127"/>
              </a:rPr>
              <a:t>주일</a:t>
            </a:r>
            <a:endParaRPr lang="en-US" sz="2200" b="1" spc="500" dirty="0"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433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text, person&#10;&#10;Description automatically generated">
            <a:extLst>
              <a:ext uri="{FF2B5EF4-FFF2-40B4-BE49-F238E27FC236}">
                <a16:creationId xmlns:a16="http://schemas.microsoft.com/office/drawing/2014/main" id="{7D4E1BCB-F911-DE45-907D-563FF822D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0"/>
            <a:ext cx="4752528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3E10A6-6B6A-4F85-95A6-0533E280E83D}"/>
              </a:ext>
            </a:extLst>
          </p:cNvPr>
          <p:cNvSpPr/>
          <p:nvPr/>
        </p:nvSpPr>
        <p:spPr>
          <a:xfrm>
            <a:off x="395536" y="1419622"/>
            <a:ext cx="4608512" cy="21602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미사전</a:t>
            </a:r>
            <a:endParaRPr kumimoji="0" lang="en-AU" altLang="ko-KR" sz="5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altLang="ko-KR" sz="1000" b="1" i="0" u="none" strike="noStrike" kern="1200" cap="none" spc="500" normalizeH="0" baseline="0" noProof="0" dirty="0">
              <a:ln>
                <a:noFill/>
              </a:ln>
              <a:solidFill>
                <a:srgbClr val="FEFA98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6000" b="1" i="0" u="none" strike="noStrike" kern="1200" cap="none" spc="500" normalizeH="0" baseline="0" noProof="0" dirty="0">
                <a:ln>
                  <a:noFill/>
                </a:ln>
                <a:solidFill>
                  <a:srgbClr val="FEFA98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묵주기도</a:t>
            </a:r>
            <a:r>
              <a:rPr kumimoji="0" lang="en-US" altLang="ko-KR" sz="5400" b="1" i="0" u="none" strike="noStrike" kern="1200" cap="none" spc="5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600" b="1" i="0" u="none" strike="noStrike" kern="1200" cap="none" spc="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</a:t>
            </a:r>
            <a:endParaRPr kumimoji="0" lang="en-US" sz="2600" b="1" i="0" u="none" strike="noStrike" kern="1200" cap="none" spc="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41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392489" y="-13280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환희의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29896"/>
            <a:ext cx="4680520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잉태하심을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엘리사벳을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찾아보심을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낳으심을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예수님을 성전에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바치심을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8163" marR="0" lvl="0" indent="-5381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마리아께서 잃으셨던 예수님을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성전에서 찾으심을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Picture 9" descr="A picture containing person, dancer, sport, dressed&#10;&#10;Description automatically generated">
            <a:extLst>
              <a:ext uri="{FF2B5EF4-FFF2-40B4-BE49-F238E27FC236}">
                <a16:creationId xmlns:a16="http://schemas.microsoft.com/office/drawing/2014/main" id="{78B578FA-CCBC-5E44-A311-B8617A0496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" y="-13280"/>
            <a:ext cx="4061379" cy="51567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E63323-FF19-498F-B949-3B682D0151C8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87234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211960" y="20882"/>
            <a:ext cx="45365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빛의 신비</a:t>
            </a:r>
            <a:endParaRPr kumimoji="0" lang="en-US" sz="4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427984" y="843558"/>
            <a:ext cx="4609315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세례받으심을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카나에서 첫 기적을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행하심을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하느님 나라를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선포하심을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거룩하게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변모하심을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성체성사를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세우심을 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Picture 5" descr="A picture containing text, posing, altar, decorated&#10;&#10;Description automatically generated">
            <a:extLst>
              <a:ext uri="{FF2B5EF4-FFF2-40B4-BE49-F238E27FC236}">
                <a16:creationId xmlns:a16="http://schemas.microsoft.com/office/drawing/2014/main" id="{1091DED7-0B2F-E74A-BCD0-0563CEB455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4176464" cy="51848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9E256A-83A1-4576-AB18-425E9BFE02B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12642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788024" y="339502"/>
            <a:ext cx="4320480" cy="4290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피땀 흘리심을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매맞으심을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가시관 쓰심을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 지심을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우리를 위하여 </a:t>
            </a:r>
            <a:r>
              <a:rPr kumimoji="0" lang="ko-KR" altLang="en-US" sz="2200" b="1" i="0" u="none" strike="noStrike" kern="1200" cap="none" spc="-10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십자가에 못박혀 돌아가심을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216025" y="28597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고통의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496428" cy="27150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566D66-75C5-4BA7-82C6-DFA22A4E78D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17448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335F85-DE4A-0E42-9FC3-4D1A9EBCD5EC}"/>
              </a:ext>
            </a:extLst>
          </p:cNvPr>
          <p:cNvSpPr txBox="1"/>
          <p:nvPr/>
        </p:nvSpPr>
        <p:spPr>
          <a:xfrm>
            <a:off x="4499992" y="20882"/>
            <a:ext cx="428396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500" b="1" i="0" u="none" strike="noStrike" kern="1200" cap="none" spc="30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영광의 신비</a:t>
            </a:r>
            <a:endParaRPr kumimoji="0" lang="en-US" sz="4500" b="0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9488E-CDB6-9946-8A8E-5BC7FE14F03F}"/>
              </a:ext>
            </a:extLst>
          </p:cNvPr>
          <p:cNvSpPr txBox="1"/>
          <p:nvPr/>
        </p:nvSpPr>
        <p:spPr>
          <a:xfrm>
            <a:off x="4355976" y="843558"/>
            <a:ext cx="4788024" cy="3902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1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부활하심을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승천하심을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3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성령을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보내심을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4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마리아를 하늘에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불러올리심을 묵상합시다</a:t>
            </a:r>
            <a:endParaRPr kumimoji="0" lang="en-US" altLang="ko-KR" sz="2200" b="1" i="0" u="none" strike="noStrike" kern="1200" cap="none" spc="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7063" marR="0" lvl="0" indent="-627063" algn="l" defTabSz="715558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단  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예수님께서 마리아께 천상 </a:t>
            </a:r>
            <a:b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2200" b="1" i="0" u="none" strike="noStrike" kern="1200" cap="none" spc="-15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모후의 관을 씌우심을 묵상합시다</a:t>
            </a:r>
            <a:endParaRPr kumimoji="0" lang="en-US" sz="2200" b="0" i="0" u="none" strike="noStrike" kern="1200" cap="none" spc="-15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" name="Picture 2" descr="A picture containing text, indoor, altar, old&#10;&#10;Description automatically generated">
            <a:extLst>
              <a:ext uri="{FF2B5EF4-FFF2-40B4-BE49-F238E27FC236}">
                <a16:creationId xmlns:a16="http://schemas.microsoft.com/office/drawing/2014/main" id="{64644F55-96BE-524B-9190-8448A5CC8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61" y="-14524"/>
            <a:ext cx="4210805" cy="5158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D34390-0E41-49D0-A17C-99206DEA0F4C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652060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6" name="직사각형 2"/>
          <p:cNvSpPr/>
          <p:nvPr/>
        </p:nvSpPr>
        <p:spPr>
          <a:xfrm>
            <a:off x="683568" y="267494"/>
            <a:ext cx="8208912" cy="4694516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모후이시며 사랑이 넘친 어머니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우리의 생명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기쁨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희망이시여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 우러러 하와의 그 자손들이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눈물을 흘리며 부르짖나이다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슬픔의 골짜기에서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우리들의 보호자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불쌍한 저희를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인자로운 눈으로 굽어보소서</a:t>
            </a:r>
            <a:r>
              <a:rPr kumimoji="0" lang="en-AU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DD40AD-2302-4806-8697-6499DFD8F740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34122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411510"/>
            <a:ext cx="8280920" cy="433076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귀양살이 끝날 때에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당신의 아들 우리 주 예수님 뵙게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너그러우시고 자애로우시며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!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아름다우신 동정 마리아님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천주의 성모님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저희를 위하여 빌어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주시어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628650" marR="0" lvl="0" indent="-62865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그리스도께서 약속하신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1C11F-7321-415A-B616-8FB7C31B70D3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418613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2"/>
          <p:cNvSpPr/>
          <p:nvPr/>
        </p:nvSpPr>
        <p:spPr>
          <a:xfrm>
            <a:off x="539552" y="51470"/>
            <a:ext cx="8424936" cy="5024798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000" b="1" i="0" u="none" strike="noStrike" kern="1200" cap="none" spc="1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기도합시다</a:t>
            </a:r>
            <a:endParaRPr kumimoji="0" lang="en-US" altLang="ko-KR" sz="30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외아드님께서 삶과 죽음과 부활로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영원한 구원을 마련해 주셨나이다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복되신 동정 마리아와 함께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신비를 묵상하며 묵주 기도를 바치오니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저희가 그 가르침을 따라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영원한 생명을 얻게 하소서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  <a:b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539750" marR="0" lvl="0" indent="-53975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 </a:t>
            </a:r>
            <a:r>
              <a:rPr kumimoji="0" lang="ko-KR" altLang="en-US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</a:t>
            </a:r>
            <a:r>
              <a:rPr kumimoji="0" lang="en-AU" altLang="ko-KR" sz="3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1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6660232" y="51470"/>
            <a:ext cx="2448272" cy="415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algn="ctr"/>
            <a:r>
              <a:rPr lang="ko-KR" altLang="en-US" sz="2700" b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성모 찬송</a:t>
            </a:r>
            <a:endParaRPr sz="2700" b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EBFF76-89BB-4B25-8B45-9C3EB5963001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032287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4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8581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지극히 어지신 구세주 예수님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앞에 꿇어 경배하오니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굽어살피소서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저희는 이미 주님의 백성이오니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언제나 주님과 함께 살아가기를 바라나이다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주님과 하나 되고자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오늘 저희를 주님의 성심께 봉헌하나이다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0" cap="none" spc="77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예수 성심께 천하 만민을 바치는 기도</a:t>
            </a:r>
            <a:endParaRPr kumimoji="0" lang="ko-KR" altLang="en-US" sz="3000" b="0" i="0" u="none" strike="noStrike" kern="0" cap="none" spc="78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9331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일찍이 알아 모시지 못한 사람도 많고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알고도 주님의 계명을 저버리고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주님을 떠난 사람도 많사오니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 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지극히 인자하신 예수님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이런 사람들도 다 불쌍히 여기시어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성심께 이끌어 들이소서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202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주님께서는 목자이시니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떠나지 않은 사람들을 보살피시고 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이미 주님을 떠난 사람들은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다시 아버지 집으로 돌아오게 하시어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굶어 죽는 일이 없게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옹졸한 고집에 사로잡힌 사람들이나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불목하여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갈린 사람들도 부르시어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모두 같은 신앙을 고백하며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한 우리에서 한 목자 밑에 살게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16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</a:t>
            </a:r>
            <a:r>
              <a:rPr kumimoji="0" lang="en-US" altLang="ko-KR" sz="3000" b="1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거룩한 교회를 평화의 깃발로 세우시고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모든 나라에 참된 평화를 주시어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온 세상 어디서나 입을 모아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구원하신 거룩하신 성심께</a:t>
            </a:r>
            <a:b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영원히 찬미와 영광과 흠숭을 드리게 하소서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 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◎</a:t>
            </a: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 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 멘 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○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예수 성심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  <a:endParaRPr kumimoji="0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>
                <a:tab pos="719138" algn="l"/>
              </a:tabLst>
              <a:defRPr/>
            </a:pPr>
            <a:r>
              <a:rPr kumimoji="0" lang="ko-KR" altLang="en-US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● </a:t>
            </a:r>
            <a:r>
              <a:rPr kumimoji="0" lang="en-US" altLang="ko-KR" sz="3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이 세상에 주님의 나라를 세우소서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755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179492" y="1261520"/>
            <a:ext cx="8637248" cy="2722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부르짖는 제 소리 들어 주소서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4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저를 도와주소서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4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제 구원의 하느님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저를 내쫓지 마소서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	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버리지 마소서</a:t>
            </a:r>
            <a:r>
              <a:rPr kumimoji="0" lang="en-US" altLang="ko-KR" sz="3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002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입 당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57</a:t>
            </a:r>
            <a:endParaRPr kumimoji="0" lang="en-US" altLang="ko-KR" sz="48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640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5DB70B-22E5-EFA4-ADC4-CCA82AF5FB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2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0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1311D7-5B28-16B2-7E2A-FD1A1CE4D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23220"/>
            <a:ext cx="9144001" cy="420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09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입당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57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</a:t>
            </a:r>
            <a:r>
              <a:rPr kumimoji="0" lang="ko-KR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우리는 목장의 백성이로세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5D644-C50D-498F-902A-49D3A3EA08F8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7772DD-70A5-9B25-CFB4-77C673444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353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10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477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259632" y="843558"/>
            <a:ext cx="6696744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성부와 성자와 성령의 이름으로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AU" altLang="ko-KR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32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600"/>
              </a:spcAft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   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endParaRPr lang="en-AU" sz="12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 </a:t>
            </a:r>
            <a:r>
              <a:rPr lang="ko-KR" altLang="en-US" sz="38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endParaRPr lang="en-AU" sz="38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US" sz="38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06C859-AB35-A6D5-D640-1A48A346EEC0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4056791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739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1" y="8"/>
            <a:ext cx="9137984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520148" y="3913492"/>
            <a:ext cx="2103555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/>
            <a:r>
              <a:rPr sz="3200" i="1" dirty="0">
                <a:solidFill>
                  <a:srgbClr val="231F20"/>
                </a:solidFill>
                <a:latin typeface="Lucida Calligraphy"/>
                <a:cs typeface="Lucida Calligraphy"/>
              </a:rPr>
              <a:t>Greeting</a:t>
            </a:r>
            <a:endParaRPr sz="3200" dirty="0">
              <a:latin typeface="Lucida Calligraphy"/>
              <a:cs typeface="Lucida Calligraphy"/>
            </a:endParaRPr>
          </a:p>
        </p:txBody>
      </p:sp>
    </p:spTree>
    <p:extLst>
      <p:ext uri="{BB962C8B-B14F-4D97-AF65-F5344CB8AC3E}">
        <p14:creationId xmlns:p14="http://schemas.microsoft.com/office/powerpoint/2010/main" val="40864418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293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성수 예식</a:t>
            </a:r>
            <a:endParaRPr kumimoji="0" lang="en-AU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774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395536" y="771550"/>
            <a:ext cx="8568952" cy="35060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446088" marR="0" lvl="0" indent="-446088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사랑하는 형제 여러분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446088" marR="0" lvl="0" indent="-446088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우리가 받은 세례를 기념하기 위하여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사용할 이 물에 우리 주 하느님께서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강복하여 주시기를 간절히 청합시다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주님께서는 우리가 이미 받은 성령께 충실히 머물도록 친히 우리를 도와주실 것입니다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251520" y="771550"/>
            <a:ext cx="8712968" cy="3621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전능하시고 영원하신 주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360363" marR="0" lvl="0" indent="-360363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주님께서는 생명의 샘이며 정화의 원천인 물로 사람들이 깨끗해지고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영원한 생명을 얻게 하셨나이다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청하오니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 물에 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강복하시어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주님의 날인 오늘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이 성수의 힘을 입게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06E87778-52FC-45A1-9398-B10C54D8EE3D}"/>
              </a:ext>
            </a:extLst>
          </p:cNvPr>
          <p:cNvSpPr txBox="1">
            <a:spLocks/>
          </p:cNvSpPr>
          <p:nvPr/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0" i="0" u="none" strike="noStrike" kern="0" cap="none" spc="157" normalizeH="0" baseline="0" noProof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</a:rPr>
              <a:t>성수 예식</a:t>
            </a:r>
            <a:endParaRPr kumimoji="0" lang="ko-KR" altLang="en-US" sz="2600" b="0" i="0" u="none" strike="noStrike" kern="0" cap="none" spc="157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8713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395536" y="615544"/>
            <a:ext cx="8568952" cy="4260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536575" marR="0" lvl="0" indent="-536575" algn="l" defTabSz="715558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또한 이 성수로 주님의 은총과 생명의 샘인 세례를 저희 안에 새롭게 하시고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저희를 모든 악에서 보호하시어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깨끗한 마음으로 주님께 나아가 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구원의 은총을 받을 수 있게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우리 주 그리스도를 통하여 비나이다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◎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아 멘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5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393E712A-F0E9-4AA1-84C7-79EDDCE090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6961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3599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251520" y="843558"/>
            <a:ext cx="8784976" cy="3483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정화수의 채로 뿌리시면 저 깨끗하여지리이다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7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Asperges me, Domine hyssopo, et mundabor: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              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2600" b="0" i="1" u="none" strike="noStrike" kern="1200" cap="none" spc="-2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Thou shalt sprinkle me, O Lord, with hyssop and I shall be cleaned: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저를 씻어주소서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눈보다 더 희어지리이다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Lavabis me, et super nivem dealbabor.                        </a:t>
            </a:r>
            <a:b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Thou shalt wash me I shall become whiter than snow.</a:t>
            </a:r>
            <a:endParaRPr kumimoji="0" lang="en-US" altLang="ko-KR" sz="2600" b="0" i="1" u="none" strike="noStrike" kern="1200" cap="none" spc="-100" normalizeH="0" baseline="0" noProof="0" dirty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Times New Roman" panose="02020603050405020304" pitchFamily="18" charset="0"/>
              <a:ea typeface="바탕" panose="02030600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4CF97376-4175-D008-728C-AFE5A3A807CD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988DA6C4-2D34-490F-A1CA-26557B6493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57145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467544" y="987574"/>
            <a:ext cx="8640960" cy="2759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주님 자비하시니 저를 불쌍히 여기소서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  <a:b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애련함이 크오시니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저의 죄를 없이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Miserere mei, Deus, secundum magnam misericordiam tuam.</a:t>
            </a:r>
            <a:b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Have mercy on me, O God, according to Thy great mercy.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7D95DC5D-9DBD-8BA3-E729-BDFC46672F1B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A66251DC-5168-42D6-A70F-668B235D15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58115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467544" y="746729"/>
            <a:ext cx="8604448" cy="37753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영광이 성부와 성자와 성령께</a:t>
            </a:r>
            <a:endParaRPr kumimoji="0" lang="en-AU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Gloria Patri, et Filio, et Spiritui Sancto: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27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Glory be to the Father and to the Son and to the Holy Spirit.</a:t>
            </a:r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처음과 같이 이제와 항상 영원히 아멘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Sicut erat in principio, et nunc, et semper, </a:t>
            </a:r>
            <a:b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ko-KR" sz="26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in saecula saeculorum. Amen.</a:t>
            </a:r>
          </a:p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600" b="0" i="1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Times New Roman" panose="02020603050405020304" pitchFamily="18" charset="0"/>
                <a:ea typeface="바탕" panose="02030600000101010101" pitchFamily="18" charset="-127"/>
                <a:cs typeface="Times New Roman" panose="02020603050405020304" pitchFamily="18" charset="0"/>
              </a:rPr>
              <a:t>As it was in the beginning is now, and will be forever. Amen.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96E6176-A0EA-2248-7554-212058A2122F}"/>
              </a:ext>
            </a:extLst>
          </p:cNvPr>
          <p:cNvSpPr txBox="1">
            <a:spLocks/>
          </p:cNvSpPr>
          <p:nvPr/>
        </p:nvSpPr>
        <p:spPr>
          <a:xfrm>
            <a:off x="7338408" y="-20538"/>
            <a:ext cx="1626080" cy="413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2000" b="1" i="0">
                <a:solidFill>
                  <a:srgbClr val="231F20"/>
                </a:solidFill>
                <a:latin typeface="Malgun Gothic"/>
                <a:ea typeface="+mj-ea"/>
                <a:cs typeface="Malgun Gothic"/>
              </a:defRPr>
            </a:lvl1pPr>
          </a:lstStyle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ASPERGES ME</a:t>
            </a:r>
            <a:endParaRPr kumimoji="0" lang="ko-KR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34BCDC4-AF6D-4B3B-8818-A2230C9D8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2530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165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2"/>
          <p:cNvSpPr/>
          <p:nvPr/>
        </p:nvSpPr>
        <p:spPr>
          <a:xfrm>
            <a:off x="611560" y="928120"/>
            <a:ext cx="8424936" cy="3347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 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전능하신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,</a:t>
            </a:r>
          </a:p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0"/>
              </a:spcAft>
              <a:buClrTx/>
              <a:buSzTx/>
              <a:buFontTx/>
              <a:buNone/>
              <a:tabLst/>
              <a:defRPr/>
            </a:pP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 죄를 씻어 주시고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저희가 거행하는 이 성찬의 제사로</a:t>
            </a:r>
            <a:b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</a:b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하늘 나라의 잔치에 참여하게 하소서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 </a:t>
            </a:r>
          </a:p>
          <a:p>
            <a:pPr marL="625475" marR="0" lvl="0" indent="-625475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◎ 	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아 멘</a:t>
            </a:r>
            <a:r>
              <a:rPr kumimoji="0" lang="en-AU" altLang="ko-KR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anose="02030600000101010101" pitchFamily="18" charset="-127"/>
                <a:ea typeface="바탕" panose="02030600000101010101" pitchFamily="18" charset="-127"/>
                <a:cs typeface="+mn-cs"/>
              </a:rPr>
              <a:t>.</a:t>
            </a:r>
            <a:endParaRPr kumimoji="0" lang="en-US" altLang="ko-KR" sz="35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E9B6C82-525F-4F15-8D98-01FBD057ED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616" y="51470"/>
            <a:ext cx="1626080" cy="400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/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성수 예식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3924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5341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0" y="699542"/>
            <a:ext cx="9026537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1560" y="1919903"/>
            <a:ext cx="8280920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늘 높 은    데 서  는      하 느 님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영    광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503" y="3939902"/>
            <a:ext cx="8993113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땅에서는 주님께서   사랑하시 는   사 람  들  에게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E4789C-4C08-4E25-BDEB-07E5F628CA0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230038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4011910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전    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능하신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느    님 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192367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평 화</a:t>
            </a: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  </a:t>
            </a:r>
            <a:r>
              <a:rPr kumimoji="0" lang="ko-KR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   하느님  하늘의    임  금  님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1DBC4-11ED-4C5E-8BF3-1993A79D7824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7105754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26537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95535" y="4011910"/>
            <a:ext cx="8705081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2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흠숭 하 나이다   찬양 하  나  이   다 </a:t>
            </a:r>
            <a:endParaRPr kumimoji="0" lang="en-US" sz="3500" b="1" i="0" u="none" strike="noStrike" kern="1200" cap="none" spc="-2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2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주님을   기  리   나이다   찬미하    나  이    다 </a:t>
            </a:r>
            <a:endParaRPr kumimoji="0" lang="en-US" sz="3300" b="0" i="0" u="none" strike="noStrike" kern="1200" cap="none" spc="-2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54EFE2-A6D9-49F1-9C61-48511C9D057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4712557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771550"/>
            <a:ext cx="90265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1560" y="1923678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님   영   광  크 시 오 니     감 사 하  나  이   다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외      아 들    주 예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수      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  </a:t>
            </a:r>
            <a:r>
              <a:rPr kumimoji="0" lang="en-US" altLang="ko-KR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28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    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04C200-E43B-42B9-9C2E-EAE5A170E9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7699355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" y="699542"/>
            <a:ext cx="89725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/>
          <p:nvPr/>
        </p:nvGrpSpPr>
        <p:grpSpPr>
          <a:xfrm>
            <a:off x="539552" y="1868800"/>
            <a:ext cx="8424936" cy="2609711"/>
            <a:chOff x="539552" y="1868800"/>
            <a:chExt cx="8424936" cy="2609711"/>
          </a:xfrm>
        </p:grpSpPr>
        <p:sp>
          <p:nvSpPr>
            <p:cNvPr id="10" name="TextBox 9"/>
            <p:cNvSpPr txBox="1"/>
            <p:nvPr/>
          </p:nvSpPr>
          <p:spPr>
            <a:xfrm>
              <a:off x="539552" y="1868800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300" b="0" i="0" u="none" strike="noStrike" kern="1200" cap="none" spc="-300" normalizeH="0" baseline="0" noProof="0" dirty="0">
                  <a:ln>
                    <a:noFill/>
                  </a:ln>
                  <a:solidFill>
                    <a:srgbClr val="EEECE1">
                      <a:lumMod val="50000"/>
                    </a:srgbClr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주 하 느 님   성  부 의     아   드    님  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하   느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39552" y="3939902"/>
              <a:ext cx="8424936" cy="53860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tIns="0" bIns="0" rtlCol="0">
              <a:spAutoFit/>
            </a:bodyPr>
            <a:lstStyle/>
            <a:p>
              <a:pPr marL="0" marR="0" lvl="0" indent="0" algn="l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님  의   어  </a:t>
              </a:r>
              <a:r>
                <a:rPr kumimoji="0" lang="ko-KR" altLang="en-US" sz="30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  </a:t>
              </a:r>
              <a:r>
                <a:rPr kumimoji="0" lang="en-US" altLang="ko-KR" sz="2000" b="0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~ ~         ~          ~              ~          ~               ~        </a:t>
              </a:r>
              <a:r>
                <a:rPr kumimoji="0" lang="ko-KR" altLang="en-US" sz="3500" b="1" i="0" u="none" strike="noStrike" kern="1200" cap="none" spc="-3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궁서" pitchFamily="18" charset="-127"/>
                  <a:ea typeface="궁서" pitchFamily="18" charset="-127"/>
                  <a:cs typeface="+mn-cs"/>
                </a:rPr>
                <a:t>린     양                 </a:t>
              </a:r>
              <a:endParaRPr kumimoji="0" 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endParaRPr>
            </a:p>
          </p:txBody>
        </p:sp>
      </p:grp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7F372-2179-44EC-85D8-E7B8206417C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4401645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" y="771550"/>
            <a:ext cx="9005367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04056" y="1991911"/>
            <a:ext cx="8604448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  애   시 는   주   님     저희에게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05349"/>
            <a:ext cx="860444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자   비를  베푸소     서</a:t>
            </a:r>
            <a:r>
              <a:rPr kumimoji="0" lang="ko-KR" altLang="en-US" sz="3300" b="1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   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세   상의  죄  를 없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F680BF-BE10-44CA-84EC-959B6DA5A41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9316969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04" y="771550"/>
            <a:ext cx="9029700" cy="307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애 시는 주 님   저희의  기  도를 들어주소 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4008135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   부     오  른  편 에   </a:t>
            </a:r>
            <a:r>
              <a:rPr kumimoji="0" lang="ko-KR" altLang="en-US" sz="3300" b="0" i="0" u="none" strike="noStrike" kern="1200" cap="none" spc="-300" normalizeH="0" baseline="0" noProof="0" dirty="0" err="1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앉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아    계   신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1521F-3CE3-4797-983D-13A0C3262BC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4878089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771550"/>
            <a:ext cx="90106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539552" y="1851670"/>
            <a:ext cx="8424936" cy="507831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300" b="0" i="0" u="none" strike="noStrike" kern="1200" cap="none" spc="-30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저 희 에 게     자    비  를    베 푸 소       서</a:t>
            </a:r>
            <a:endParaRPr kumimoji="0" lang="en-US" sz="3300" b="0" i="0" u="none" strike="noStrike" kern="1200" cap="none" spc="-30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3977357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홀   로     거   룩 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하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고            홀   로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5820F-C047-4D1D-99FE-4DADB98022F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5840130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699542"/>
            <a:ext cx="9086850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67544" y="4083918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예  수   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그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리</a:t>
            </a:r>
            <a:r>
              <a:rPr kumimoji="0" lang="ko-KR" altLang="en-US" sz="26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스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도님   성            령  과      함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7544" y="1940808"/>
            <a:ext cx="86764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   님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이    시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며            홀   로     높   으 신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53214D-94EB-485C-BC4C-2C7E1B2657A7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5103856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" y="679301"/>
            <a:ext cx="9024417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9E755DB-26EB-41CD-B745-E1D8C820B898}"/>
              </a:ext>
            </a:extLst>
          </p:cNvPr>
          <p:cNvSpPr/>
          <p:nvPr/>
        </p:nvSpPr>
        <p:spPr>
          <a:xfrm>
            <a:off x="8143303" y="19814"/>
            <a:ext cx="957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71555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1889125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아버지     하   </a:t>
            </a:r>
            <a:r>
              <a:rPr kumimoji="0" lang="ko-KR" altLang="en-US" sz="3500" b="1" i="0" u="none" strike="noStrike" kern="1200" cap="none" spc="-3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느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님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의      </a:t>
            </a:r>
            <a:r>
              <a:rPr kumimoji="0" lang="ko-KR" altLang="en-US" sz="3500" b="1" i="0" u="none" strike="noStrike" kern="1200" cap="none" spc="-4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영    광     안     에</a:t>
            </a:r>
            <a:endParaRPr kumimoji="0" lang="en-US" sz="3500" b="1" i="0" u="none" strike="noStrike" kern="1200" cap="none" spc="-4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4193381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계    시</a:t>
            </a:r>
            <a:r>
              <a:rPr kumimoji="0" lang="ko-KR" altLang="en-US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en-US" altLang="ko-KR" sz="30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나   이</a:t>
            </a:r>
            <a:r>
              <a:rPr kumimoji="0" lang="en-US" altLang="ko-KR" sz="2000" b="0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~</a:t>
            </a:r>
            <a:r>
              <a:rPr kumimoji="0" lang="ko-KR" altLang="en-US" sz="3500" b="1" i="0" u="none" strike="noStrike" kern="1200" cap="none" spc="-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다             아            멘</a:t>
            </a:r>
            <a:endParaRPr kumimoji="0" lang="en-US" sz="3500" b="1" i="0" u="none" strike="noStrike" kern="1200" cap="none" spc="-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B9DB8780-4AB6-4965-A073-A6E200473D01}"/>
              </a:ext>
            </a:extLst>
          </p:cNvPr>
          <p:cNvSpPr/>
          <p:nvPr/>
        </p:nvSpPr>
        <p:spPr>
          <a:xfrm>
            <a:off x="74079" y="-20538"/>
            <a:ext cx="2020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대영광송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326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A592F-0F4A-4C93-BAB6-3D02179AE83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42540167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4762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933313" y="987574"/>
            <a:ext cx="731109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탈출기의 말씀입니다</a:t>
            </a:r>
            <a:r>
              <a:rPr lang="en-US" altLang="ko-KR" sz="3200" spc="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spc="78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FE7A2D-6E85-173A-9162-61B4C6ADC66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856984" cy="4649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 무렵 이스라엘 자손들은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시나이 광야에 이르러 그 광야에 진을 쳤다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이렇게 이스라엘은 그곳 산 앞에 진을 쳤다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모세가 하느님께 올라가자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주님께서 산에서 그를 불러 말씀하셨다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너는 야곱 집안에게 이렇게 말하여라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이스라엘 자손들에게 알려 주어라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‘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내가 이집트인들에게 무엇을 하고 어떻게 너희를 독수리 날개에 태워 나에게 데려왔는지 보았다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85566B-944E-78D9-90ED-0CF65E11E870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328112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2C44A9B-E360-9A74-E12F-B00ECFA40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7156F233-7B88-DDB6-24C8-6E3FA207D1A7}"/>
              </a:ext>
            </a:extLst>
          </p:cNvPr>
          <p:cNvSpPr txBox="1">
            <a:spLocks/>
          </p:cNvSpPr>
          <p:nvPr/>
        </p:nvSpPr>
        <p:spPr>
          <a:xfrm>
            <a:off x="179512" y="123478"/>
            <a:ext cx="8856984" cy="2876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914400">
              <a:lnSpc>
                <a:spcPct val="120000"/>
              </a:lnSpc>
            </a:pP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이제 너희가 내 말을 듣고 내 계약을 지키면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defTabSz="914400">
              <a:lnSpc>
                <a:spcPct val="12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모든 민족들 가운데에서 나의 소유가 될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세상이 나의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너희는 나에게 사제들의 나라가 되고 거룩한 민족이 될 것이다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.’”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1FBFC4-BA41-C6CB-0FB3-E4D9BD8B935A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7129519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CCD9971-F003-B97F-E802-EE8ADD2DC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4D896C3-CD2D-AA2E-CCE0-08DE270AEDDD}"/>
              </a:ext>
            </a:extLst>
          </p:cNvPr>
          <p:cNvSpPr txBox="1">
            <a:spLocks/>
          </p:cNvSpPr>
          <p:nvPr/>
        </p:nvSpPr>
        <p:spPr>
          <a:xfrm>
            <a:off x="611560" y="987574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50B02-0310-C4D3-F357-AA0F611C071A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8175766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4762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0C8595-EC18-D9DC-2941-27A508C2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E41B86AD-665A-50DD-8DF6-B91BB4908BC9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100(99),1-2.3.5(◎ 3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ㄷ 참조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 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DAC4F81-59A4-178C-C8E2-CD2C4511691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B0FDA-8A24-E7A6-74B2-97CDE3EDB122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5304C64-CB14-62E5-A615-6A4831E18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9191"/>
            <a:ext cx="9134816" cy="21699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41F557-1A34-CC10-5115-DB84AE6450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9137"/>
            <a:ext cx="9144000" cy="19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1179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/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 환성 올려라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기뻐하며 주님을 섬겨라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환호하며 그분 앞에 나아가라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100(99),1-2.3.5(◎ 3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ㄷ 참조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 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8B2C58-5C76-5761-5958-79D4735498C9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47809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F5FE0-0496-5C44-6FCC-CE8D9811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284494D5-E367-1055-B5C7-293FCE4DCA02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100(99),1-2.3.5(◎ 3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ㄷ 참조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 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CAC1950-C13B-5A55-F635-10A02592EDB7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B5CDEA-7B03-CD94-8856-8B6F1DD09FE0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BC8587D-3B3C-4D9C-E981-05220BF09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9191"/>
            <a:ext cx="9134816" cy="21699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8821DA-6E9E-F749-F85F-FE1D9A5534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9137"/>
            <a:ext cx="9144000" cy="19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965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31765E8-5D4F-280B-A490-BAC2C8B85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90220507-6BB5-248A-A5D0-A7C515644CDC}"/>
              </a:ext>
            </a:extLst>
          </p:cNvPr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너희는 알아라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하느님이시다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그분이 우리를 지으셨으니 우리는 그분의 것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백성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 목장의 양 떼라네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004D18C-6E9C-0E2B-DCF9-6BCA1504EDF6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100(99),1-2.3.5(◎ 3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ㄷ 참조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 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1BB46E5A-9FFA-0995-5A2A-7EAC3ED7E195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04CDB8-147D-BFED-7550-3721EBB094DC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22474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661EC-7DB8-C222-EE06-D9C9DCE77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DBB18F0C-5D9E-F340-3FF8-53F9D7C19E91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100(99),1-2.3.5(◎ 3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ㄷ 참조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 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8C57209-2544-E71D-4C50-89DFF8730DA5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5AD97-60C0-6A5D-19B8-09695A9D7BF3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1B5D87-F90C-2A8A-4F77-EA8DCBB2B0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9191"/>
            <a:ext cx="9134816" cy="21699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99054D-A46F-1F37-AF58-CAFDDA2C17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9137"/>
            <a:ext cx="9144000" cy="19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998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A24D38-12EF-1840-6465-7ECDE5AC1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7AA3FF4C-5EDA-747C-4445-CE5D94D98851}"/>
              </a:ext>
            </a:extLst>
          </p:cNvPr>
          <p:cNvSpPr txBox="1">
            <a:spLocks/>
          </p:cNvSpPr>
          <p:nvPr/>
        </p:nvSpPr>
        <p:spPr>
          <a:xfrm>
            <a:off x="179512" y="1059582"/>
            <a:ext cx="8784976" cy="15593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6450" indent="-715963" defTabSz="914400">
              <a:lnSpc>
                <a:spcPct val="110000"/>
              </a:lnSpc>
              <a:spcAft>
                <a:spcPts val="1800"/>
              </a:spcAft>
              <a:tabLst>
                <a:tab pos="398463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주님은 참으로 좋으시고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 자애는 영원하시며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 진실은 대대에 이르신다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◎</a:t>
            </a:r>
            <a:endParaRPr lang="en-US" altLang="ko-KR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9768717-160D-1341-3C6B-E42196695260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56084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화 답 송 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시편 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100(99),1-2.3.5(◎ 3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ㄷ 참조</a:t>
            </a:r>
            <a:r>
              <a:rPr lang="en-US" altLang="ko-KR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)</a:t>
            </a:r>
            <a:r>
              <a:rPr lang="ko-KR" altLang="en-US" sz="2300" kern="0" noProof="0" dirty="0">
                <a:solidFill>
                  <a:schemeClr val="bg2">
                    <a:lumMod val="75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 </a:t>
            </a:r>
            <a:endParaRPr kumimoji="0" lang="ko-KR" altLang="en-US" sz="2300" i="0" u="none" strike="noStrike" kern="0" cap="none" spc="100" normalizeH="0" noProof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LnTx/>
              <a:uFillTx/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DBED3F3-758B-A477-615D-52BBE696C4D9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Responsorial Psalm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A9A595-5A1A-0D28-00FE-CA924B3E94A1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9982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C1A1C-0777-08CE-396F-B74E00169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">
            <a:extLst>
              <a:ext uri="{FF2B5EF4-FFF2-40B4-BE49-F238E27FC236}">
                <a16:creationId xmlns:a16="http://schemas.microsoft.com/office/drawing/2014/main" id="{5172DCA0-2231-5D19-8E19-6522FBFB03E7}"/>
              </a:ext>
            </a:extLst>
          </p:cNvPr>
          <p:cNvSpPr txBox="1">
            <a:spLocks/>
          </p:cNvSpPr>
          <p:nvPr/>
        </p:nvSpPr>
        <p:spPr>
          <a:xfrm>
            <a:off x="179512" y="-20538"/>
            <a:ext cx="7344816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 답 송   시편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100(99),1-2.3.5(◎ 3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ㄷ 참조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)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 </a:t>
            </a:r>
            <a:endParaRPr kumimoji="0" lang="ko-KR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3C31248-2D1B-F2EB-A12F-6BBAA16559A4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C7627-6855-2EB5-77FC-F308F8FC3481}"/>
              </a:ext>
            </a:extLst>
          </p:cNvPr>
          <p:cNvSpPr txBox="1"/>
          <p:nvPr/>
        </p:nvSpPr>
        <p:spPr>
          <a:xfrm>
            <a:off x="3203848" y="4804578"/>
            <a:ext cx="5904656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출처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박원주 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&lt;</a:t>
            </a: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화답송과 시편의 노래</a:t>
            </a:r>
            <a:r>
              <a:rPr kumimoji="0" lang="en-AU" altLang="ko-KR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&gt; 2022</a:t>
            </a:r>
            <a:endParaRPr kumimoji="0" lang="ko-KR" altLang="en-US" sz="1400" b="0" i="0" u="none" strike="noStrike" kern="1200" cap="none" spc="-10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궁서" panose="02030600000101010101" pitchFamily="18" charset="-127"/>
              <a:ea typeface="궁서" panose="02030600000101010101" pitchFamily="18" charset="-127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BE6-F1A1-8356-1BAD-45E15130C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9191"/>
            <a:ext cx="9134816" cy="21699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388D14-6A23-DA52-9A20-64E7AF2D7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9137"/>
            <a:ext cx="9144000" cy="19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720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Second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36821" y="898723"/>
            <a:ext cx="8199675" cy="1270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2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br>
              <a:rPr lang="en-US" spc="78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사도 </a:t>
            </a:r>
            <a:r>
              <a:rPr lang="ko-KR" altLang="en-US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바오로의 로마서 말씀입니다</a:t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AB4F52-F9F3-2542-300A-B25E6C39DF8B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 txBox="1">
            <a:spLocks/>
          </p:cNvSpPr>
          <p:nvPr/>
        </p:nvSpPr>
        <p:spPr>
          <a:xfrm>
            <a:off x="179512" y="123478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형제 여러분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아직 나약하던 시절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그리스도께서는 정해진 때에 불경한 자들을 위하여 돌아가셨습니다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의로운 이를 위해서라도 죽을 사람은 거의 없습니다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혹시 착한 사람을 위해서라면 누가 죽겠다고 나설지도 모릅니다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그런데 우리가 아직 죄인이었을 때에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그리스도께서 우리를 위하여 돌아가심으로써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하느님께서는 우리에 대한 당신의 사랑을 증명해 주셨습니다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9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그러므로 이제 그분의 피로 의롭게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398046-AE45-B49F-564D-3C1EFD3D5441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7894858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071CE5-DB82-564F-E15A-A8374D56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787EE35F-ADDC-D3DF-894D-62FEE9E63CA8}"/>
              </a:ext>
            </a:extLst>
          </p:cNvPr>
          <p:cNvSpPr txBox="1">
            <a:spLocks/>
          </p:cNvSpPr>
          <p:nvPr/>
        </p:nvSpPr>
        <p:spPr>
          <a:xfrm>
            <a:off x="179512" y="123478"/>
            <a:ext cx="8928992" cy="4809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된 우리가 그분을 통하여 하느님의 진노에서 구원을 받게 되리라는 것은 더욱 분명합니다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우리가 하느님의 원수였을 때에 그분 아드님의 죽음으로 그분과 화해하게 되었다면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화해가 이루어진 지금 그 아드님의 생명으로 구원을 받게 되리라는 것은 더욱 분명합니다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그뿐 아니라 우리는 또한 우리 주 예수 그리스도를 통하여</a:t>
            </a:r>
          </a:p>
          <a:p>
            <a:pPr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하느님을 자랑합니다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 그리스도를 통하여 이제 화해가 이루어진 것입니다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BCEEA2-E7D4-C980-FBA4-82C27D066C53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3380323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/>
          </p:cNvSpPr>
          <p:nvPr/>
        </p:nvSpPr>
        <p:spPr>
          <a:xfrm>
            <a:off x="395536" y="1248311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lvl="0" defTabSz="914400">
              <a:lnSpc>
                <a:spcPct val="110000"/>
              </a:lnSpc>
              <a:spcAft>
                <a:spcPts val="24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 marL="9938" lvl="0" defTabSz="914400">
              <a:lnSpc>
                <a:spcPct val="110000"/>
              </a:lnSpc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하느님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감사합니다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200" b="1" spc="-100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CED1E6-89A8-EC06-F6EC-0391DC3C42B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84285099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761654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467544" y="990125"/>
            <a:ext cx="8496944" cy="2591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indent="-628650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</a:t>
            </a:r>
            <a:r>
              <a:rPr lang="ko-KR" altLang="en-US" sz="24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628650" indent="-628650" defTabSz="91440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tabLst>
                <a:tab pos="719138" algn="l"/>
              </a:tabLst>
            </a:pPr>
            <a:r>
              <a:rPr lang="en-US" altLang="ko-KR" sz="3200" b="1" dirty="0">
                <a:solidFill>
                  <a:schemeClr val="bg1"/>
                </a:solidFill>
                <a:latin typeface="대한" pitchFamily="50" charset="-127"/>
                <a:ea typeface="대한" pitchFamily="50" charset="-127"/>
              </a:rPr>
              <a:t>○ 	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 나라가 가까이 왔다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회개하고 복음을 믿어라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marL="719138" indent="-719138" defTabSz="9144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ko-KR" altLang="en-US" sz="3600" b="1" spc="300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AU" altLang="ko-KR" sz="3600" b="1" spc="3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7812360" y="51470"/>
            <a:ext cx="129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>
                <a:solidFill>
                  <a:schemeClr val="accent2"/>
                </a:solidFill>
                <a:ea typeface="dotum" panose="020B0600000101010101" pitchFamily="50" charset="-127"/>
              </a:rPr>
              <a:t>ALLELUIA 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2A510-7ED5-A4CF-7469-985B6B9849EE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06107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5611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915566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마태오가 전한 거룩한 복음입니다</a:t>
            </a:r>
            <a:r>
              <a:rPr lang="en-US" altLang="ko-KR" sz="3600" b="1" kern="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.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9C1DA0-48E4-0A3D-200E-82D73AC8FE16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그때에 예수님께서는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군중을 보시고 가엾은 마음이 드셨다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그들이 목자 없는 양들처럼 시달리며 기가 꺾여 있었기 때문이다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37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그래서 제자들에게 말씀하셨다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수확할 것은 많은데 일꾼은 적다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38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그러니 수확할 밭의 주인님께 일꾼들을 보내 주십사고 청하여라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10,1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열두 제자를 가까이 부르시고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그들에게 더러운 영들에 대한 권한을 주시어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그것들을 쫓아내고 병자와 허약한 이들을 모두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AD1AEC-E270-D57F-6525-3917C64926A8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803587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5F62E60-054A-7C63-A7ED-975C956C8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3E39F4-0CB2-00C5-E291-48EF5D147F26}"/>
              </a:ext>
            </a:extLst>
          </p:cNvPr>
          <p:cNvSpPr txBox="1"/>
          <p:nvPr/>
        </p:nvSpPr>
        <p:spPr>
          <a:xfrm>
            <a:off x="179512" y="123478"/>
            <a:ext cx="8928992" cy="48094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고쳐 주게 하셨다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열두 사도의 이름은 이러하다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베드로라고 하는 시몬을 비롯하여 그의 동생 안드레아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제베대오의 아들 야고보와 그의 동생 요한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필립보와 바르톨로메오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토마스와 세리 마태오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알패오의 아들 야고보와 타대오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열혈당원 시몬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그리고 예수님을 팔아넘긴 유다 이스카리옷이다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5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이 열두 사람을 보내시며 이렇게 분부하셨다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“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다른 민족들에게 가는 길로 가지 말고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사마리아인들의 고을에도 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482522-5EF2-C65E-2E17-E34E029DD0E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70716467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22EE06-0E57-1B21-20E5-C478C5D0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A6DC03-7546-7182-F178-799E4BDE170D}"/>
              </a:ext>
            </a:extLst>
          </p:cNvPr>
          <p:cNvSpPr txBox="1"/>
          <p:nvPr/>
        </p:nvSpPr>
        <p:spPr>
          <a:xfrm>
            <a:off x="179512" y="123478"/>
            <a:ext cx="8928992" cy="31843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들어가지 마라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6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이스라엘 집안의 길 잃은 양들에게 가라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7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가서 ‘하늘 나라가 가까이 왔다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.’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하고 선포하여라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en-US" altLang="ko-KR" sz="3200" b="1" dirty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8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앓는 이들을 고쳐 주고 죽은 이들을 일으켜 주어라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나병 환자들을 깨끗하게 해 주고 마귀들을 쫓아내어라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  <a:r>
              <a:rPr lang="ko-KR" altLang="en-US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너희가 거저 받았으니 거저 주어라</a:t>
            </a:r>
            <a:r>
              <a:rPr lang="en-US" altLang="ko-KR" sz="32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8E2403-CD83-C6C4-436C-B22876CE68F5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0632608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520" y="1419622"/>
            <a:ext cx="7632848" cy="1661985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20000"/>
              </a:lnSpc>
              <a:spcAft>
                <a:spcPts val="3600"/>
              </a:spcAft>
            </a:pPr>
            <a: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말씀입니다</a:t>
            </a:r>
            <a:r>
              <a:rPr lang="en-US" altLang="ko-KR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 그리스도님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,</a:t>
            </a:r>
            <a:r>
              <a:rPr lang="ko-KR" altLang="en-US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 찬미합니다</a:t>
            </a:r>
            <a:r>
              <a:rPr lang="en-US" altLang="ko-KR" sz="32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200" b="1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6503BA-527D-5E50-C111-FFB1142D50F4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0183318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39245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08318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BB748-A32F-6462-94EB-25D080D502FE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6771740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483518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4C5A4-1461-A3A3-A9BC-4287F8AD4792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326819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83518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17DFD-D400-3540-EC92-BE58CBA007BF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19426312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E06783-6E3F-F368-C119-CA9158C1C15C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89503268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9025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D40E72-356A-48F9-B4B4-C5DE180779DC}"/>
              </a:ext>
            </a:extLst>
          </p:cNvPr>
          <p:cNvSpPr/>
          <p:nvPr/>
        </p:nvSpPr>
        <p:spPr>
          <a:xfrm>
            <a:off x="1187624" y="2753221"/>
            <a:ext cx="7848872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주  님 저 희  기 도 를   들 어 주 소  서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007D4A-C025-9699-6ED8-E280F1E92FD5}"/>
              </a:ext>
            </a:extLst>
          </p:cNvPr>
          <p:cNvSpPr/>
          <p:nvPr/>
        </p:nvSpPr>
        <p:spPr>
          <a:xfrm>
            <a:off x="74079" y="21853"/>
            <a:ext cx="3595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보편 지향 기도 응답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370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85698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68BFCF-6764-BDD5-F1A9-AE13B776D24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5990098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15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봉 헌</a:t>
            </a:r>
            <a:endParaRPr kumimoji="0" lang="en-US" altLang="ko-KR" sz="5200" b="1" i="0" u="none" strike="noStrike" kern="1200" cap="none" spc="15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1" i="0" u="none" strike="noStrike" kern="1200" cap="none" spc="1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219</a:t>
            </a:r>
            <a:endParaRPr kumimoji="0" lang="en-US" sz="4800" b="1" i="0" u="none" strike="noStrike" kern="1200" cap="none" spc="150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8356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EE3DA-7C87-B136-DF5A-2E054AAE19A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6" name="Picture 5" descr="A sheet music with notes&#10;&#10;AI-generated content may be incorrect.">
            <a:extLst>
              <a:ext uri="{FF2B5EF4-FFF2-40B4-BE49-F238E27FC236}">
                <a16:creationId xmlns:a16="http://schemas.microsoft.com/office/drawing/2014/main" id="{19EBA46D-2640-003F-D78A-D226568F3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1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270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E2212-13A6-D2E7-3922-A665E075A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02CF6E04-06B8-C35B-F270-F11771DFE225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14FC44-7CFC-6CD7-AA62-0CA83C6AAE7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" name="Picture 2" descr="A sheet of music with black and white notes&#10;&#10;AI-generated content may be incorrect.">
            <a:extLst>
              <a:ext uri="{FF2B5EF4-FFF2-40B4-BE49-F238E27FC236}">
                <a16:creationId xmlns:a16="http://schemas.microsoft.com/office/drawing/2014/main" id="{D2166ECD-940E-53E6-411B-AD36F0BEB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413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7629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FB754-919E-8365-2153-983AD3120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2FFDA759-B00F-EEE3-9DB5-EB27775BF591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219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주여 몸과 맘 다 바치오니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77FE3-6FE1-E022-1E9B-0EB46E0477E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96136" y="4855514"/>
            <a:ext cx="3352381" cy="276190"/>
          </a:xfrm>
          <a:prstGeom prst="rect">
            <a:avLst/>
          </a:prstGeom>
        </p:spPr>
      </p:pic>
      <p:pic>
        <p:nvPicPr>
          <p:cNvPr id="3" name="Picture 2" descr="A sheet music with notes&#10;&#10;AI-generated content may be incorrect.">
            <a:extLst>
              <a:ext uri="{FF2B5EF4-FFF2-40B4-BE49-F238E27FC236}">
                <a16:creationId xmlns:a16="http://schemas.microsoft.com/office/drawing/2014/main" id="{BC5E66A8-88AE-8244-30FB-C7290021A6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220"/>
            <a:ext cx="9144000" cy="233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0712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71550"/>
            <a:ext cx="9144000" cy="317009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사제의 손으로 바치는 이 제사가 </a:t>
            </a:r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altLang="ko-KR" sz="40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주님의 이름에는 찬미와 영광이 되고</a:t>
            </a:r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endParaRPr lang="en-US" sz="40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en-US" sz="40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     </a:t>
            </a:r>
          </a:p>
          <a:p>
            <a:pPr algn="ctr"/>
            <a:r>
              <a:rPr lang="ko-KR" altLang="en-US" sz="4000" b="1" spc="-11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저희와 온 교회에는 도움이 되게 하소서</a:t>
            </a:r>
            <a:r>
              <a:rPr lang="en-US" sz="32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en-US" sz="3200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E33DC-A449-C97D-92A8-1B01DC72C67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1043608" y="54760"/>
            <a:ext cx="6989440" cy="49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AU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또한 사제의 영과 함께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AU" altLang="ko-KR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마음을 드높이</a:t>
            </a:r>
            <a:r>
              <a:rPr 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! </a:t>
            </a: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 올립니다</a:t>
            </a:r>
            <a:endParaRPr lang="en-AU" altLang="ko-KR" sz="3800" b="1" spc="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sz="5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endParaRPr lang="en-US" altLang="ko-KR" sz="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우리 주 하느님께 감사합시다</a:t>
            </a:r>
            <a:endParaRPr lang="en-US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마땅하고 옳은 일입니다</a:t>
            </a:r>
            <a:r>
              <a:rPr lang="en-US" sz="3800" b="1" spc="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B464F-F4CB-749F-8172-63D5602277FA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55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7584" y="1889125"/>
            <a:ext cx="799288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거룩하시 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거룩하시 도</a:t>
            </a:r>
            <a:r>
              <a:rPr lang="en-US" altLang="ko-KR" sz="2000" spc="-2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200" dirty="0">
                <a:latin typeface="궁서" pitchFamily="18" charset="-127"/>
                <a:ea typeface="궁서" pitchFamily="18" charset="-127"/>
              </a:rPr>
              <a:t>다    거  룩  </a:t>
            </a:r>
            <a:endParaRPr lang="en-US" sz="3500" b="1" spc="-2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5576" y="393990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하시도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다        온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누 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리 의  주 하느 님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852459-1BA5-2B64-83D4-9BC2E487BB2B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88832031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" y="771550"/>
            <a:ext cx="9107488" cy="30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27584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하늘과 땅 에 가득찬  그 영  광     높 은   데 서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3905349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호 산    나     주님의   이름으로  오 시는  분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  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7E380-ED81-9DC7-4EF7-02FC01EC32F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8911789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237598"/>
            <a:ext cx="9073008" cy="1118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568" y="2499742"/>
            <a:ext cx="8352928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찬미받  으 소   서       높 은  데 서   호 산   나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6228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거룩하시도다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0DF26E-DE87-5333-B069-751F18A7CF15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71310413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1086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25699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50000"/>
                  </a:schemeClr>
                </a:solidFill>
                <a:latin typeface="Gungsuh" pitchFamily="18" charset="-127"/>
                <a:ea typeface="Gungsuh" pitchFamily="18" charset="-127"/>
              </a:rPr>
              <a:t> 신앙의 신비여!</a:t>
            </a:r>
          </a:p>
          <a:p>
            <a:r>
              <a:rPr lang="en-AU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대한" pitchFamily="50" charset="-127"/>
                <a:ea typeface="대한" pitchFamily="50" charset="-127"/>
              </a:rPr>
              <a:t> </a:t>
            </a:r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endParaRPr lang="en-AU" sz="2500" b="1" dirty="0">
              <a:solidFill>
                <a:schemeClr val="tx1">
                  <a:lumMod val="65000"/>
                  <a:lumOff val="35000"/>
                </a:schemeClr>
              </a:solidFill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r>
              <a:rPr lang="ko-KR" altLang="en-US" sz="2500" b="1" dirty="0">
                <a:latin typeface="대한" pitchFamily="50" charset="-127"/>
                <a:ea typeface="대한" pitchFamily="50" charset="-127"/>
              </a:rPr>
              <a:t>                </a:t>
            </a:r>
            <a:endParaRPr lang="en-AU" sz="2500" b="1" dirty="0">
              <a:latin typeface="대한" pitchFamily="50" charset="-127"/>
              <a:ea typeface="대한" pitchFamily="50" charset="-127"/>
            </a:endParaRPr>
          </a:p>
          <a:p>
            <a:pPr marL="625475" indent="-625475">
              <a:lnSpc>
                <a:spcPct val="150000"/>
              </a:lnSpc>
            </a:pPr>
            <a:endParaRPr lang="en-AU" sz="2500" b="1" spc="100" dirty="0">
              <a:latin typeface="대한" pitchFamily="50" charset="-127"/>
              <a:ea typeface="대한" pitchFamily="50" charset="-12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1B0601-AAD3-4807-A151-5BAAA07508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04" b="24796"/>
          <a:stretch/>
        </p:blipFill>
        <p:spPr>
          <a:xfrm>
            <a:off x="0" y="3558930"/>
            <a:ext cx="8676456" cy="8850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36406A-F09D-448F-BB39-782F856CB5E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41" b="45959"/>
          <a:stretch/>
        </p:blipFill>
        <p:spPr>
          <a:xfrm>
            <a:off x="107504" y="2067694"/>
            <a:ext cx="8568952" cy="1008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91680" y="2912599"/>
            <a:ext cx="684076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주  님의  죽 음 을  </a:t>
            </a:r>
            <a:r>
              <a:rPr lang="ko-KR" altLang="en-US" sz="3600" b="1" spc="-500" dirty="0">
                <a:latin typeface="궁서" panose="02030600000101010101" pitchFamily="18" charset="-127"/>
                <a:ea typeface="궁서" panose="02030600000101010101" pitchFamily="18" charset="-127"/>
              </a:rPr>
              <a:t>죽 음 을  전 하 며</a:t>
            </a:r>
            <a:endParaRPr lang="en-US" sz="3600" b="1" spc="-5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664" y="4299942"/>
            <a:ext cx="59766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400" dirty="0">
                <a:latin typeface="궁서" panose="02030600000101010101" pitchFamily="18" charset="-127"/>
                <a:ea typeface="궁서" panose="02030600000101010101" pitchFamily="18" charset="-127"/>
              </a:rPr>
              <a:t> 부 활  을  선  포   하 나  이     다</a:t>
            </a:r>
            <a:endParaRPr lang="en-US" sz="3600" b="1" spc="-4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3688" y="1546188"/>
            <a:ext cx="604867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3600" b="1" spc="-300" dirty="0">
                <a:latin typeface="궁서" panose="02030600000101010101" pitchFamily="18" charset="-127"/>
                <a:ea typeface="궁서" panose="02030600000101010101" pitchFamily="18" charset="-127"/>
              </a:rPr>
              <a:t>주 님 께 서    오 실 때 까   지  </a:t>
            </a:r>
            <a:endParaRPr lang="en-US" sz="3600" b="1" spc="-3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43B463-4EDB-4FC4-A910-12820A56084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5" t="24478" r="5206" b="67122"/>
          <a:stretch/>
        </p:blipFill>
        <p:spPr>
          <a:xfrm>
            <a:off x="611560" y="750618"/>
            <a:ext cx="7632848" cy="885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6B2038-8497-ACB2-3E10-3E92D66231C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539552" y="339502"/>
            <a:ext cx="8208912" cy="234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8163" indent="-430213">
              <a:lnSpc>
                <a:spcPct val="120000"/>
              </a:lnSpc>
              <a:spcAft>
                <a:spcPts val="3600"/>
              </a:spcAft>
            </a:pPr>
            <a:r>
              <a:rPr lang="en-US" altLang="ko-KR" sz="32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altLang="ko-KR" sz="29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그리스도를 통하여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그리스도와 함께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그리스도 안에서 성령으로 하나 되어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 모든 영예와 영광을 </a:t>
            </a:r>
            <a:b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영원히 받으소서</a:t>
            </a:r>
            <a:r>
              <a:rPr lang="en-US" altLang="ko-KR" sz="3000" b="1" spc="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AU" sz="30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E7F1C-F0CD-3DA3-F130-D00474F176E6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06269460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D5DDFB9-E21C-D37A-87E7-3B66B8B6F3F2}"/>
              </a:ext>
            </a:extLst>
          </p:cNvPr>
          <p:cNvSpPr/>
          <p:nvPr/>
        </p:nvSpPr>
        <p:spPr>
          <a:xfrm>
            <a:off x="1179865" y="2787774"/>
            <a:ext cx="771261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아   멘     아   멘     아   </a:t>
            </a:r>
            <a:r>
              <a:rPr lang="en-US" altLang="ko-KR" sz="18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~           ~         ~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멘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6B96C9-24CE-0A31-40E9-58FD37D40612}"/>
              </a:ext>
            </a:extLst>
          </p:cNvPr>
          <p:cNvSpPr/>
          <p:nvPr/>
        </p:nvSpPr>
        <p:spPr>
          <a:xfrm>
            <a:off x="130288" y="21853"/>
            <a:ext cx="14173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아멘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378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47614"/>
            <a:ext cx="8928992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A6C737-4245-88D5-2153-4DF4A304BCD1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52422898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471659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F27E5F-1B74-4417-9D70-2ABEC173B2C1}"/>
              </a:ext>
            </a:extLst>
          </p:cNvPr>
          <p:cNvSpPr txBox="1"/>
          <p:nvPr/>
        </p:nvSpPr>
        <p:spPr>
          <a:xfrm>
            <a:off x="323528" y="1961133"/>
            <a:ext cx="842830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 하     늘   에      계     신        우    리  아 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지 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28354-712F-4C2E-B2EB-1C9BA798BE6C}"/>
              </a:ext>
            </a:extLst>
          </p:cNvPr>
          <p:cNvSpPr txBox="1"/>
          <p:nvPr/>
        </p:nvSpPr>
        <p:spPr>
          <a:xfrm>
            <a:off x="683568" y="3905349"/>
            <a:ext cx="842493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아   버 지 의     이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름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이        거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룩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히 빛  나 시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7086DF-2132-C436-E379-9892FE865C8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31663022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9" y="699542"/>
            <a:ext cx="9034425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3926DC-71D6-4C92-80A9-9DE2543C24B2}"/>
              </a:ext>
            </a:extLst>
          </p:cNvPr>
          <p:cNvSpPr txBox="1"/>
          <p:nvPr/>
        </p:nvSpPr>
        <p:spPr>
          <a:xfrm>
            <a:off x="683568" y="1817117"/>
            <a:ext cx="820891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아버지의 나 라가 오 시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며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아버지의   뜻     이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3E0648-C43D-4865-82F7-1A82614548EF}"/>
              </a:ext>
            </a:extLst>
          </p:cNvPr>
          <p:cNvSpPr txBox="1"/>
          <p:nvPr/>
        </p:nvSpPr>
        <p:spPr>
          <a:xfrm>
            <a:off x="658582" y="3689325"/>
            <a:ext cx="837791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하  늘 에서   와  같  이   땅에서도 이 루어 지 소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D79B0-9210-FA64-A811-F26F6545D16A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414096196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699542"/>
            <a:ext cx="9036496" cy="308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312A9F0-E898-4DDF-B441-5671C22A106D}"/>
              </a:ext>
            </a:extLst>
          </p:cNvPr>
          <p:cNvSpPr txBox="1"/>
          <p:nvPr/>
        </p:nvSpPr>
        <p:spPr>
          <a:xfrm>
            <a:off x="251521" y="1817117"/>
            <a:ext cx="8892480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오 늘저 희 에  게   일용할 양식을 주시고   저 희에 게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7D8206-85B5-4139-848E-8A5EB9E4E8EA}"/>
              </a:ext>
            </a:extLst>
          </p:cNvPr>
          <p:cNvSpPr txBox="1"/>
          <p:nvPr/>
        </p:nvSpPr>
        <p:spPr>
          <a:xfrm>
            <a:off x="251520" y="3905349"/>
            <a:ext cx="885698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잘  못 한  이를  저 희가  용 서 하 오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니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  저   희 죄 를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36FA29-A738-5806-817B-9060E82B0EB3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07738711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99542"/>
            <a:ext cx="9073008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47B756-ED3D-4E1B-B261-9DDC2C67D1BB}"/>
              </a:ext>
            </a:extLst>
          </p:cNvPr>
          <p:cNvSpPr txBox="1"/>
          <p:nvPr/>
        </p:nvSpPr>
        <p:spPr>
          <a:xfrm>
            <a:off x="467544" y="1817117"/>
            <a:ext cx="8568952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용   서      하   시     고          저 희 를 유 혹에 빠 지 지 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3B22ED-74A7-4FBD-A101-ACE501EAD579}"/>
              </a:ext>
            </a:extLst>
          </p:cNvPr>
          <p:cNvSpPr txBox="1"/>
          <p:nvPr/>
        </p:nvSpPr>
        <p:spPr>
          <a:xfrm>
            <a:off x="251520" y="3939902"/>
            <a:ext cx="849694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  </a:t>
            </a:r>
            <a:r>
              <a:rPr lang="ko-KR" altLang="en-US" sz="3500" b="1" spc="-500" dirty="0" err="1">
                <a:latin typeface="궁서" pitchFamily="18" charset="-127"/>
                <a:ea typeface="궁서" pitchFamily="18" charset="-127"/>
              </a:rPr>
              <a:t>않</a:t>
            </a:r>
            <a:r>
              <a:rPr lang="ko-KR" altLang="en-US" sz="3500" b="1" spc="-500" dirty="0">
                <a:latin typeface="궁서" pitchFamily="18" charset="-127"/>
                <a:ea typeface="궁서" pitchFamily="18" charset="-127"/>
              </a:rPr>
              <a:t> 게 하 시 고          악  에서  저   희   구  하  소   서</a:t>
            </a:r>
            <a:endParaRPr lang="en-US" sz="3500" b="1" spc="-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24673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주님의 기도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387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E2CE46-2929-1BDC-D289-18AA5B34F68D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1932836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212E37E-CE73-4C83-A10D-F68D2DCC67EA}"/>
              </a:ext>
            </a:extLst>
          </p:cNvPr>
          <p:cNvSpPr/>
          <p:nvPr/>
        </p:nvSpPr>
        <p:spPr>
          <a:xfrm>
            <a:off x="144016" y="411510"/>
            <a:ext cx="8892480" cy="2408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lnSpc>
                <a:spcPct val="130000"/>
              </a:lnSpc>
              <a:spcAft>
                <a:spcPts val="3600"/>
              </a:spcAft>
            </a:pPr>
            <a:r>
              <a:rPr lang="en-US" altLang="ko-KR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30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AU" sz="3000" b="1" spc="-15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주님, 저희를 모든 악에서 구하시고 한평생 평화롭게</a:t>
            </a: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하소서. 주님의 자비로 저희를 언제나 죄에서 구원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하시고 모든 시련에서 보호하시어 복된 희망을 품고 </a:t>
            </a:r>
            <a:b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en-AU" sz="3000" b="1" spc="-1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구세주 예수 그리스도의 재림을 기다리게 하소서.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B8C2A-F64F-FA22-9110-4F5D99C9C5CC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6486801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5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681AFA-DAF4-47C8-5F78-5673A0D0F35C}"/>
              </a:ext>
            </a:extLst>
          </p:cNvPr>
          <p:cNvSpPr/>
          <p:nvPr/>
        </p:nvSpPr>
        <p:spPr>
          <a:xfrm>
            <a:off x="963841" y="1851670"/>
            <a:ext cx="7928639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주</a:t>
            </a:r>
            <a:r>
              <a:rPr lang="ko-KR" altLang="en-US" sz="10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님      </a:t>
            </a:r>
            <a:r>
              <a:rPr lang="ko-KR" altLang="en-US" sz="3500" b="1" spc="200" dirty="0" err="1">
                <a:latin typeface="궁서" panose="02030600000101010101" pitchFamily="18" charset="-127"/>
                <a:ea typeface="궁서" panose="02030600000101010101" pitchFamily="18" charset="-127"/>
              </a:rPr>
              <a:t>께</a:t>
            </a:r>
            <a:r>
              <a:rPr lang="ko-KR" altLang="en-US" sz="3500" b="1" spc="200" dirty="0">
                <a:latin typeface="궁서" panose="02030600000101010101" pitchFamily="18" charset="-127"/>
                <a:ea typeface="궁서" panose="02030600000101010101" pitchFamily="18" charset="-127"/>
              </a:rPr>
              <a:t>       나 라 와 권 능 과</a:t>
            </a:r>
            <a:endParaRPr lang="en-AU" sz="3500" b="1" spc="2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B0F9A0-1323-B19A-2337-5AB3C7CF734C}"/>
              </a:ext>
            </a:extLst>
          </p:cNvPr>
          <p:cNvSpPr/>
          <p:nvPr/>
        </p:nvSpPr>
        <p:spPr>
          <a:xfrm>
            <a:off x="827585" y="3833341"/>
            <a:ext cx="8064895" cy="538609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영  광 이       영 원 히  </a:t>
            </a:r>
            <a:r>
              <a:rPr lang="ko-KR" altLang="en-US" sz="3500" b="1" spc="-100" dirty="0" err="1">
                <a:latin typeface="궁서" panose="02030600000101010101" pitchFamily="18" charset="-127"/>
                <a:ea typeface="궁서" panose="02030600000101010101" pitchFamily="18" charset="-127"/>
              </a:rPr>
              <a:t>있</a:t>
            </a:r>
            <a:r>
              <a:rPr lang="ko-KR" altLang="en-US" sz="3500" b="1" spc="-100" dirty="0">
                <a:latin typeface="궁서" panose="02030600000101010101" pitchFamily="18" charset="-127"/>
                <a:ea typeface="궁서" panose="02030600000101010101" pitchFamily="18" charset="-127"/>
              </a:rPr>
              <a:t>    나   이    다</a:t>
            </a:r>
            <a:endParaRPr lang="en-AU" sz="3500" b="1" spc="-100" dirty="0"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BEEAF5-EE5E-B5BD-5EB9-4C7C94E0E8EE}"/>
              </a:ext>
            </a:extLst>
          </p:cNvPr>
          <p:cNvSpPr/>
          <p:nvPr/>
        </p:nvSpPr>
        <p:spPr>
          <a:xfrm>
            <a:off x="74079" y="-20538"/>
            <a:ext cx="37289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주님께 나라와 권능과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389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C66D2-27A9-B48E-98C7-B914790C179E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18978066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25303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8B9AF-B563-6713-581E-1298FCE24521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25303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894843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632" y="1851670"/>
            <a:ext cx="770485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</a:t>
            </a:r>
            <a:r>
              <a:rPr lang="ko-KR" altLang="en-US" sz="3500" b="1" spc="-300" dirty="0" err="1">
                <a:latin typeface="궁서" pitchFamily="18" charset="-127"/>
                <a:ea typeface="궁서" pitchFamily="18" charset="-127"/>
              </a:rPr>
              <a:t>느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 님 의  어 린  양     세 상의 죄 를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867894"/>
            <a:ext cx="8316416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 님    자비를   자비를 베푸소  서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반복</a:t>
            </a:r>
            <a:r>
              <a:rPr lang="en-US" altLang="ko-KR" sz="2000" b="1" spc="-300" dirty="0">
                <a:latin typeface="궁서" pitchFamily="18" charset="-127"/>
                <a:ea typeface="궁서" pitchFamily="18" charset="-127"/>
              </a:rPr>
              <a:t>)</a:t>
            </a:r>
            <a:r>
              <a:rPr lang="ko-KR" altLang="en-US" sz="2000" b="1" spc="-300" dirty="0">
                <a:latin typeface="궁서" pitchFamily="18" charset="-127"/>
                <a:ea typeface="궁서" pitchFamily="18" charset="-127"/>
              </a:rPr>
              <a:t> </a:t>
            </a:r>
            <a:endParaRPr lang="en-US" sz="20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6DFA53-7C27-A33C-9314-7AA3B902755F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60431588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771550"/>
            <a:ext cx="90010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99592" y="1889125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하 느  님 의   어 린  양    세 상의 죄 를  없 애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3939902"/>
            <a:ext cx="8136904" cy="538609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>
            <a:spAutoFit/>
          </a:bodyPr>
          <a:lstStyle/>
          <a:p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시 는 </a:t>
            </a:r>
            <a:r>
              <a:rPr lang="en-US" altLang="ko-KR" sz="2000" spc="-300" dirty="0">
                <a:latin typeface="궁서" pitchFamily="18" charset="-127"/>
                <a:ea typeface="궁서" pitchFamily="18" charset="-127"/>
              </a:rPr>
              <a:t>~</a:t>
            </a:r>
            <a:r>
              <a:rPr lang="en-US" altLang="ko-KR" sz="2800" spc="-300" dirty="0">
                <a:latin typeface="궁서" pitchFamily="18" charset="-127"/>
                <a:ea typeface="궁서" pitchFamily="18" charset="-127"/>
              </a:rPr>
              <a:t>  </a:t>
            </a:r>
            <a:r>
              <a:rPr lang="ko-KR" altLang="en-US" sz="3500" b="1" spc="-300" dirty="0">
                <a:latin typeface="궁서" pitchFamily="18" charset="-127"/>
                <a:ea typeface="궁서" pitchFamily="18" charset="-127"/>
              </a:rPr>
              <a:t>주   님   평화를  평 화를 주    소    서</a:t>
            </a:r>
            <a:endParaRPr lang="en-US" sz="3500" b="1" spc="-3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E4C123F-7CA3-4CBC-B878-08D9E3EA2235}"/>
              </a:ext>
            </a:extLst>
          </p:cNvPr>
          <p:cNvSpPr/>
          <p:nvPr/>
        </p:nvSpPr>
        <p:spPr>
          <a:xfrm>
            <a:off x="74079" y="-20538"/>
            <a:ext cx="30155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하느님의 어린양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328</a:t>
            </a:r>
            <a:endParaRPr 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32690F-0FC2-E471-1609-101E85A914A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성가 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6620636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608" y="-7513"/>
            <a:ext cx="1410056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CED880-166D-4C65-A35C-79421FDDC11B}"/>
              </a:ext>
            </a:extLst>
          </p:cNvPr>
          <p:cNvSpPr/>
          <p:nvPr/>
        </p:nvSpPr>
        <p:spPr>
          <a:xfrm>
            <a:off x="5904010" y="83408"/>
            <a:ext cx="32912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RECEPTION OF COMMUNION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1146201"/>
            <a:ext cx="8280920" cy="2937717"/>
          </a:xfrm>
          <a:prstGeom prst="rect">
            <a:avLst/>
          </a:prstGeom>
        </p:spPr>
        <p:txBody>
          <a:bodyPr wrap="square" lIns="71555" tIns="35777" rIns="71555" bIns="35777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안에 주님을 모시기에 </a:t>
            </a:r>
            <a:br>
              <a:rPr lang="en-US" altLang="ko-KR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합당치 않사오나 한 말씀만 하소서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4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제 영혼이 곧 나으리다</a:t>
            </a:r>
            <a:endParaRPr lang="en-US" sz="41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B8F96-E7C1-8AEB-3C72-35C11F445658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5" name="직사각형 2"/>
          <p:cNvSpPr/>
          <p:nvPr/>
        </p:nvSpPr>
        <p:spPr>
          <a:xfrm>
            <a:off x="827584" y="627534"/>
            <a:ext cx="7560840" cy="2795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주님께 청하는 오직 한 가지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나 그것을 얻고자 하니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내 한평생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집에 사는 것이라네</a:t>
            </a:r>
            <a:r>
              <a:rPr lang="en-US" altLang="ko-KR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6D268A-40E2-3725-3CBD-A367BB9CB60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167</a:t>
            </a:r>
            <a:endParaRPr lang="en-US" sz="48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235154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7810BCC-703F-4B78-E52B-9FCAADCA74D8}"/>
              </a:ext>
            </a:extLst>
          </p:cNvPr>
          <p:cNvGrpSpPr/>
          <p:nvPr/>
        </p:nvGrpSpPr>
        <p:grpSpPr>
          <a:xfrm>
            <a:off x="66675" y="555526"/>
            <a:ext cx="9010650" cy="3960440"/>
            <a:chOff x="66675" y="555526"/>
            <a:chExt cx="9010650" cy="396044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366A74E-E257-3D22-0225-BBFB1919B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437" y="555526"/>
              <a:ext cx="9001125" cy="19812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CAA2D5C-3199-A164-3EFC-8C4611A1B4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675" y="2820516"/>
              <a:ext cx="9010650" cy="1695450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3CD53ADD-B2F6-AFC6-23C2-1F25B0FC6B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1214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648CEC-A276-C7BC-CBD1-BF4AE822F03D}"/>
              </a:ext>
            </a:extLst>
          </p:cNvPr>
          <p:cNvGrpSpPr/>
          <p:nvPr/>
        </p:nvGrpSpPr>
        <p:grpSpPr>
          <a:xfrm>
            <a:off x="76200" y="555526"/>
            <a:ext cx="8991600" cy="2952328"/>
            <a:chOff x="76200" y="555526"/>
            <a:chExt cx="8991600" cy="29523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55C287-4105-CA8B-C690-E2D2DB872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" y="555526"/>
              <a:ext cx="8953500" cy="14859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4AF851-54D7-A3ED-67EA-6D49BC75F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" y="2145779"/>
              <a:ext cx="8991600" cy="136207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5594E69-0A68-34E0-162A-7BA434934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08049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CE1138-49DE-EC66-7C9F-168E4D2CD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55526"/>
            <a:ext cx="8991600" cy="1504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E332E4-EF6D-42E1-64FC-F549E847C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09087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66A74E-E257-3D22-0225-BBFB1919BF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4578"/>
          <a:stretch/>
        </p:blipFill>
        <p:spPr>
          <a:xfrm>
            <a:off x="71437" y="555526"/>
            <a:ext cx="9001125" cy="12961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AA2D5C-3199-A164-3EFC-8C4611A1B4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2471"/>
          <a:stretch/>
        </p:blipFill>
        <p:spPr>
          <a:xfrm>
            <a:off x="66675" y="2820516"/>
            <a:ext cx="9010650" cy="9753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E1F931-C35C-65C1-1A30-7E9CD474F6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68" y="1840235"/>
            <a:ext cx="8001000" cy="371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A3088F-C6CC-3010-F5D2-E2429C551D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096" y="3865984"/>
            <a:ext cx="6553200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2401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648CEC-A276-C7BC-CBD1-BF4AE822F03D}"/>
              </a:ext>
            </a:extLst>
          </p:cNvPr>
          <p:cNvGrpSpPr/>
          <p:nvPr/>
        </p:nvGrpSpPr>
        <p:grpSpPr>
          <a:xfrm>
            <a:off x="76200" y="555526"/>
            <a:ext cx="8991600" cy="2952328"/>
            <a:chOff x="76200" y="555526"/>
            <a:chExt cx="8991600" cy="29523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F55C287-4105-CA8B-C690-E2D2DB872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" y="555526"/>
              <a:ext cx="8953500" cy="14859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D4AF851-54D7-A3ED-67EA-6D49BC75F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" y="2145779"/>
              <a:ext cx="8991600" cy="1362075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5594E69-0A68-34E0-162A-7BA434934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1606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성체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167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생명이신 천상 양식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CE1138-49DE-EC66-7C9F-168E4D2CD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55526"/>
            <a:ext cx="8991600" cy="15049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5E332E4-EF6D-42E1-64FC-F549E847C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7368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16" y="1419622"/>
            <a:ext cx="9107488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en-US" altLang="ko-KR" sz="5200" b="1" spc="1000" dirty="0">
                <a:latin typeface="바탕" pitchFamily="18" charset="-127"/>
                <a:ea typeface="바탕" pitchFamily="18" charset="-127"/>
              </a:rPr>
              <a:t>2</a:t>
            </a:r>
            <a:r>
              <a:rPr lang="ko-KR" altLang="en-US" sz="5200" b="1" spc="1000" dirty="0">
                <a:latin typeface="바탕" pitchFamily="18" charset="-127"/>
                <a:ea typeface="바탕" pitchFamily="18" charset="-127"/>
              </a:rPr>
              <a:t>차 봉헌</a:t>
            </a:r>
            <a:endParaRPr lang="en-US" altLang="ko-KR" sz="5200" b="1" spc="10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209</a:t>
            </a:r>
          </a:p>
        </p:txBody>
      </p:sp>
    </p:spTree>
    <p:extLst>
      <p:ext uri="{BB962C8B-B14F-4D97-AF65-F5344CB8AC3E}">
        <p14:creationId xmlns:p14="http://schemas.microsoft.com/office/powerpoint/2010/main" val="333877162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사랑하올 예수 성심이여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D39A2-90D7-4464-A538-85B8BD6F7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72072-E6F9-3D27-A488-812AFF97E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6" name="Picture 5" descr="A sheet music with notes&#10;&#10;AI-generated content may be incorrect.">
            <a:extLst>
              <a:ext uri="{FF2B5EF4-FFF2-40B4-BE49-F238E27FC236}">
                <a16:creationId xmlns:a16="http://schemas.microsoft.com/office/drawing/2014/main" id="{8FB86C7C-3F82-6951-DB0B-8CCF3EA22F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074"/>
            <a:ext cx="9124950" cy="2172691"/>
          </a:xfrm>
          <a:prstGeom prst="rect">
            <a:avLst/>
          </a:prstGeom>
        </p:spPr>
      </p:pic>
      <p:pic>
        <p:nvPicPr>
          <p:cNvPr id="9" name="Picture 8" descr="A close up of a music note&#10;&#10;AI-generated content may be incorrect.">
            <a:extLst>
              <a:ext uri="{FF2B5EF4-FFF2-40B4-BE49-F238E27FC236}">
                <a16:creationId xmlns:a16="http://schemas.microsoft.com/office/drawing/2014/main" id="{A620279D-5344-0887-63ED-83D0D83E8B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5620"/>
            <a:ext cx="9124950" cy="199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2826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C5E345-F6C7-067A-1000-1B8A9C640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0B0EE5B-8154-8721-1D61-CA433F9A3284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차봉헌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209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사랑하올 예수 성심이여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A7933-7DA8-6EC7-4F4B-6F5CCC696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208" y="4908906"/>
            <a:ext cx="2704309" cy="22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82AE14-3E7D-13C5-A7A0-46C2ED8AC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475" y="2557462"/>
            <a:ext cx="19050" cy="28575"/>
          </a:xfrm>
          <a:prstGeom prst="rect">
            <a:avLst/>
          </a:prstGeom>
        </p:spPr>
      </p:pic>
      <p:pic>
        <p:nvPicPr>
          <p:cNvPr id="3" name="Picture 2" descr="A sheet music with notes&#10;&#10;AI-generated content may be incorrect.">
            <a:extLst>
              <a:ext uri="{FF2B5EF4-FFF2-40B4-BE49-F238E27FC236}">
                <a16:creationId xmlns:a16="http://schemas.microsoft.com/office/drawing/2014/main" id="{01DCAB0E-A9A0-FE6F-C286-B905F9B046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523220"/>
            <a:ext cx="9105900" cy="2033648"/>
          </a:xfrm>
          <a:prstGeom prst="rect">
            <a:avLst/>
          </a:prstGeom>
        </p:spPr>
      </p:pic>
      <p:pic>
        <p:nvPicPr>
          <p:cNvPr id="8" name="Picture 7" descr="A sheet music with notes&#10;&#10;AI-generated content may be incorrect.">
            <a:extLst>
              <a:ext uri="{FF2B5EF4-FFF2-40B4-BE49-F238E27FC236}">
                <a16:creationId xmlns:a16="http://schemas.microsoft.com/office/drawing/2014/main" id="{C8CA06F7-6B6D-4B07-5199-78FF8B0A57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2715766"/>
            <a:ext cx="9086850" cy="190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86359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03444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83568" y="478585"/>
            <a:ext cx="8208912" cy="40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</a:t>
            </a:r>
            <a:r>
              <a:rPr lang="en-AU" altLang="ko-KR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함께</a:t>
            </a:r>
            <a:endParaRPr lang="en-AU" altLang="ko-KR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endParaRPr lang="en-AU" altLang="ko-KR" sz="4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marL="269875" indent="-269875">
              <a:lnSpc>
                <a:spcPct val="114000"/>
              </a:lnSpc>
            </a:pP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전능하신 천주 성부와 ✜ 성자와 성령께서는    여기 모인 모든 이에게 강복하소서</a:t>
            </a:r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endParaRPr lang="en-US" altLang="ko-KR" sz="2000" b="1" dirty="0">
              <a:solidFill>
                <a:schemeClr val="tx1">
                  <a:lumMod val="50000"/>
                  <a:lumOff val="5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</a:t>
            </a:r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아멘</a:t>
            </a:r>
            <a:endParaRPr lang="en-US" sz="4000" b="1" spc="3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693FA-D74F-440F-EB24-A24A50F0C3BB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5" y="-7513"/>
            <a:ext cx="1719533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파 견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0" y="83408"/>
            <a:ext cx="3069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683568" y="813708"/>
            <a:ext cx="8280920" cy="2030132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 lvl="0">
              <a:lnSpc>
                <a:spcPct val="140000"/>
              </a:lnSpc>
              <a:spcAft>
                <a:spcPts val="3600"/>
              </a:spcAft>
              <a:tabLst>
                <a:tab pos="719138" algn="l"/>
              </a:tabLst>
              <a:defRPr/>
            </a:pP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†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미사가 끝났으니 가서 복음을 전합시다</a:t>
            </a:r>
            <a:r>
              <a:rPr lang="en-US" altLang="ko-KR" sz="32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.</a:t>
            </a:r>
            <a:r>
              <a:rPr kumimoji="0" lang="en-AU" altLang="ko-KR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endParaRPr kumimoji="0" lang="en-US" altLang="ko-KR" sz="3200" b="1" i="0" u="none" strike="noStrike" kern="1200" cap="none" spc="100" normalizeH="0" noProof="0" dirty="0">
              <a:ln>
                <a:noFill/>
              </a:ln>
              <a:solidFill>
                <a:srgbClr val="EEECE1">
                  <a:lumMod val="75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</a:endParaRPr>
          </a:p>
          <a:p>
            <a:pPr marL="715963" marR="0" lvl="0" indent="-715963" algn="l" defTabSz="715558" rtl="0" eaLnBrk="1" fontAlgn="auto" latinLnBrk="0" hangingPunct="1">
              <a:lnSpc>
                <a:spcPct val="15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◎</a:t>
            </a:r>
            <a:r>
              <a:rPr kumimoji="0" lang="en-US" altLang="ko-KR" sz="3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	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하느님</a:t>
            </a:r>
            <a:r>
              <a:rPr kumimoji="0" lang="en-AU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, </a:t>
            </a:r>
            <a:r>
              <a:rPr kumimoji="0" lang="ko-KR" altLang="en-US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감사합니다</a:t>
            </a:r>
            <a:r>
              <a:rPr kumimoji="0" lang="en-US" altLang="ko-KR" sz="3500" b="1" i="0" u="none" strike="noStrike" kern="1200" cap="none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</a:rPr>
              <a:t>.</a:t>
            </a:r>
            <a:endParaRPr kumimoji="0" lang="en-US" altLang="ko-KR" sz="3500" b="1" i="0" u="none" strike="noStrike" kern="1200" cap="none" spc="30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9EDB5-2CD9-21CC-EB6E-8DF2F301486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165797724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8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</a:pPr>
            <a:r>
              <a:rPr lang="en-US" sz="48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79495741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4D079B-13EC-2AC0-AAF9-A7612D582393}"/>
              </a:ext>
            </a:extLst>
          </p:cNvPr>
          <p:cNvGrpSpPr/>
          <p:nvPr/>
        </p:nvGrpSpPr>
        <p:grpSpPr>
          <a:xfrm>
            <a:off x="48253" y="627534"/>
            <a:ext cx="9095747" cy="3839642"/>
            <a:chOff x="12625" y="593384"/>
            <a:chExt cx="9095747" cy="383964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5C32EB1-DB5C-C3DE-AE43-16FF8D6EE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25" y="593384"/>
              <a:ext cx="9095747" cy="183435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567478F-18AD-8BD7-2F35-992C4C5CC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89" y="2427734"/>
              <a:ext cx="9047574" cy="20052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642059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7EACD96-FB40-B9F3-6712-9DCE7DE4BD46}"/>
              </a:ext>
            </a:extLst>
          </p:cNvPr>
          <p:cNvGrpSpPr/>
          <p:nvPr/>
        </p:nvGrpSpPr>
        <p:grpSpPr>
          <a:xfrm>
            <a:off x="35496" y="523220"/>
            <a:ext cx="9073008" cy="4093911"/>
            <a:chOff x="96" y="523220"/>
            <a:chExt cx="9108408" cy="409391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B06D43F-7608-9BD0-8385-78A5C2314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" y="523220"/>
              <a:ext cx="9108408" cy="2045318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DF54C705-5467-BAD2-3A7B-6966A4C3B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54" y="2571743"/>
              <a:ext cx="9084850" cy="204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295539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B9B7840-9B1A-C636-BC43-39248F90F3F7}"/>
              </a:ext>
            </a:extLst>
          </p:cNvPr>
          <p:cNvGrpSpPr/>
          <p:nvPr/>
        </p:nvGrpSpPr>
        <p:grpSpPr>
          <a:xfrm>
            <a:off x="0" y="547211"/>
            <a:ext cx="9144000" cy="4287193"/>
            <a:chOff x="0" y="547211"/>
            <a:chExt cx="9144000" cy="428719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C1A6D5E-0DCA-DB12-78AB-4B5A9C16A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7211"/>
              <a:ext cx="9089771" cy="205375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3F8993D-5059-6DA1-3FC0-E9C245675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51" y="2686157"/>
              <a:ext cx="9130049" cy="2148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513189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49976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5"/>
            <a:ext cx="8798695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  <a:endParaRPr lang="en-US" altLang="ko-KR" sz="4000" b="1" u="sng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endParaRPr lang="ko-KR" altLang="en-US" sz="16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br>
              <a:rPr lang="ko-KR" altLang="en-US" sz="11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천사가 마리아께 아뢰니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성령으로 잉태하셨나이다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br>
              <a:rPr lang="ko-KR" altLang="en-US" sz="31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b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주님의 종이오니</a:t>
            </a:r>
            <a:endParaRPr lang="en-US" altLang="ko-KR" sz="2400" b="1" spc="-2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2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그대로 제게 이루어지소서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!</a:t>
            </a:r>
            <a:br>
              <a:rPr lang="ko-KR" altLang="en-US" sz="28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  <a:br>
              <a:rPr lang="ko-KR" altLang="en-US" sz="28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endParaRPr lang="en-US" sz="28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5D9A13-3F59-F542-6D92-D14A3AC40C0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308880628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00" y="-170589"/>
            <a:ext cx="8798695" cy="5042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1800" b="1" u="sng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</a:t>
            </a:r>
            <a:r>
              <a:rPr lang="ko-KR" altLang="en-US" sz="4000" b="1" u="sng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삼종 기도</a:t>
            </a:r>
          </a:p>
          <a:p>
            <a:pPr>
              <a:spcAft>
                <a:spcPts val="1000"/>
              </a:spcAft>
            </a:pPr>
            <a:br>
              <a:rPr lang="ko-KR" altLang="en-US" sz="11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en-AU" altLang="ko-KR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    </a:t>
            </a:r>
            <a:r>
              <a:rPr lang="en-AU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0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 </a:t>
            </a:r>
            <a:br>
              <a:rPr lang="ko-KR" altLang="en-US" sz="1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이에 말씀이 사람이 되시어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spcAft>
                <a:spcPts val="1800"/>
              </a:spcAft>
            </a:pPr>
            <a:r>
              <a:rPr lang="ko-KR" altLang="en-US" sz="30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저희 가운데 계시나이다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b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28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</a:t>
            </a:r>
            <a:r>
              <a:rPr lang="ko-KR" altLang="en-US" sz="2400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ko-KR" altLang="en-US" sz="24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성모송</a:t>
            </a:r>
            <a:r>
              <a:rPr lang="en-US" altLang="ko-KR" sz="2400" b="1" spc="-200" dirty="0">
                <a:solidFill>
                  <a:srgbClr val="00B0F0"/>
                </a:solidFill>
                <a:latin typeface="바탕" pitchFamily="18" charset="-127"/>
                <a:ea typeface="바탕" pitchFamily="18" charset="-127"/>
              </a:rPr>
              <a:t>)</a:t>
            </a:r>
          </a:p>
          <a:p>
            <a:r>
              <a:rPr lang="ko-KR" altLang="en-US" sz="28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○ 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천주의 성모님</a:t>
            </a: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, </a:t>
            </a:r>
          </a:p>
          <a:p>
            <a:pPr>
              <a:spcAft>
                <a:spcPts val="1000"/>
              </a:spcAft>
            </a:pPr>
            <a:r>
              <a:rPr lang="en-US" altLang="ko-KR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  </a:t>
            </a:r>
            <a:r>
              <a:rPr lang="ko-KR" altLang="en-US" sz="2400" b="1" spc="-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저희를 위하여 빌어주시어</a:t>
            </a:r>
            <a:endParaRPr lang="en-US" altLang="ko-KR" sz="2400" b="1" spc="-2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ko-KR" altLang="en-US" sz="30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그리스도께서 약속하신 </a:t>
            </a:r>
            <a:endParaRPr lang="en-US" altLang="ko-KR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</a:t>
            </a:r>
            <a:r>
              <a:rPr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영원한 생명을 얻게 하소서</a:t>
            </a:r>
            <a:r>
              <a:rPr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sz="3100" b="1" spc="-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E387B44-EFCE-CE46-92B1-E681950A9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305141"/>
            <a:ext cx="3817203" cy="4484305"/>
          </a:xfrm>
          <a:prstGeom prst="rect">
            <a:avLst/>
          </a:prstGeom>
          <a:noFill/>
          <a:ln>
            <a:solidFill>
              <a:schemeClr val="bg1"/>
            </a:solidFill>
            <a:prstDash val="lgDash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1" hangingPunct="1"/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(</a:t>
            </a:r>
            <a:r>
              <a:rPr kumimoji="0" lang="ko-KR" alt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성모송</a:t>
            </a:r>
            <a:r>
              <a:rPr kumimoji="0" lang="en-US" altLang="ko-KR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)</a:t>
            </a:r>
          </a:p>
          <a:p>
            <a:pPr lvl="0" algn="ctr" eaLnBrk="1" hangingPunct="1"/>
            <a:endParaRPr kumimoji="0" lang="en-US" altLang="ko-KR" sz="11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은총이 가득하신 마리아님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기뻐하소서</a:t>
            </a:r>
            <a:r>
              <a:rPr kumimoji="0" lang="en-US" altLang="ko-KR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!</a:t>
            </a:r>
            <a:endParaRPr lang="en-US" altLang="ko-KR" sz="2000" b="1" spc="-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/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주님께서 함께 계시니</a:t>
            </a:r>
            <a:endParaRPr kumimoji="0" lang="en-US" altLang="ko-KR" sz="2000" b="1" i="0" u="none" strike="noStrike" cap="none" spc="-100" normalizeH="0" baseline="0" dirty="0">
              <a:ln>
                <a:noFill/>
              </a:ln>
              <a:solidFill>
                <a:schemeClr val="bg2">
                  <a:lumMod val="90000"/>
                </a:schemeClr>
              </a:solidFill>
              <a:effectLst/>
              <a:latin typeface="바탕" pitchFamily="18" charset="-127"/>
              <a:ea typeface="바탕" pitchFamily="18" charset="-127"/>
              <a:cs typeface="Times New Roman" pitchFamily="18" charset="0"/>
            </a:endParaRPr>
          </a:p>
          <a:p>
            <a:pPr lvl="0" algn="ctr" eaLnBrk="1" hangingPunct="1">
              <a:lnSpc>
                <a:spcPct val="120000"/>
              </a:lnSpc>
              <a:spcAft>
                <a:spcPts val="1200"/>
              </a:spcAft>
            </a:pPr>
            <a:r>
              <a:rPr kumimoji="0" lang="ko-KR" altLang="en-US" sz="2000" b="1" i="0" u="none" strike="noStrike" cap="none" spc="-100" normalizeH="0" baseline="0" dirty="0">
                <a:ln>
                  <a:noFill/>
                </a:ln>
                <a:solidFill>
                  <a:schemeClr val="bg2">
                    <a:lumMod val="90000"/>
                  </a:schemeClr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여인 중에 복되시며 태중의 </a:t>
            </a:r>
            <a:r>
              <a:rPr kumimoji="0" lang="ko-KR" altLang="en-US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아들 예수님 또한 복되시나이다</a:t>
            </a:r>
            <a:r>
              <a:rPr kumimoji="0" lang="en-US" altLang="ko-KR" sz="2000" b="1" spc="-100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</a:p>
          <a:p>
            <a:pPr lvl="0" algn="ctr" eaLnBrk="1" hangingPunct="1">
              <a:lnSpc>
                <a:spcPct val="110000"/>
              </a:lnSpc>
            </a:pP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천주의 성모 마리아님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, </a:t>
            </a:r>
            <a:r>
              <a:rPr kumimoji="0" lang="ko-KR" altLang="en-US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이</a:t>
            </a:r>
            <a:r>
              <a:rPr kumimoji="0" lang="ko-KR" altLang="en-US" sz="3100" b="1" i="0" u="none" strike="noStrike" cap="none" spc="-20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제와 저희 죽을 때에 저희 죄인을 위하여 빌어주소서</a:t>
            </a:r>
            <a:r>
              <a:rPr kumimoji="0" lang="en-US" altLang="ko-KR" sz="3100" b="1" spc="-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Times New Roman" pitchFamily="18" charset="0"/>
              </a:rPr>
              <a:t>. </a:t>
            </a:r>
            <a:r>
              <a:rPr kumimoji="0" lang="ko-KR" altLang="en-US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아멘</a:t>
            </a:r>
            <a:r>
              <a:rPr kumimoji="0" lang="en-US" altLang="ko-KR" sz="3100" b="1" i="0" u="none" strike="noStrike" cap="none" spc="-150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바탕" pitchFamily="18" charset="-127"/>
                <a:ea typeface="바탕" pitchFamily="18" charset="-127"/>
                <a:cs typeface="Times New Roman" pitchFamily="18" charset="0"/>
              </a:rPr>
              <a:t>.</a:t>
            </a:r>
            <a:endParaRPr kumimoji="0" lang="en-US" altLang="ko-KR" sz="3100" b="1" i="0" u="none" strike="noStrike" cap="none" spc="-150" normalizeH="0" baseline="0" dirty="0">
              <a:ln>
                <a:noFill/>
              </a:ln>
              <a:solidFill>
                <a:schemeClr val="bg1"/>
              </a:solidFill>
              <a:effectLst/>
              <a:latin typeface="바탕" pitchFamily="18" charset="-127"/>
              <a:ea typeface="바탕" pitchFamily="18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81389A-C9F3-9331-04D3-3D9FC43220E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58210258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51520" y="-20538"/>
            <a:ext cx="8604449" cy="5150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  † </a:t>
            </a: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기도합시다</a:t>
            </a:r>
            <a:endParaRPr lang="en-US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>
              <a:lnSpc>
                <a:spcPct val="109000"/>
              </a:lnSpc>
              <a:spcAft>
                <a:spcPts val="1200"/>
              </a:spcAft>
            </a:pPr>
            <a:br>
              <a:rPr lang="ko-KR" altLang="en-US" sz="12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3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  </a:t>
            </a:r>
            <a:r>
              <a:rPr lang="ko-KR" altLang="en-US" sz="2800" b="1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하느님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천사의 아룀으로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성자께서 사람이 되심을 알았으니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성자의 수난과 십자가로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부활의 영광에 이르는 은총을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저희에게 내려주소서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b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   우리 주 그리스도를 통하여 비나이다</a:t>
            </a:r>
            <a:r>
              <a:rPr lang="en-US" altLang="ko-KR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</a:p>
          <a:p>
            <a:pPr>
              <a:lnSpc>
                <a:spcPct val="109000"/>
              </a:lnSpc>
            </a:pPr>
            <a:r>
              <a:rPr lang="ko-KR" altLang="en-US" sz="35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    ◎ 아 멘</a:t>
            </a:r>
            <a:endParaRPr lang="en-US" sz="3300" b="1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811EDA-B07E-E0E5-BF81-7CB51F32B966}"/>
              </a:ext>
            </a:extLst>
          </p:cNvPr>
          <p:cNvSpPr txBox="1"/>
          <p:nvPr/>
        </p:nvSpPr>
        <p:spPr>
          <a:xfrm>
            <a:off x="6300192" y="484490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val="244401918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642273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60252</TotalTime>
  <Words>3255</Words>
  <Application>Microsoft Office PowerPoint</Application>
  <PresentationFormat>On-screen Show (16:9)</PresentationFormat>
  <Paragraphs>540</Paragraphs>
  <Slides>147</Slides>
  <Notes>88</Notes>
  <HiddenSlides>0</HiddenSlides>
  <MMClips>4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147</vt:i4>
      </vt:variant>
    </vt:vector>
  </HeadingPairs>
  <TitlesOfParts>
    <vt:vector size="163" baseType="lpstr">
      <vt:lpstr>Gulim</vt:lpstr>
      <vt:lpstr>궁서</vt:lpstr>
      <vt:lpstr>궁서</vt:lpstr>
      <vt:lpstr>대한</vt:lpstr>
      <vt:lpstr>dotum</vt:lpstr>
      <vt:lpstr>Malgun Gothic</vt:lpstr>
      <vt:lpstr>Malgun Gothic</vt:lpstr>
      <vt:lpstr>Batang</vt:lpstr>
      <vt:lpstr>Batang</vt:lpstr>
      <vt:lpstr>Arial</vt:lpstr>
      <vt:lpstr>Arial Black</vt:lpstr>
      <vt:lpstr>Calibri</vt:lpstr>
      <vt:lpstr>Gill Sans MT</vt:lpstr>
      <vt:lpstr>Lucida Calligraphy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성모 찬송</vt:lpstr>
      <vt:lpstr>성모 찬송</vt:lpstr>
      <vt:lpstr>성모 찬송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입당송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성수 예식</vt:lpstr>
      <vt:lpstr>PowerPoint Presentation</vt:lpstr>
      <vt:lpstr>PowerPoint Presentation</vt:lpstr>
      <vt:lpstr>성수 예식</vt:lpstr>
      <vt:lpstr>PowerPoint Presentation</vt:lpstr>
      <vt:lpstr>성수 예식</vt:lpstr>
      <vt:lpstr>성수 예식</vt:lpstr>
      <vt:lpstr>성수 예식</vt:lpstr>
      <vt:lpstr>PowerPoint Presentation</vt:lpstr>
      <vt:lpstr>성수 예식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제 1 독서  탈출기의 말씀입니다.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제 2 독서  사도 바오로의 로마서 말씀입니다.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영성체</vt:lpstr>
      <vt:lpstr>PowerPoint Presentation</vt:lpstr>
      <vt:lpstr>영성체송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파 견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Jacob Yang</cp:lastModifiedBy>
  <cp:revision>2045</cp:revision>
  <dcterms:created xsi:type="dcterms:W3CDTF">2016-08-30T00:06:00Z</dcterms:created>
  <dcterms:modified xsi:type="dcterms:W3CDTF">2026-06-10T11:50:35Z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
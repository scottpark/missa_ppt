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2523" r:id="rId25"/>
    <p:sldId id="2060" r:id="rId26"/>
    <p:sldId id="1520" r:id="rId27"/>
    <p:sldId id="2018" r:id="rId28"/>
    <p:sldId id="2524" r:id="rId29"/>
    <p:sldId id="2525" r:id="rId30"/>
    <p:sldId id="2526" r:id="rId31"/>
    <p:sldId id="1505" r:id="rId32"/>
    <p:sldId id="2081" r:id="rId33"/>
    <p:sldId id="2083" r:id="rId34"/>
    <p:sldId id="2527" r:id="rId35"/>
    <p:sldId id="2528" r:id="rId36"/>
    <p:sldId id="2529" r:id="rId37"/>
    <p:sldId id="2082" r:id="rId38"/>
    <p:sldId id="2080" r:id="rId39"/>
    <p:sldId id="2036" r:id="rId40"/>
    <p:sldId id="1507" r:id="rId41"/>
    <p:sldId id="344" r:id="rId42"/>
    <p:sldId id="2070" r:id="rId43"/>
    <p:sldId id="2530" r:id="rId44"/>
    <p:sldId id="2531" r:id="rId45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87" d="100"/>
          <a:sy n="87" d="100"/>
        </p:scale>
        <p:origin x="-84" y="-111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87383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3334889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9235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="" xmlns:a16="http://schemas.microsoft.com/office/drawing/2014/main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="" xmlns:a16="http://schemas.microsoft.com/office/drawing/2014/main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US" sz="2200" b="1" spc="2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200" b="1" spc="2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12</a:t>
            </a:r>
            <a:r>
              <a:rPr lang="ko-KR" altLang="en-US"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지극히 거룩하신 예수 성심 대축일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40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785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마음속 계획은 대대로</a:t>
            </a:r>
            <a:endParaRPr lang="en-US" altLang="ko-KR" sz="40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이어지네</a:t>
            </a: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죽음에서 목숨을</a:t>
            </a:r>
            <a:endParaRPr lang="en-US" altLang="ko-KR" sz="40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건지시고</a:t>
            </a: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굶주릴 때 먹여</a:t>
            </a:r>
            <a:endParaRPr lang="en-US" altLang="ko-KR" sz="40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살리시네</a:t>
            </a: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신명기의 말씀입니다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백성에게 말하였다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주 너희 하느님의 거룩한 백성이며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 너희 하느님께서 너희를 선택하시어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땅 위에 있는 모든 민족들 가운데에서 너희를 당신 소유의 백성으로 삼으셨다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너희에게 마음을 주시고 너희를 선택하신 것은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어느 민족보다 수가 많아서가 아니다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모든 민족들 가운데에서 수가 가장 적다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그런데도 주님께서는 너희를 사랑하시어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 조상들에게 하신 맹세를 지키시려고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강한 손으로 너희를 이끌어 내셔서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종살이하던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집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이집트 임금 파라오의 손에서 너희를 구해 내셨다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너희는 주 너희 하느님께서 </a:t>
            </a:r>
            <a:r>
              <a:rPr lang="ko-KR" altLang="en-US" sz="3200" b="1" dirty="0" err="1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참하느님이시며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당신을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사랑하고 당신의 계명을 지키는 이들에게는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천대에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이르기까지 계약과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자애를 지키시는 진실하신 하느님이심을 알아야 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당신을 미워하는 자에게는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그를 멸망시키시어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직접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갚으신다는 것을 알아야 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당신을 미워하는 자에게 지체 없이 직접 갚으신다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내가 오늘 너희에게 실천하라고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명령하는 계명과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규정들과 법규들을 너희는 지켜야 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683568" y="915566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6776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64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안의 모든 것도 거룩하신 그 이름 찬미하여라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온갖 은혜 하나도 잊지 마라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모든 잘못을 용서하시고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모든 아픔을 없애시는 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목숨을 구렁에서 구해 내시고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자애와 자비의 관을 씌우시는 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64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정의를 펼치시고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억눌린 이 모두에게 공정을 베푸시네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길을 모세에게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업적을 이스라엘 자손에게 알리셨네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64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자비롭고 너그러우시며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분노에는 더디시나 자애는 넘치시네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우리를 죄대로 다루지 않으시고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우리의 잘못대로 갚지 않으시네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755576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요한 </a:t>
            </a:r>
            <a:r>
              <a:rPr lang="en-US" altLang="ko-KR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1</a:t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서의</a:t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말씀입니다</a:t>
            </a:r>
            <a:r>
              <a:rPr lang="en-US" altLang="ko-KR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CF469BA-F512-459C-8A7A-EE998CB1190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사랑하는 여러분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서로 사랑합시다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사랑은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오는 것이기 때문입니다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사랑하는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이는 모두 하느님에게서 태어났으며 하느님을 압니다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사랑하지 않는 사람은 하느님을 알지 못합니다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하느님은 사랑이시기 때문입니다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사랑은 우리에게 이렇게 나타났습니다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곧 하느님께서 당신의 </a:t>
            </a:r>
            <a:r>
              <a:rPr lang="ko-KR" altLang="en-US" sz="3200" b="1" dirty="0" err="1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외아드님을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세상에 보내시어 우리가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그분을 통하여 살게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해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사랑은 이렇습니다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하느님을 사랑한 것이 아니라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우리를 사랑하시어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아드님을 우리 죄를 위한 속죄 제물로 보내 주신 것입니다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사랑하는 여러분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우리를 이렇게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사랑하셨으니 우리도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서로 사랑해야 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지금까지 하느님을 본 사람은 없습니다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우리가 서로 사랑하면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우리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안에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머무르시고 그분 사랑이 우리에게서 완성됩니다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우리에게 당신의 영을 나누어 주셨습니다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우리는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사실로 우리가 그분 안에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머무르고 그분께서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안에 머무르신다는 것을 압니다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우리는 아버지께서 아드님을 세상의 구원자로 보내신 것을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보았고 또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증언합니다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예수님께서 하느님의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아드님이심을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고백하면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사람 안에 머무르시고 그 사람도 하느님 안에 머무릅니다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우리에게 베푸시는 사랑을 우리는 알게 되었고 또 믿게 되었습니다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하느님은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사랑이십니다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안에 머무르는 사람은 하느님 안에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머무르고 하느님께서도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사람 안에 머무르십니다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="" xmlns:a16="http://schemas.microsoft.com/office/drawing/2014/main" id="{DE89EE32-1D4B-56FE-D257-E8FFC9FFF377}"/>
              </a:ext>
            </a:extLst>
          </p:cNvPr>
          <p:cNvSpPr txBox="1">
            <a:spLocks/>
          </p:cNvSpPr>
          <p:nvPr/>
        </p:nvSpPr>
        <p:spPr>
          <a:xfrm>
            <a:off x="323528" y="2067694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18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986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마음이 온유하고 겸손하니 내 멍에를 메고 나에게 배워라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</a:t>
            </a:r>
            <a:r>
              <a:rPr lang="ko-KR" altLang="en-US" sz="3600" b="1" kern="0" spc="78" dirty="0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 전한 </a:t>
            </a: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25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이렇게 말씀하셨다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땅의 주님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지혜롭다는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자들과 슬기롭다는 자들에게는 이것을 감추시고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철부지들에게는 드러내 보이시니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아버지께 </a:t>
            </a:r>
            <a:r>
              <a:rPr lang="ko-KR" altLang="en-US" sz="3200" b="1" dirty="0" err="1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감사드립니다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26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그렇습니다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!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아버지의 선하신 뜻이 이렇게 이루어졌습니다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27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나의 아버지께서는 모든 것을 나에게 넘겨주셨다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 외에는 아무도 아들을 알지 못한다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아들 외에는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그가 아버지를 드러내 보여 주려는 사람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외에는 아무도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아버지를 알지 못한다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28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고생하며 무거운 짐을 진 너희는 모두 나에게 오너라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너희에게 안식을 주겠다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29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마음이 온유하고 겸손하니 내 멍에를 메고 나에게 배워라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그러면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안식을 얻을 것이다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6828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30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정녕 내 멍에는 편하고 내 짐은 가볍다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790905A-732B-67D9-B6C3-204998005360}"/>
              </a:ext>
            </a:extLst>
          </p:cNvPr>
          <p:cNvSpPr txBox="1"/>
          <p:nvPr/>
        </p:nvSpPr>
        <p:spPr>
          <a:xfrm>
            <a:off x="179512" y="1059582"/>
            <a:ext cx="7272808" cy="361944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211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="" xmlns:a16="http://schemas.microsoft.com/office/drawing/2014/main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목마른 사람은 다 나에게 와서 마셔라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나를 믿는 사람은 그 속에서 생명의 물이 강물처럼 흘러나오리라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166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68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20057</TotalTime>
  <Words>1077</Words>
  <Application>Microsoft Office PowerPoint</Application>
  <PresentationFormat>화면 슬라이드 쇼(16:9)</PresentationFormat>
  <Paragraphs>271</Paragraphs>
  <Slides>67</Slides>
  <Notes>35</Notes>
  <HiddenSlides>0</HiddenSlides>
  <MMClips>3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1953</cp:revision>
  <dcterms:created xsi:type="dcterms:W3CDTF">2016-08-30T00:06:00Z</dcterms:created>
  <dcterms:modified xsi:type="dcterms:W3CDTF">2026-06-09T22:38:52Z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
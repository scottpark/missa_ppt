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2523" r:id="rId25"/>
    <p:sldId id="1520" r:id="rId27"/>
    <p:sldId id="2536" r:id="rId26"/>
    <p:sldId id="2537" r:id="rId77"/>
    <p:sldId id="2538" r:id="rId78"/>
    <p:sldId id="2539" r:id="rId79"/>
    <p:sldId id="1505" r:id="rId32"/>
    <p:sldId id="2081" r:id="rId33"/>
    <p:sldId id="2083" r:id="rId34"/>
    <p:sldId id="2527" r:id="rId35"/>
    <p:sldId id="2528" r:id="rId36"/>
    <p:sldId id="2080" r:id="rId39"/>
    <p:sldId id="2036" r:id="rId40"/>
    <p:sldId id="1507" r:id="rId41"/>
    <p:sldId id="344" r:id="rId42"/>
    <p:sldId id="2070" r:id="rId43"/>
    <p:sldId id="2530" r:id="rId44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87" d="100"/>
          <a:sy n="87" d="100"/>
        </p:scale>
        <p:origin x="-84" y="-111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923556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="" xmlns:a16="http://schemas.microsoft.com/office/drawing/2014/main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="" xmlns:a16="http://schemas.microsoft.com/office/drawing/2014/main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2025년 6월 27일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지극히 거룩하신 예수 성심 대축일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409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785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	주님의 마음속 계획은 대대로 이어지네. 죽음에서 목숨을 건지시고, 굶주릴 때 먹여 살리시네.</a:t>
            </a:r>
            <a:endParaRPr lang="en-US" altLang="ko-KR" sz="40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329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에제키엘 예언서의 말씀입니다.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 하느님이 이렇게 말한다. 나 이제 내 양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떼를 찾아서 보살펴 주겠다.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자기 가축이 흩어진 양 떼 가운데에 있을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때, 목자가 그 가축을 보살피듯, 나도 내 양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떼를 보살피겠다. 캄캄한 구름의 날에, 흩어진 그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모든 곳에서 내 양 떼를 구해 내겠다.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그들을 민족들에게서 데려 내오고 여러 나라에서 모아다가, 그들의 땅으로 데려가겠다. 그런 다음 이스라엘의 산과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시냇가에서, 그리고 그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땅의 모든 거주지에서 그들을 먹이겠다.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좋은 풀밭에서 그들을 먹이고, 이스라엘의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높은 산들에 그들의 목장을 만들어 주겠다. 그들은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그곳 좋은 목장에서 누워 쉬고, 이스라엘 산악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지방의 기름진 풀밭에서 뜯어 먹을 것이다.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몸소 내 양 떼를 먹이고, 내가 몸소 그들을 누워 쉬게 하겠다. 주 하느님의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말이다.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잃어버린 양은 찾아내고 흩어진 양은 도로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데려오며, 부러진 양은 싸매 주고 아픈 것은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원기를 북돋아 주겠다. 그러나 기름지고 힘센 양은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없애 버리겠다. 나는 이렇게 공정으로 양 떼를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먹이겠다.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323528" y="3897078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23(22)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주님은 나의 목자, 아쉬울 것 없어라.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주님은 나의 목자, 아쉬울 것 없어라. 푸른 풀밭에 나를 쉬게 하시고, 잔잔한 물가로 나를 이끄시어, 내 영혼에 생기 돋우어 주시네.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755576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en-US" altLang="ko-KR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CF469BA-F512-459C-8A7A-EE998CB1190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받은 성령을 통하여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사랑이 우리 마음에 부어졌습니다.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아직 나약하던 시절, 그리스도께서는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정해진 때에 불경한 자들을 위하여 돌아가셨습니다.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의로운 이를 위해서라도 죽을 사람은 거의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없습니다. 혹시 착한 사람을 위해서라면 누가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죽겠다고 나설지도 모릅니다.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 우리가 아직 죄인이었을 때에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 우리를 위하여 돌아가심으로써,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우리에 대한 당신의 사랑을 증명해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이제 그분의 피로 의롭게 된 우리가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그분을 통하여 하느님의 진노에서 구원을 받게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되리라는 것은 더욱 분명합니다.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하느님의 원수였을 때에 그분 아드님의 죽음으로 그분과 화해하게 되었다면, 화해가 이루어진 지금 그 아드님의 생명으로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구원을 받게 되리라는 것은 더욱 분명합니다.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그뿐 아니라 우리는 또한 우리 주 예수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그리스도를 통하여 하느님을 자랑합니다. 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그리스도를 통하여 이제 화해가 이루어진 것입니다.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="" xmlns:a16="http://schemas.microsoft.com/office/drawing/2014/main" id="{DE89EE32-1D4B-56FE-D257-E8FFC9FFF377}"/>
              </a:ext>
            </a:extLst>
          </p:cNvPr>
          <p:cNvSpPr txBox="1">
            <a:spLocks/>
          </p:cNvSpPr>
          <p:nvPr/>
        </p:nvSpPr>
        <p:spPr>
          <a:xfrm>
            <a:off x="323528" y="3250116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18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말씀하신다. 나는 마음이 온유하고 겸손하니 내 멍에를 메고 나에게 배워라.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루카가 전한 거룩한 복음입니다.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바리사이들과 율법 학자들에게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비유를 말씀하셨다.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“너희 가운데 어떤 사람이 양 백 마리를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가지고 있었는데 그 가운데에서 한 마리를 잃으면,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아흔아홉 마리를 광야에 놓아둔 채 잃은 양을 찾을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때까지 뒤쫓아 가지 않느냐?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그러다가 양을 찾으면 기뻐하며 어깨에 메고 6 집으로 가서 친구들과 이웃들을 불러, ‘나와 함께 기뻐해 주십시오. 잃었던 내</a:t>
            </a: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양을 찾았습니다.’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말한다.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너희에게 말한다. 이와 같이 하늘에서는,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회개할 필요가 없는 의인 아흔아홉보다 회개하는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죄인 한 사람 때문에 더 기뻐할 것이다.”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790905A-732B-67D9-B6C3-204998005360}"/>
              </a:ext>
            </a:extLst>
          </p:cNvPr>
          <p:cNvSpPr txBox="1"/>
          <p:nvPr/>
        </p:nvSpPr>
        <p:spPr>
          <a:xfrm>
            <a:off x="323528" y="3414434"/>
            <a:ext cx="5421432" cy="124649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="" xmlns:a16="http://schemas.microsoft.com/office/drawing/2014/main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말씀하신다. 목마른 사람은 다 나에게 와서 마셔라. 나를 믿는 사람은 그 속에서 생명의 물이 강물처럼 흘러나오리라.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156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23(22)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주님은 나의 목자, 아쉬울 것 없어라.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 이름 위하여, 나를 바른길로 이끌어 주시네. 어둠의 골짜기를 간다 하여도, 당신 함께 계시오니, 두려울 것 없나이다. 당신의 막대와 지팡이, 저에게 위안이 되나이다.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23(22)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주님은 나의 목자, 아쉬울 것 없어라.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원수들 보는 앞에서 제게 상을 차려 주시고, 머리에 향유를 발라 주시니, 제 술잔 넘치도록 가득하옵니다.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23(22)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주님은 나의 목자, 아쉬울 것 없어라.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제 한평생 모든 날에, 은총과 자애만이 따르리니, 저는 오래오래 주님 집에 사오리다.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20057</TotalTime>
  <Words>1077</Words>
  <Application>Microsoft Office PowerPoint</Application>
  <PresentationFormat>화면 슬라이드 쇼(16:9)</PresentationFormat>
  <Paragraphs>271</Paragraphs>
  <Slides>63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1953</cp:revision>
  <dcterms:created xsi:type="dcterms:W3CDTF">2016-08-30T00:06:00Z</dcterms:created>
  <dcterms:modified xsi:type="dcterms:W3CDTF">2026-06-09T22:38:52Z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
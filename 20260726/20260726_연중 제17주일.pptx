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  <p:sldMasterId id="2147483688" r:id="rId5"/>
    <p:sldMasterId id="2147483695" r:id="rId6"/>
    <p:sldMasterId id="2147483702" r:id="rId7"/>
    <p:sldMasterId id="2147483709" r:id="rId8"/>
    <p:sldMasterId id="2147483716" r:id="rId9"/>
    <p:sldMasterId id="2147483723" r:id="rId10"/>
  </p:sldMasterIdLst>
  <p:notesMasterIdLst>
    <p:notesMasterId r:id="rId163"/>
  </p:notesMasterIdLst>
  <p:sldIdLst>
    <p:sldId id="1697" r:id="rId11"/>
    <p:sldId id="1372" r:id="rId12"/>
    <p:sldId id="1373" r:id="rId13"/>
    <p:sldId id="1374" r:id="rId14"/>
    <p:sldId id="1375" r:id="rId15"/>
    <p:sldId id="1376" r:id="rId16"/>
    <p:sldId id="2532" r:id="rId17"/>
    <p:sldId id="2533" r:id="rId18"/>
    <p:sldId id="2534" r:id="rId19"/>
    <p:sldId id="1377" r:id="rId20"/>
    <p:sldId id="1062" r:id="rId21"/>
    <p:sldId id="1063" r:id="rId22"/>
    <p:sldId id="3100" r:id="rId23"/>
    <p:sldId id="3101" r:id="rId24"/>
    <p:sldId id="3102" r:id="rId25"/>
    <p:sldId id="3103" r:id="rId26"/>
    <p:sldId id="1511" r:id="rId27"/>
    <p:sldId id="2068" r:id="rId28"/>
    <p:sldId id="2195" r:id="rId29"/>
    <p:sldId id="2194" r:id="rId30"/>
    <p:sldId id="3112" r:id="rId82"/>
    <p:sldId id="3113" r:id="rId36"/>
    <p:sldId id="3114" r:id="rId35"/>
    <p:sldId id="3115" r:id="rId34"/>
    <p:sldId id="1565" r:id="rId37"/>
    <p:sldId id="1566" r:id="rId38"/>
    <p:sldId id="1575" r:id="rId39"/>
    <p:sldId id="1576" r:id="rId40"/>
    <p:sldId id="1528" r:id="rId41"/>
    <p:sldId id="2337" r:id="rId42"/>
    <p:sldId id="1334" r:id="rId43"/>
    <p:sldId id="2339" r:id="rId44"/>
    <p:sldId id="2340" r:id="rId45"/>
    <p:sldId id="1336" r:id="rId46"/>
    <p:sldId id="2342" r:id="rId47"/>
    <p:sldId id="2343" r:id="rId48"/>
    <p:sldId id="2344" r:id="rId49"/>
    <p:sldId id="2345" r:id="rId50"/>
    <p:sldId id="2346" r:id="rId51"/>
    <p:sldId id="2347" r:id="rId52"/>
    <p:sldId id="2348" r:id="rId53"/>
    <p:sldId id="2349" r:id="rId54"/>
    <p:sldId id="2350" r:id="rId55"/>
    <p:sldId id="2351" r:id="rId56"/>
    <p:sldId id="1670" r:id="rId57"/>
    <p:sldId id="1020" r:id="rId58"/>
    <p:sldId id="1757" r:id="rId59"/>
    <p:sldId id="3059" r:id="rId60"/>
    <p:sldId id="3060" r:id="rId61"/>
    <p:sldId id="3040" r:id="rId62"/>
    <p:sldId id="1737" r:id="rId63"/>
    <p:sldId id="3106" r:id="rId64"/>
    <p:sldId id="1729" r:id="rId65"/>
    <p:sldId id="3107" r:id="rId66"/>
    <p:sldId id="3062" r:id="rId67"/>
    <p:sldId id="3108" r:id="rId68"/>
    <p:sldId id="3061" r:id="rId69"/>
    <p:sldId id="3109" r:id="rId70"/>
    <p:sldId id="3104" r:id="rId169"/>
    <p:sldId id="3110" r:id="rId170"/>
    <p:sldId id="787" r:id="rId71"/>
    <p:sldId id="1138" r:id="rId72"/>
    <p:sldId id="1730" r:id="rId73"/>
    <p:sldId id="3063" r:id="rId74"/>
    <p:sldId id="1427" r:id="rId76"/>
    <p:sldId id="1555" r:id="rId77"/>
    <p:sldId id="3046" r:id="rId78"/>
    <p:sldId id="344" r:id="rId79"/>
    <p:sldId id="1556" r:id="rId80"/>
    <p:sldId id="3065" r:id="rId81"/>
    <p:sldId id="3111" r:id="rId75"/>
    <p:sldId id="1462" r:id="rId83"/>
    <p:sldId id="1770" r:id="rId84"/>
    <p:sldId id="1771" r:id="rId85"/>
    <p:sldId id="1772" r:id="rId86"/>
    <p:sldId id="1773" r:id="rId87"/>
    <p:sldId id="1680" r:id="rId88"/>
    <p:sldId id="1598" r:id="rId89"/>
    <p:sldId id="348" r:id="rId90"/>
    <p:sldId id="2206" r:id="rId91"/>
    <p:sldId id="3116" r:id="rId97"/>
    <p:sldId id="3117" r:id="rId96"/>
    <p:sldId id="3118" r:id="rId95"/>
    <p:sldId id="3119" r:id="rId94"/>
    <p:sldId id="1128" r:id="rId98"/>
    <p:sldId id="1129" r:id="rId99"/>
    <p:sldId id="1130" r:id="rId100"/>
    <p:sldId id="1131" r:id="rId101"/>
    <p:sldId id="1132" r:id="rId102"/>
    <p:sldId id="1599" r:id="rId103"/>
    <p:sldId id="1600" r:id="rId104"/>
    <p:sldId id="1601" r:id="rId105"/>
    <p:sldId id="1602" r:id="rId106"/>
    <p:sldId id="1774" r:id="rId107"/>
    <p:sldId id="286" r:id="rId108"/>
    <p:sldId id="1604" r:id="rId109"/>
    <p:sldId id="1605" r:id="rId110"/>
    <p:sldId id="1606" r:id="rId111"/>
    <p:sldId id="1607" r:id="rId112"/>
    <p:sldId id="1608" r:id="rId113"/>
    <p:sldId id="1609" r:id="rId114"/>
    <p:sldId id="1610" r:id="rId115"/>
    <p:sldId id="1144" r:id="rId116"/>
    <p:sldId id="706" r:id="rId117"/>
    <p:sldId id="1611" r:id="rId118"/>
    <p:sldId id="707" r:id="rId119"/>
    <p:sldId id="497" r:id="rId120"/>
    <p:sldId id="1149" r:id="rId121"/>
    <p:sldId id="739" r:id="rId122"/>
    <p:sldId id="428" r:id="rId123"/>
    <p:sldId id="1612" r:id="rId124"/>
    <p:sldId id="1613" r:id="rId125"/>
    <p:sldId id="1146" r:id="rId126"/>
    <p:sldId id="423" r:id="rId127"/>
    <p:sldId id="424" r:id="rId128"/>
    <p:sldId id="1033" r:id="rId129"/>
    <p:sldId id="302" r:id="rId130"/>
    <p:sldId id="1633" r:id="rId131"/>
    <p:sldId id="3120" r:id="rId139"/>
    <p:sldId id="3121" r:id="rId138"/>
    <p:sldId id="3122" r:id="rId137"/>
    <p:sldId id="3123" r:id="rId136"/>
    <p:sldId id="3124" r:id="rId135"/>
    <p:sldId id="1701" r:id="rId140"/>
    <p:sldId id="1634" r:id="rId141"/>
    <p:sldId id="3125" r:id="rId145"/>
    <p:sldId id="3126" r:id="rId144"/>
    <p:sldId id="3127" r:id="rId143"/>
    <p:sldId id="3128" r:id="rId142"/>
    <p:sldId id="1413" r:id="rId146"/>
    <p:sldId id="498" r:id="rId147"/>
    <p:sldId id="1742" r:id="rId148"/>
    <p:sldId id="499" r:id="rId149"/>
    <p:sldId id="1363" r:id="rId150"/>
    <p:sldId id="3129" r:id="rId156"/>
    <p:sldId id="3130" r:id="rId155"/>
    <p:sldId id="3131" r:id="rId154"/>
    <p:sldId id="3132" r:id="rId153"/>
    <p:sldId id="542" r:id="rId157"/>
    <p:sldId id="1775" r:id="rId158"/>
    <p:sldId id="1776" r:id="rId159"/>
    <p:sldId id="1777" r:id="rId160"/>
    <p:sldId id="1356" r:id="rId161"/>
    <p:sldId id="893" r:id="rId16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0" autoAdjust="0"/>
    <p:restoredTop sz="99785" autoAdjust="0"/>
  </p:normalViewPr>
  <p:slideViewPr>
    <p:cSldViewPr>
      <p:cViewPr varScale="1">
        <p:scale>
          <a:sx n="97" d="100"/>
          <a:sy n="97" d="100"/>
        </p:scale>
        <p:origin x="-108" y="-88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2" Type="http://schemas.openxmlformats.org/officeDocument/2006/relationships/slide" Target="slides/slide132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3" Type="http://schemas.openxmlformats.org/officeDocument/2006/relationships/slide" Target="slides/slide144.xml"/><Relationship Id="rId154" Type="http://schemas.openxmlformats.org/officeDocument/2006/relationships/slide" Target="slides/slide143.xml"/><Relationship Id="rId155" Type="http://schemas.openxmlformats.org/officeDocument/2006/relationships/slide" Target="slides/slide142.xml"/><Relationship Id="rId156" Type="http://schemas.openxmlformats.org/officeDocument/2006/relationships/slide" Target="slides/slide141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notesMaster" Target="notesMasters/notesMaster1.xml"/><Relationship Id="rId164" Type="http://schemas.openxmlformats.org/officeDocument/2006/relationships/presProps" Target="presProps.xml"/><Relationship Id="rId165" Type="http://schemas.openxmlformats.org/officeDocument/2006/relationships/viewProps" Target="viewProps.xml"/><Relationship Id="rId166" Type="http://schemas.openxmlformats.org/officeDocument/2006/relationships/theme" Target="theme/theme1.xml"/><Relationship Id="rId167" Type="http://schemas.openxmlformats.org/officeDocument/2006/relationships/tableStyles" Target="tableStyles.xml"/><Relationship Id="rId169" Type="http://schemas.openxmlformats.org/officeDocument/2006/relationships/slide" Target="slides/slide153.xml"/><Relationship Id="rId170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140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jpe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48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9.png"/><Relationship Id="rId3" Type="http://schemas.openxmlformats.org/officeDocument/2006/relationships/image" Target="../media/image50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7.png"/><Relationship Id="rId3" Type="http://schemas.openxmlformats.org/officeDocument/2006/relationships/image" Target="../media/image50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5.png"/><Relationship Id="rId3" Type="http://schemas.openxmlformats.org/officeDocument/2006/relationships/image" Target="../media/image50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Relationship Id="rId3" Type="http://schemas.openxmlformats.org/officeDocument/2006/relationships/image" Target="../media/image500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5.png"/><Relationship Id="rId3" Type="http://schemas.openxmlformats.org/officeDocument/2006/relationships/image" Target="../media/image500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Relationship Id="rId3" Type="http://schemas.openxmlformats.org/officeDocument/2006/relationships/image" Target="../media/image500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9.png"/><Relationship Id="rId3" Type="http://schemas.openxmlformats.org/officeDocument/2006/relationships/image" Target="../media/image501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3.png"/><Relationship Id="rId3" Type="http://schemas.openxmlformats.org/officeDocument/2006/relationships/image" Target="../media/image501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0.png"/><Relationship Id="rId4" Type="http://schemas.openxmlformats.org/officeDocument/2006/relationships/image" Target="../media/image503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7.png"/><Relationship Id="rId4" Type="http://schemas.openxmlformats.org/officeDocument/2006/relationships/image" Target="../media/image502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4.png"/><Relationship Id="rId4" Type="http://schemas.openxmlformats.org/officeDocument/2006/relationships/image" Target="../media/image502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1.png"/><Relationship Id="rId4" Type="http://schemas.openxmlformats.org/officeDocument/2006/relationships/image" Target="../media/image502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e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e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5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1.png"/><Relationship Id="rId3" Type="http://schemas.openxmlformats.org/officeDocument/2006/relationships/image" Target="../media/image504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9.png"/><Relationship Id="rId3" Type="http://schemas.openxmlformats.org/officeDocument/2006/relationships/image" Target="../media/image5040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7.png"/><Relationship Id="rId3" Type="http://schemas.openxmlformats.org/officeDocument/2006/relationships/image" Target="../media/image503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5.png"/><Relationship Id="rId3" Type="http://schemas.openxmlformats.org/officeDocument/2006/relationships/image" Target="../media/image503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3.png"/><Relationship Id="rId3" Type="http://schemas.openxmlformats.org/officeDocument/2006/relationships/image" Target="../media/image5034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9.PNG"/><Relationship Id="rId3" Type="http://schemas.openxmlformats.org/officeDocument/2006/relationships/image" Target="../media/image505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6.PNG"/><Relationship Id="rId3" Type="http://schemas.openxmlformats.org/officeDocument/2006/relationships/image" Target="../media/image5047.PNG"/><Relationship Id="rId4" Type="http://schemas.openxmlformats.org/officeDocument/2006/relationships/image" Target="../media/image5048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3.PNG"/><Relationship Id="rId3" Type="http://schemas.openxmlformats.org/officeDocument/2006/relationships/image" Target="../media/image504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1.png"/><Relationship Id="rId3" Type="http://schemas.openxmlformats.org/officeDocument/2006/relationships/image" Target="../media/image5052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3.png"/><Relationship Id="rId3" Type="http://schemas.openxmlformats.org/officeDocument/2006/relationships/image" Target="../media/image5054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5.png"/><Relationship Id="rId3" Type="http://schemas.openxmlformats.org/officeDocument/2006/relationships/image" Target="../media/image5056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7.png"/><Relationship Id="rId3" Type="http://schemas.openxmlformats.org/officeDocument/2006/relationships/image" Target="../media/image5058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1.png"/><Relationship Id="rId3" Type="http://schemas.openxmlformats.org/officeDocument/2006/relationships/image" Target="../media/image50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7월 26일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제17주일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하느님은 거룩한 거처에 계시네. 하느님은 한마음으로 모인 이들에게 집을 마련해 주시고, 백성에게 권능과 힘을 주시네.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78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 smtClean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78</a:t>
            </a:r>
            <a:r>
              <a:rPr lang="en-US" altLang="ko-KR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영광의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왕께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찬미를</a:t>
            </a:r>
            <a:endParaRPr lang="en-US" altLang="en-US" sz="2800" kern="0" spc="500" dirty="0" smtClean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EFB554D-D9DE-3181-3D87-063542D8CA3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 smtClean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78</a:t>
            </a:r>
            <a:r>
              <a:rPr lang="en-US" altLang="ko-KR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영광의 왕께 찬미를</a:t>
            </a:r>
            <a:endParaRPr lang="en-US" altLang="en-US" sz="2800" kern="0" spc="500" dirty="0" smtClean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089BE8A-177D-6DFC-2357-2F4A269287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 smtClean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78</a:t>
            </a:r>
            <a:r>
              <a:rPr lang="en-US" altLang="ko-KR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영광의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왕께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찬미를</a:t>
            </a:r>
            <a:endParaRPr lang="en-US" altLang="en-US" sz="2800" kern="0" spc="500" dirty="0" smtClean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EFB554D-D9DE-3181-3D87-063542D8CA3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열왕기 상권의 말씀입니다.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한밤중 꿈에 솔로몬에게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나타나셨다. 하느님께서 “내가 너에게 무엇을 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주기를 바라느냐?” 하고 물으셨다.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솔로몬이 대답하였다.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“주 저의 하느님, 당신께서는 당신 종을 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 다윗을 이어 임금으로 세우셨습니다만, 저는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어린아이에 지나지 않아서 백성을 이끄는 법을 알지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못합니다.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 종은 당신께서 뽑으신 백성, 그 수가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너무 많아 셀 수도 헤아릴 수도 없는 당신 백성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가운데에 있습니다.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당신 종에게 듣는 마음을 주시어 당신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백성을 통치하고 선과 악을 분별할 수 있게 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주십시오. 어느 누가 이렇게 큰 당신 백성을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통치할 수 있겠습니까?”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솔로몬이 이렇게 청한 것이 주님 보시기에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좋았다.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하느님께서는 그에게 이렇게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말씀하셨다. “네가 그것을 청하였으니, 곧 자신을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위해 장수를 청하지도 않고, 자신을 위해 부를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청하지도 않고, 네 원수들의 목숨을 청하지도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않고, 그 대신 이처럼 옳은 것을 가려내는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분별력을 청하였으니, </a:t>
            </a:r>
            <a:r>
              <a:rPr lang="ko-KR" altLang="en-US" sz="3200" b="1" dirty="0" err="1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자, 내가 네 말대로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해 주겠다. 이제 너에게 지혜롭고 분별하는 마음을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준다. 너 같은 사람은 네 앞에도 없었고, 너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같은 사람은 네 뒤에도 다시 나오지 않을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err="1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119(118)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8" name="Picture 4" descr="C:\Users\Scott\Downloads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024996"/>
            <a:ext cx="8951616" cy="1575353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3347864" y="2715766"/>
            <a:ext cx="5688632" cy="1829696"/>
            <a:chOff x="3347864" y="2777942"/>
            <a:chExt cx="5688632" cy="1829696"/>
          </a:xfrm>
        </p:grpSpPr>
        <p:pic>
          <p:nvPicPr>
            <p:cNvPr id="1031" name="Picture 7" descr="C:\Users\Scott\Downloads\Untitled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47864" y="2883961"/>
              <a:ext cx="5654873" cy="1651079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8964488" y="2777942"/>
              <a:ext cx="7200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964488" y="3887558"/>
              <a:ext cx="72008" cy="72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주님은 저의 몫이오니, 당신 말씀 지키기로 약속하였나이다. 당신 입에서 나온 가르침, 수천 냥 금은보다 제게는 값지옵니다.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119(118)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119(118)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8" name="Picture 4" descr="C:\Users\Scott\Downloads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024996"/>
            <a:ext cx="8951616" cy="1575353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3347864" y="2715766"/>
            <a:ext cx="5688632" cy="1829696"/>
            <a:chOff x="3347864" y="2777942"/>
            <a:chExt cx="5688632" cy="1829696"/>
          </a:xfrm>
        </p:grpSpPr>
        <p:pic>
          <p:nvPicPr>
            <p:cNvPr id="1031" name="Picture 7" descr="C:\Users\Scott\Downloads\Untitled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47864" y="2883961"/>
              <a:ext cx="5654873" cy="1651079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8964488" y="2777942"/>
              <a:ext cx="7200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964488" y="3887558"/>
              <a:ext cx="72008" cy="72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 종에게 하신 말씀대로, 자애를 베푸시어 저를 위로하소서. 당신 자비 저에게 이르게 하소서. 제가 살리이다. 당신 가르침은 저의 즐거움이옵니다.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119(118)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119(118)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8" name="Picture 4" descr="C:\Users\Scott\Downloads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024996"/>
            <a:ext cx="8951616" cy="1575353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3347864" y="2715766"/>
            <a:ext cx="5688632" cy="1829696"/>
            <a:chOff x="3347864" y="2777942"/>
            <a:chExt cx="5688632" cy="1829696"/>
          </a:xfrm>
        </p:grpSpPr>
        <p:pic>
          <p:nvPicPr>
            <p:cNvPr id="1031" name="Picture 7" descr="C:\Users\Scott\Downloads\Untitled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47864" y="2883961"/>
              <a:ext cx="5654873" cy="1651079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8964488" y="2777942"/>
              <a:ext cx="7200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964488" y="3887558"/>
              <a:ext cx="72008" cy="72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저는 당신 계명을, 금보다 순금보다 더 사랑하나이다. 당신의 모든 규정을 바르게 따르며, 저는 온갖 거짓된 길을 미워하나이다.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119(118)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119(118)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8" name="Picture 4" descr="C:\Users\Scott\Downloads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024996"/>
            <a:ext cx="8951616" cy="1575353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3347864" y="2715766"/>
            <a:ext cx="5688632" cy="1829696"/>
            <a:chOff x="3347864" y="2777942"/>
            <a:chExt cx="5688632" cy="1829696"/>
          </a:xfrm>
        </p:grpSpPr>
        <p:pic>
          <p:nvPicPr>
            <p:cNvPr id="1031" name="Picture 7" descr="C:\Users\Scott\Downloads\Untitled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47864" y="2883961"/>
              <a:ext cx="5654873" cy="1651079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8964488" y="2777942"/>
              <a:ext cx="7200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964488" y="3887558"/>
              <a:ext cx="72008" cy="72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ko-KR" altLang="en-US" sz="3200" dirty="0" err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25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하느님을 사랑하는 이들,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계획에 따라 부르심을 받은 이들에게는 모든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 함께 작용하여 선을 이룬다는 것을 우리는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압니다.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미리 뽑으신 이들을 당신의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아드님과 같은 모상이 되도록 미리 정하셨습니다.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그리하여 그 아드님께서 많은 형제 가운데 맏이가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되게 하셨습니다.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그렇게 미리 정하신 이들을 또한 부르셨고,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부르신 이들을 또한 의롭게 하셨으며, 의롭게 하신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96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이들을 또한 영광스럽게 해 주셨습니다.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395536" y="1453457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“예!” 하고 대답하자,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이르셨다. “그러므로 하늘 나라의 제자가 된 모든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율법 학자는 자기 곳간에서 새것도 꺼내고 옛것도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꺼내는 집주인과 같다.”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3250941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땅의 주님이신 아버지, 찬미받으소서. 아버지는 하늘 나라의 신비를 철부지들에게 드러내 보이셨나이다.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군중에게 말씀하셨다.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“하늘 나라는 밭에 숨겨진 보물과 같다. 그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보물을 발견한 사람은 그것을 다시 숨겨 두고서는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기뻐하며 돌아가서 가진 것을 다 팔아 그 밭을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산다.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하늘 나라는 좋은 진주를 찾는 상인과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같다.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값진 진주를 하나 발견하자, 가서 가진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것을 모두 처분하여 그것을 샀다.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47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하늘 나라는 바다에 던져 온갖 종류의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고기를 모아들인 그물과 같다.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48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그물이 가득 차자 사람들이 그것을 물가로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끌어 올려놓고 앉아서, 좋은 것들은 그릇에 담고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나쁜 것들은 밖으로 던져 버렸다.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49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세상 종말에도 그렇게 될 것이다. 천사들이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나가 의인들 가운데에서 악한 자들을 가려내어,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50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불구덩이에 던져 버릴 것이다. 그러면 그들은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거기에서 울며 이를 갈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이것들을 다 깨달았느냐?” 제자들이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 smtClean="0">
                <a:solidFill>
                  <a:prstClr val="white"/>
                </a:solidFill>
                <a:latin typeface="궁서" pitchFamily="18" charset="-127"/>
                <a:ea typeface="궁서" pitchFamily="18" charset="-127"/>
              </a:rPr>
              <a:t>입당</a:t>
            </a:r>
            <a:r>
              <a:rPr lang="ko-KR" altLang="en-US" sz="2800" kern="0" spc="300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78</a:t>
            </a:r>
            <a:r>
              <a:rPr lang="en-US" altLang="ko-KR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2800" kern="0" spc="500" dirty="0" smtClean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영광의 왕께 찬미를</a:t>
            </a:r>
            <a:endParaRPr lang="en-US" altLang="en-US" sz="2800" kern="0" spc="500" dirty="0" smtClean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089BE8A-177D-6DFC-2357-2F4A269287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7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211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1BE8F03-B1F9-4CDD-86AB-D9A295C635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677B92A-CCE9-4387-9EEE-FB1811E2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578CAA7-4C86-411C-BCEC-C932B558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4D7184F-9DFD-4AF6-B943-0BC5679E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C3B8602-5263-4C3D-9C94-B56BF332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sp>
        <p:nvSpPr>
          <p:cNvPr id="9" name="Rectangle 11">
            <a:extLst>
              <a:ext uri="{FF2B5EF4-FFF2-40B4-BE49-F238E27FC236}">
                <a16:creationId xmlns:a16="http://schemas.microsoft.com/office/drawing/2014/main" id="{D80B1275-36BF-415D-B574-2E3192DCE934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211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주여 나의 몸과 맘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9DB88D-6F04-4EF5-97D0-0E3D1B67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" y="627534"/>
            <a:ext cx="8921969" cy="388843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211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주여 나의 몸과 맘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E8F03-B1F9-4CDD-86AB-D9A295C635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677B92A-CCE9-4387-9EEE-FB1811E2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578CAA7-4C86-411C-BCEC-C932B558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4D7184F-9DFD-4AF6-B943-0BC5679E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C3B8602-5263-4C3D-9C94-B56BF332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490FF8-8CED-4535-A063-CC901B734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9" y="771550"/>
            <a:ext cx="8893389" cy="359171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1BE8F03-B1F9-4CDD-86AB-D9A295C635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677B92A-CCE9-4387-9EEE-FB1811E2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578CAA7-4C86-411C-BCEC-C932B558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4D7184F-9DFD-4AF6-B943-0BC5679E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C3B8602-5263-4C3D-9C94-B56BF332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sp>
        <p:nvSpPr>
          <p:cNvPr id="9" name="Rectangle 11">
            <a:extLst>
              <a:ext uri="{FF2B5EF4-FFF2-40B4-BE49-F238E27FC236}">
                <a16:creationId xmlns:a16="http://schemas.microsoft.com/office/drawing/2014/main" id="{83D3EF4D-A770-417E-9274-A9CA3D56815E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211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주여 나의 몸과 맘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3FD965-217C-4E21-94B5-6F884969E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2" y="555526"/>
            <a:ext cx="8859486" cy="4239217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211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주여 나의 몸과 맘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E8F03-B1F9-4CDD-86AB-D9A295C635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677B92A-CCE9-4387-9EEE-FB1811E2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578CAA7-4C86-411C-BCEC-C932B558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4D7184F-9DFD-4AF6-B943-0BC5679E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C3B8602-5263-4C3D-9C94-B56BF332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490FF8-8CED-4535-A063-CC901B734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9" y="771550"/>
            <a:ext cx="8893389" cy="3591711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영혼아, 주님을 찬미하여라. 그분의 온갖 은혜 하나도 잊지 마라.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180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180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작은 그릇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180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작은 그릇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4"/>
            <a:ext cx="8928992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180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작은 그릇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463" y="1131590"/>
            <a:ext cx="890902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180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작은 그릇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37" y="627534"/>
            <a:ext cx="8774535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180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주님의 작은 그릇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4"/>
            <a:ext cx="8928992" cy="3965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502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502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주의 빵을 서로 나누세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10D2D-CF82-80D8-A23F-E7A9E4463F76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E8C7AC0-6876-CF59-7E3D-F13A5E276BF0}"/>
              </a:ext>
            </a:extLst>
          </p:cNvPr>
          <p:cNvGrpSpPr/>
          <p:nvPr/>
        </p:nvGrpSpPr>
        <p:grpSpPr>
          <a:xfrm>
            <a:off x="241995" y="680378"/>
            <a:ext cx="8722493" cy="3775083"/>
            <a:chOff x="241995" y="680378"/>
            <a:chExt cx="8722493" cy="377508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650620-B5A7-2B58-A40E-1D7EA425F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85" b="37397"/>
            <a:stretch/>
          </p:blipFill>
          <p:spPr>
            <a:xfrm>
              <a:off x="251520" y="680378"/>
              <a:ext cx="8712968" cy="115212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F26C766-4050-3EC3-51D8-E18EE5331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303" b="6581"/>
            <a:stretch/>
          </p:blipFill>
          <p:spPr>
            <a:xfrm>
              <a:off x="241995" y="2571750"/>
              <a:ext cx="8712968" cy="187220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50442F4-8262-615F-5F35-B36B2A495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802" b="25108"/>
            <a:stretch/>
          </p:blipFill>
          <p:spPr>
            <a:xfrm>
              <a:off x="251520" y="1851670"/>
              <a:ext cx="8712968" cy="70751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58DFC83-50E7-8E18-EBFB-9E5713D57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3999" y="3723878"/>
              <a:ext cx="5828281" cy="73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DF11C661-3EED-4CA3-4732-D3A0232114B8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502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주의 빵을 서로 나누세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B18A2-29E4-029B-8314-0280931198F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AE83A2-EB36-1EDE-70AC-80EF7B0194AF}"/>
              </a:ext>
            </a:extLst>
          </p:cNvPr>
          <p:cNvGrpSpPr/>
          <p:nvPr/>
        </p:nvGrpSpPr>
        <p:grpSpPr>
          <a:xfrm>
            <a:off x="251520" y="555527"/>
            <a:ext cx="8712968" cy="4249051"/>
            <a:chOff x="251520" y="555527"/>
            <a:chExt cx="8712968" cy="42490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8ACCF5F-9061-6AB1-084C-4CA963E54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14" b="74593"/>
            <a:stretch/>
          </p:blipFill>
          <p:spPr>
            <a:xfrm>
              <a:off x="251520" y="2139702"/>
              <a:ext cx="8712968" cy="719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3F59FEF-CE02-7D81-01D6-DEE9F2DEE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984"/>
            <a:stretch/>
          </p:blipFill>
          <p:spPr>
            <a:xfrm>
              <a:off x="251520" y="555527"/>
              <a:ext cx="8712968" cy="1512167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4BC6E3-0065-A1F7-1E56-57523C443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274" b="56611"/>
            <a:stretch/>
          </p:blipFill>
          <p:spPr>
            <a:xfrm>
              <a:off x="251520" y="2859782"/>
              <a:ext cx="8712968" cy="187220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AE35CC-79C0-B8ED-8B8A-F8CB9AEC3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032" y="2167442"/>
              <a:ext cx="2934109" cy="47631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6B6717-0D0A-E489-3AC7-4C916AD46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2267" y="4083918"/>
              <a:ext cx="2934109" cy="47631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1D57483-B74E-B9DE-8896-6BAB2E42C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5521" y="4011910"/>
              <a:ext cx="2972503" cy="79266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208B33-649D-DA71-9EE6-BEC9D1D3BFA3}"/>
                </a:ext>
              </a:extLst>
            </p:cNvPr>
            <p:cNvSpPr/>
            <p:nvPr/>
          </p:nvSpPr>
          <p:spPr>
            <a:xfrm>
              <a:off x="2195736" y="3966191"/>
              <a:ext cx="144016" cy="4571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2E5654-82FA-C7A2-29CD-3D74C7CE003A}"/>
                </a:ext>
              </a:extLst>
            </p:cNvPr>
            <p:cNvSpPr/>
            <p:nvPr/>
          </p:nvSpPr>
          <p:spPr>
            <a:xfrm>
              <a:off x="4355976" y="3966191"/>
              <a:ext cx="144016" cy="4571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4471620B-7E77-95D1-BB2C-6A866AAAB1A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502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주의 빵을 서로 나누세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02109-31B8-0589-7FB6-9D2705A04116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ABADBA-4616-6353-DE1B-E7D4F9B9B9AA}"/>
              </a:ext>
            </a:extLst>
          </p:cNvPr>
          <p:cNvGrpSpPr/>
          <p:nvPr/>
        </p:nvGrpSpPr>
        <p:grpSpPr>
          <a:xfrm>
            <a:off x="241995" y="627534"/>
            <a:ext cx="8722493" cy="3744416"/>
            <a:chOff x="241995" y="627534"/>
            <a:chExt cx="8722493" cy="374441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A5DB4D-FEDC-BC87-3EF3-C63E086C2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85" b="31818"/>
            <a:stretch/>
          </p:blipFill>
          <p:spPr>
            <a:xfrm>
              <a:off x="251520" y="627534"/>
              <a:ext cx="8712968" cy="1800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C116AFE-4068-8886-4375-DF9A9EE2D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303" b="6581"/>
            <a:stretch/>
          </p:blipFill>
          <p:spPr>
            <a:xfrm>
              <a:off x="241995" y="2499742"/>
              <a:ext cx="8712968" cy="18722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F6E5AD2E-586E-AD4D-C622-DCFD01E9E057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2차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봉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헌 502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주의 빵을 서로 나누세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10930-1A87-70D4-6A52-20D625D32C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675B79-FC9A-110C-4143-383F54B7D010}"/>
              </a:ext>
            </a:extLst>
          </p:cNvPr>
          <p:cNvGrpSpPr/>
          <p:nvPr/>
        </p:nvGrpSpPr>
        <p:grpSpPr>
          <a:xfrm>
            <a:off x="251520" y="555527"/>
            <a:ext cx="8712968" cy="4176463"/>
            <a:chOff x="251520" y="555527"/>
            <a:chExt cx="8712968" cy="41764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E0F235-0375-9311-4B52-8797FEC1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0786"/>
            <a:stretch/>
          </p:blipFill>
          <p:spPr>
            <a:xfrm>
              <a:off x="251520" y="555527"/>
              <a:ext cx="8712968" cy="2232247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0662C78-7BAB-92F7-0251-9394A5DAE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274" b="56611"/>
            <a:stretch/>
          </p:blipFill>
          <p:spPr>
            <a:xfrm>
              <a:off x="251520" y="2859782"/>
              <a:ext cx="8712968" cy="187220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0E8B75C-A54B-2734-B177-BF305225E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032" y="2167442"/>
              <a:ext cx="2934109" cy="47631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2AF94C-DDB7-853E-7F37-7C83E9D24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2267" y="4083918"/>
              <a:ext cx="2934109" cy="4763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401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주를 찬미하여라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31CE4A-41A5-C937-177D-3FE2563E26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주를 찬미하여라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31CE4A-41A5-C937-177D-3FE2563E26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주를 찬미하여라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31CE4A-41A5-C937-177D-3FE2563E26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주를 찬미하여라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31CE4A-41A5-C937-177D-3FE2563E26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당신의 법 하도 놀라워, 제 영혼 그 법을 따르나이다. 당신 말씀 밝히시면 그 빛으로, 미련한 이들이 깨치나이다.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119(118)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119(118)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8" name="Picture 4" descr="C:\Users\Scott\Downloads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024996"/>
            <a:ext cx="8951616" cy="1575353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3347864" y="2715766"/>
            <a:ext cx="5688632" cy="1829696"/>
            <a:chOff x="3347864" y="2777942"/>
            <a:chExt cx="5688632" cy="1829696"/>
          </a:xfrm>
        </p:grpSpPr>
        <p:pic>
          <p:nvPicPr>
            <p:cNvPr id="1031" name="Picture 7" descr="C:\Users\Scott\Downloads\Untitled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47864" y="2883961"/>
              <a:ext cx="5654873" cy="1651079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8964488" y="2777942"/>
              <a:ext cx="7200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964488" y="3887558"/>
              <a:ext cx="72008" cy="72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40243</TotalTime>
  <Words>2209</Words>
  <Application>Microsoft Office PowerPoint</Application>
  <PresentationFormat>화면 슬라이드 쇼(16:9)</PresentationFormat>
  <Paragraphs>567</Paragraphs>
  <Slides>144</Slides>
  <Notes>95</Notes>
  <HiddenSlides>0</HiddenSlides>
  <MMClips>0</MMClips>
  <ScaleCrop>false</ScaleCrop>
  <HeadingPairs>
    <vt:vector size="4" baseType="variant">
      <vt:variant>
        <vt:lpstr>테마</vt:lpstr>
      </vt:variant>
      <vt:variant>
        <vt:i4>10</vt:i4>
      </vt:variant>
      <vt:variant>
        <vt:lpstr>슬라이드 제목</vt:lpstr>
      </vt:variant>
      <vt:variant>
        <vt:i4>152</vt:i4>
      </vt:variant>
    </vt:vector>
  </HeadingPairs>
  <TitlesOfParts>
    <vt:vector size="16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제 1 독서   열왕기 하권의 말씀입니다.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제 2 독서  사도 바오로의 로마서 말씀입니다.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슬라이드 111</vt:lpstr>
      <vt:lpstr>슬라이드 112</vt:lpstr>
      <vt:lpstr>슬라이드 113</vt:lpstr>
      <vt:lpstr>슬라이드 114</vt:lpstr>
      <vt:lpstr>슬라이드 115</vt:lpstr>
      <vt:lpstr>슬라이드 116</vt:lpstr>
      <vt:lpstr>영성체</vt:lpstr>
      <vt:lpstr>슬라이드 118</vt:lpstr>
      <vt:lpstr>영성체송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슬라이드 130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파 견</vt:lpstr>
      <vt:lpstr>슬라이드 139</vt:lpstr>
      <vt:lpstr>슬라이드 140</vt:lpstr>
      <vt:lpstr>슬라이드 141</vt:lpstr>
      <vt:lpstr>슬라이드 142</vt:lpstr>
      <vt:lpstr>슬라이드 143</vt:lpstr>
      <vt:lpstr>슬라이드 144</vt:lpstr>
      <vt:lpstr>슬라이드 145</vt:lpstr>
      <vt:lpstr>슬라이드 146</vt:lpstr>
      <vt:lpstr>슬라이드 147</vt:lpstr>
      <vt:lpstr>슬라이드 148</vt:lpstr>
      <vt:lpstr>슬라이드 149</vt:lpstr>
      <vt:lpstr>슬라이드 150</vt:lpstr>
      <vt:lpstr>슬라이드 151</vt:lpstr>
      <vt:lpstr>슬라이드 152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2026-07-15T21:59:00Z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
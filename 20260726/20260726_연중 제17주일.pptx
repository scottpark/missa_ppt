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7" r:id="rId2"/>
    <p:sldMasterId id="2147483674" r:id="rId3"/>
    <p:sldMasterId id="2147483681" r:id="rId4"/>
    <p:sldMasterId id="2147483688" r:id="rId5"/>
    <p:sldMasterId id="2147483695" r:id="rId6"/>
    <p:sldMasterId id="2147483702" r:id="rId7"/>
    <p:sldMasterId id="2147483709" r:id="rId8"/>
    <p:sldMasterId id="2147483716" r:id="rId9"/>
    <p:sldMasterId id="2147483723" r:id="rId10"/>
  </p:sldMasterIdLst>
  <p:notesMasterIdLst>
    <p:notesMasterId r:id="rId163"/>
  </p:notesMasterIdLst>
  <p:sldIdLst>
    <p:sldId id="1697" r:id="rId11"/>
    <p:sldId id="1372" r:id="rId12"/>
    <p:sldId id="1373" r:id="rId13"/>
    <p:sldId id="1374" r:id="rId14"/>
    <p:sldId id="1375" r:id="rId15"/>
    <p:sldId id="1376" r:id="rId16"/>
    <p:sldId id="2532" r:id="rId17"/>
    <p:sldId id="2533" r:id="rId18"/>
    <p:sldId id="2534" r:id="rId19"/>
    <p:sldId id="1377" r:id="rId20"/>
    <p:sldId id="1062" r:id="rId21"/>
    <p:sldId id="1063" r:id="rId22"/>
    <p:sldId id="3100" r:id="rId23"/>
    <p:sldId id="3101" r:id="rId24"/>
    <p:sldId id="3102" r:id="rId25"/>
    <p:sldId id="3103" r:id="rId26"/>
    <p:sldId id="1511" r:id="rId27"/>
    <p:sldId id="2068" r:id="rId28"/>
    <p:sldId id="2195" r:id="rId29"/>
    <p:sldId id="2194" r:id="rId30"/>
    <p:sldId id="3107" r:id="rId82"/>
    <p:sldId id="3108" r:id="rId36"/>
    <p:sldId id="3109" r:id="rId35"/>
    <p:sldId id="3110" r:id="rId34"/>
    <p:sldId id="1565" r:id="rId37"/>
    <p:sldId id="1566" r:id="rId38"/>
    <p:sldId id="1575" r:id="rId39"/>
    <p:sldId id="1576" r:id="rId40"/>
    <p:sldId id="1528" r:id="rId41"/>
    <p:sldId id="2337" r:id="rId42"/>
    <p:sldId id="1334" r:id="rId43"/>
    <p:sldId id="2339" r:id="rId44"/>
    <p:sldId id="2340" r:id="rId45"/>
    <p:sldId id="1336" r:id="rId46"/>
    <p:sldId id="2342" r:id="rId47"/>
    <p:sldId id="2343" r:id="rId48"/>
    <p:sldId id="2344" r:id="rId49"/>
    <p:sldId id="2345" r:id="rId50"/>
    <p:sldId id="2346" r:id="rId51"/>
    <p:sldId id="2347" r:id="rId52"/>
    <p:sldId id="2348" r:id="rId53"/>
    <p:sldId id="2349" r:id="rId54"/>
    <p:sldId id="2350" r:id="rId55"/>
    <p:sldId id="2351" r:id="rId56"/>
    <p:sldId id="1670" r:id="rId57"/>
    <p:sldId id="1020" r:id="rId58"/>
    <p:sldId id="1757" r:id="rId59"/>
    <p:sldId id="3059" r:id="rId60"/>
    <p:sldId id="3060" r:id="rId61"/>
    <p:sldId id="3040" r:id="rId62"/>
    <p:sldId id="1737" r:id="rId63"/>
    <p:sldId id="3019" r:id="rId64"/>
    <p:sldId id="1729" r:id="rId65"/>
    <p:sldId id="3073" r:id="rId66"/>
    <p:sldId id="3062" r:id="rId67"/>
    <p:sldId id="3074" r:id="rId68"/>
    <p:sldId id="3061" r:id="rId69"/>
    <p:sldId id="3075" r:id="rId70"/>
    <p:sldId id="3104" r:id="rId169"/>
    <p:sldId id="3105" r:id="rId170"/>
    <p:sldId id="787" r:id="rId71"/>
    <p:sldId id="1138" r:id="rId72"/>
    <p:sldId id="1730" r:id="rId73"/>
    <p:sldId id="3063" r:id="rId74"/>
    <p:sldId id="1427" r:id="rId76"/>
    <p:sldId id="1555" r:id="rId77"/>
    <p:sldId id="3046" r:id="rId78"/>
    <p:sldId id="344" r:id="rId79"/>
    <p:sldId id="1556" r:id="rId80"/>
    <p:sldId id="3065" r:id="rId81"/>
    <p:sldId id="3106" r:id="rId75"/>
    <p:sldId id="1462" r:id="rId83"/>
    <p:sldId id="1770" r:id="rId84"/>
    <p:sldId id="1771" r:id="rId85"/>
    <p:sldId id="1772" r:id="rId86"/>
    <p:sldId id="1773" r:id="rId87"/>
    <p:sldId id="1680" r:id="rId88"/>
    <p:sldId id="1598" r:id="rId89"/>
    <p:sldId id="348" r:id="rId90"/>
    <p:sldId id="2206" r:id="rId91"/>
    <p:sldId id="3111" r:id="rId97"/>
    <p:sldId id="3112" r:id="rId96"/>
    <p:sldId id="3113" r:id="rId95"/>
    <p:sldId id="1128" r:id="rId98"/>
    <p:sldId id="1129" r:id="rId99"/>
    <p:sldId id="1130" r:id="rId100"/>
    <p:sldId id="1131" r:id="rId101"/>
    <p:sldId id="1132" r:id="rId102"/>
    <p:sldId id="1599" r:id="rId103"/>
    <p:sldId id="1600" r:id="rId104"/>
    <p:sldId id="1601" r:id="rId105"/>
    <p:sldId id="1602" r:id="rId106"/>
    <p:sldId id="1774" r:id="rId107"/>
    <p:sldId id="286" r:id="rId108"/>
    <p:sldId id="1604" r:id="rId109"/>
    <p:sldId id="1605" r:id="rId110"/>
    <p:sldId id="1606" r:id="rId111"/>
    <p:sldId id="1607" r:id="rId112"/>
    <p:sldId id="1608" r:id="rId113"/>
    <p:sldId id="1609" r:id="rId114"/>
    <p:sldId id="1610" r:id="rId115"/>
    <p:sldId id="1144" r:id="rId116"/>
    <p:sldId id="706" r:id="rId117"/>
    <p:sldId id="1611" r:id="rId118"/>
    <p:sldId id="707" r:id="rId119"/>
    <p:sldId id="497" r:id="rId120"/>
    <p:sldId id="1149" r:id="rId121"/>
    <p:sldId id="739" r:id="rId122"/>
    <p:sldId id="428" r:id="rId123"/>
    <p:sldId id="1612" r:id="rId124"/>
    <p:sldId id="1613" r:id="rId125"/>
    <p:sldId id="1146" r:id="rId126"/>
    <p:sldId id="423" r:id="rId127"/>
    <p:sldId id="424" r:id="rId128"/>
    <p:sldId id="1033" r:id="rId129"/>
    <p:sldId id="302" r:id="rId130"/>
    <p:sldId id="1633" r:id="rId131"/>
    <p:sldId id="3114" r:id="rId139"/>
    <p:sldId id="3115" r:id="rId138"/>
    <p:sldId id="3116" r:id="rId137"/>
    <p:sldId id="3117" r:id="rId136"/>
    <p:sldId id="3118" r:id="rId135"/>
    <p:sldId id="3119" r:id="rId134"/>
    <p:sldId id="1701" r:id="rId140"/>
    <p:sldId id="1634" r:id="rId141"/>
    <p:sldId id="3120" r:id="rId145"/>
    <p:sldId id="3121" r:id="rId144"/>
    <p:sldId id="3122" r:id="rId143"/>
    <p:sldId id="1413" r:id="rId146"/>
    <p:sldId id="498" r:id="rId147"/>
    <p:sldId id="1742" r:id="rId148"/>
    <p:sldId id="499" r:id="rId149"/>
    <p:sldId id="1363" r:id="rId150"/>
    <p:sldId id="3123" r:id="rId156"/>
    <p:sldId id="3124" r:id="rId155"/>
    <p:sldId id="3125" r:id="rId154"/>
    <p:sldId id="3126" r:id="rId153"/>
    <p:sldId id="542" r:id="rId157"/>
    <p:sldId id="1775" r:id="rId158"/>
    <p:sldId id="1776" r:id="rId159"/>
    <p:sldId id="1777" r:id="rId160"/>
    <p:sldId id="1356" r:id="rId161"/>
    <p:sldId id="893" r:id="rId162"/>
  </p:sldIdLst>
  <p:sldSz cx="9144000" cy="5143500" type="screen16x9"/>
  <p:notesSz cx="10693400" cy="7562850"/>
  <p:defaultTextStyle>
    <a:defPPr>
      <a:defRPr lang="en-US"/>
    </a:defPPr>
    <a:lvl1pPr marL="0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1959">
          <p15:clr>
            <a:srgbClr val="A4A3A4"/>
          </p15:clr>
        </p15:guide>
        <p15:guide id="2" pos="184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0"/>
      </p:ext>
    </p:extLst>
  </p:showPr>
  <p:clrMru>
    <a:srgbClr val="FFFFCC"/>
    <a:srgbClr val="FFFFFF"/>
    <a:srgbClr val="FFFF99"/>
    <a:srgbClr val="FFFF66"/>
  </p:clrMru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150" autoAdjust="0"/>
    <p:restoredTop sz="99785" autoAdjust="0"/>
  </p:normalViewPr>
  <p:slideViewPr>
    <p:cSldViewPr>
      <p:cViewPr varScale="1">
        <p:scale>
          <a:sx n="97" d="100"/>
          <a:sy n="97" d="100"/>
        </p:scale>
        <p:origin x="-108" y="-882"/>
      </p:cViewPr>
      <p:guideLst>
        <p:guide orient="horz" pos="1959"/>
        <p:guide pos="1847"/>
      </p:guideLst>
    </p:cSldViewPr>
  </p:slideViewPr>
  <p:outlineViewPr>
    <p:cViewPr>
      <p:scale>
        <a:sx n="33" d="100"/>
        <a:sy n="33" d="100"/>
      </p:scale>
      <p:origin x="0" y="8358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5" Type="http://schemas.openxmlformats.org/officeDocument/2006/relationships/slide" Target="slides/slide85.xml"/><Relationship Id="rId96" Type="http://schemas.openxmlformats.org/officeDocument/2006/relationships/slide" Target="slides/slide86.xml"/><Relationship Id="rId97" Type="http://schemas.openxmlformats.org/officeDocument/2006/relationships/slide" Target="slides/slide87.xml"/><Relationship Id="rId98" Type="http://schemas.openxmlformats.org/officeDocument/2006/relationships/slide" Target="slides/slide88.xml"/><Relationship Id="rId99" Type="http://schemas.openxmlformats.org/officeDocument/2006/relationships/slide" Target="slides/slide89.xml"/><Relationship Id="rId100" Type="http://schemas.openxmlformats.org/officeDocument/2006/relationships/slide" Target="slides/slide90.xml"/><Relationship Id="rId101" Type="http://schemas.openxmlformats.org/officeDocument/2006/relationships/slide" Target="slides/slide91.xml"/><Relationship Id="rId102" Type="http://schemas.openxmlformats.org/officeDocument/2006/relationships/slide" Target="slides/slide92.xml"/><Relationship Id="rId103" Type="http://schemas.openxmlformats.org/officeDocument/2006/relationships/slide" Target="slides/slide93.xml"/><Relationship Id="rId104" Type="http://schemas.openxmlformats.org/officeDocument/2006/relationships/slide" Target="slides/slide94.xml"/><Relationship Id="rId105" Type="http://schemas.openxmlformats.org/officeDocument/2006/relationships/slide" Target="slides/slide95.xml"/><Relationship Id="rId106" Type="http://schemas.openxmlformats.org/officeDocument/2006/relationships/slide" Target="slides/slide96.xml"/><Relationship Id="rId107" Type="http://schemas.openxmlformats.org/officeDocument/2006/relationships/slide" Target="slides/slide97.xml"/><Relationship Id="rId108" Type="http://schemas.openxmlformats.org/officeDocument/2006/relationships/slide" Target="slides/slide98.xml"/><Relationship Id="rId109" Type="http://schemas.openxmlformats.org/officeDocument/2006/relationships/slide" Target="slides/slide99.xml"/><Relationship Id="rId110" Type="http://schemas.openxmlformats.org/officeDocument/2006/relationships/slide" Target="slides/slide100.xml"/><Relationship Id="rId111" Type="http://schemas.openxmlformats.org/officeDocument/2006/relationships/slide" Target="slides/slide101.xml"/><Relationship Id="rId112" Type="http://schemas.openxmlformats.org/officeDocument/2006/relationships/slide" Target="slides/slide102.xml"/><Relationship Id="rId113" Type="http://schemas.openxmlformats.org/officeDocument/2006/relationships/slide" Target="slides/slide103.xml"/><Relationship Id="rId114" Type="http://schemas.openxmlformats.org/officeDocument/2006/relationships/slide" Target="slides/slide104.xml"/><Relationship Id="rId115" Type="http://schemas.openxmlformats.org/officeDocument/2006/relationships/slide" Target="slides/slide105.xml"/><Relationship Id="rId116" Type="http://schemas.openxmlformats.org/officeDocument/2006/relationships/slide" Target="slides/slide106.xml"/><Relationship Id="rId117" Type="http://schemas.openxmlformats.org/officeDocument/2006/relationships/slide" Target="slides/slide107.xml"/><Relationship Id="rId118" Type="http://schemas.openxmlformats.org/officeDocument/2006/relationships/slide" Target="slides/slide108.xml"/><Relationship Id="rId119" Type="http://schemas.openxmlformats.org/officeDocument/2006/relationships/slide" Target="slides/slide109.xml"/><Relationship Id="rId120" Type="http://schemas.openxmlformats.org/officeDocument/2006/relationships/slide" Target="slides/slide110.xml"/><Relationship Id="rId121" Type="http://schemas.openxmlformats.org/officeDocument/2006/relationships/slide" Target="slides/slide111.xml"/><Relationship Id="rId122" Type="http://schemas.openxmlformats.org/officeDocument/2006/relationships/slide" Target="slides/slide112.xml"/><Relationship Id="rId123" Type="http://schemas.openxmlformats.org/officeDocument/2006/relationships/slide" Target="slides/slide113.xml"/><Relationship Id="rId124" Type="http://schemas.openxmlformats.org/officeDocument/2006/relationships/slide" Target="slides/slide114.xml"/><Relationship Id="rId125" Type="http://schemas.openxmlformats.org/officeDocument/2006/relationships/slide" Target="slides/slide115.xml"/><Relationship Id="rId126" Type="http://schemas.openxmlformats.org/officeDocument/2006/relationships/slide" Target="slides/slide116.xml"/><Relationship Id="rId127" Type="http://schemas.openxmlformats.org/officeDocument/2006/relationships/slide" Target="slides/slide117.xml"/><Relationship Id="rId128" Type="http://schemas.openxmlformats.org/officeDocument/2006/relationships/slide" Target="slides/slide118.xml"/><Relationship Id="rId129" Type="http://schemas.openxmlformats.org/officeDocument/2006/relationships/slide" Target="slides/slide119.xml"/><Relationship Id="rId130" Type="http://schemas.openxmlformats.org/officeDocument/2006/relationships/slide" Target="slides/slide120.xml"/><Relationship Id="rId131" Type="http://schemas.openxmlformats.org/officeDocument/2006/relationships/slide" Target="slides/slide121.xml"/><Relationship Id="rId134" Type="http://schemas.openxmlformats.org/officeDocument/2006/relationships/slide" Target="slides/slide124.xml"/><Relationship Id="rId135" Type="http://schemas.openxmlformats.org/officeDocument/2006/relationships/slide" Target="slides/slide125.xml"/><Relationship Id="rId136" Type="http://schemas.openxmlformats.org/officeDocument/2006/relationships/slide" Target="slides/slide126.xml"/><Relationship Id="rId137" Type="http://schemas.openxmlformats.org/officeDocument/2006/relationships/slide" Target="slides/slide127.xml"/><Relationship Id="rId138" Type="http://schemas.openxmlformats.org/officeDocument/2006/relationships/slide" Target="slides/slide128.xml"/><Relationship Id="rId139" Type="http://schemas.openxmlformats.org/officeDocument/2006/relationships/slide" Target="slides/slide129.xml"/><Relationship Id="rId140" Type="http://schemas.openxmlformats.org/officeDocument/2006/relationships/slide" Target="slides/slide130.xml"/><Relationship Id="rId141" Type="http://schemas.openxmlformats.org/officeDocument/2006/relationships/slide" Target="slides/slide131.xml"/><Relationship Id="rId143" Type="http://schemas.openxmlformats.org/officeDocument/2006/relationships/slide" Target="slides/slide133.xml"/><Relationship Id="rId144" Type="http://schemas.openxmlformats.org/officeDocument/2006/relationships/slide" Target="slides/slide134.xml"/><Relationship Id="rId145" Type="http://schemas.openxmlformats.org/officeDocument/2006/relationships/slide" Target="slides/slide135.xml"/><Relationship Id="rId146" Type="http://schemas.openxmlformats.org/officeDocument/2006/relationships/slide" Target="slides/slide136.xml"/><Relationship Id="rId147" Type="http://schemas.openxmlformats.org/officeDocument/2006/relationships/slide" Target="slides/slide137.xml"/><Relationship Id="rId148" Type="http://schemas.openxmlformats.org/officeDocument/2006/relationships/slide" Target="slides/slide138.xml"/><Relationship Id="rId149" Type="http://schemas.openxmlformats.org/officeDocument/2006/relationships/slide" Target="slides/slide139.xml"/><Relationship Id="rId150" Type="http://schemas.openxmlformats.org/officeDocument/2006/relationships/slide" Target="slides/slide140.xml"/><Relationship Id="rId153" Type="http://schemas.openxmlformats.org/officeDocument/2006/relationships/slide" Target="slides/slide143.xml"/><Relationship Id="rId154" Type="http://schemas.openxmlformats.org/officeDocument/2006/relationships/slide" Target="slides/slide142.xml"/><Relationship Id="rId155" Type="http://schemas.openxmlformats.org/officeDocument/2006/relationships/slide" Target="slides/slide141.xml"/><Relationship Id="rId156" Type="http://schemas.openxmlformats.org/officeDocument/2006/relationships/slide" Target="slides/slide132.xml"/><Relationship Id="rId157" Type="http://schemas.openxmlformats.org/officeDocument/2006/relationships/slide" Target="slides/slide147.xml"/><Relationship Id="rId158" Type="http://schemas.openxmlformats.org/officeDocument/2006/relationships/slide" Target="slides/slide148.xml"/><Relationship Id="rId159" Type="http://schemas.openxmlformats.org/officeDocument/2006/relationships/slide" Target="slides/slide149.xml"/><Relationship Id="rId160" Type="http://schemas.openxmlformats.org/officeDocument/2006/relationships/slide" Target="slides/slide150.xml"/><Relationship Id="rId161" Type="http://schemas.openxmlformats.org/officeDocument/2006/relationships/slide" Target="slides/slide151.xml"/><Relationship Id="rId162" Type="http://schemas.openxmlformats.org/officeDocument/2006/relationships/slide" Target="slides/slide152.xml"/><Relationship Id="rId163" Type="http://schemas.openxmlformats.org/officeDocument/2006/relationships/notesMaster" Target="notesMasters/notesMaster1.xml"/><Relationship Id="rId164" Type="http://schemas.openxmlformats.org/officeDocument/2006/relationships/presProps" Target="presProps.xml"/><Relationship Id="rId165" Type="http://schemas.openxmlformats.org/officeDocument/2006/relationships/viewProps" Target="viewProps.xml"/><Relationship Id="rId166" Type="http://schemas.openxmlformats.org/officeDocument/2006/relationships/theme" Target="theme/theme1.xml"/><Relationship Id="rId167" Type="http://schemas.openxmlformats.org/officeDocument/2006/relationships/tableStyles" Target="tableStyles.xml"/><Relationship Id="rId169" Type="http://schemas.openxmlformats.org/officeDocument/2006/relationships/slide" Target="slides/slide153.xml"/><Relationship Id="rId170" Type="http://schemas.openxmlformats.org/officeDocument/2006/relationships/slide" Target="slides/slide15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057900" y="0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8ACA7C-5262-4C8E-AE19-3DA31B6A1CDA}" type="datetimeFigureOut">
              <a:rPr lang="en-AU" smtClean="0"/>
              <a:pPr/>
              <a:t>16/07/2026</a:t>
            </a:fld>
            <a:endParaRPr lang="en-A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25750" y="566738"/>
            <a:ext cx="5041900" cy="28368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69975" y="3592513"/>
            <a:ext cx="8553450" cy="3403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7183438"/>
            <a:ext cx="4633913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057900" y="7183438"/>
            <a:ext cx="4632325" cy="377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3FD64-BF31-4C61-B552-27E91C04657E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505940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57779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715558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73337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431116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88895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14667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504453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862232" algn="l" defTabSz="71555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0147705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9394831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5200808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166957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4851104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9455489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4301058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1878399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28014413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15567447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590429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27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6124916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7270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3681911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061556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33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18466071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6206147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6103278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9906149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03513589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832084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8344330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755662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90470723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70245497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14629875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48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4921922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49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50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52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8406445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31547F2-4CF7-B29B-5BFC-BFAE5145A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D0EFEAA3-67D9-F7B3-2505-CF39E8C4F7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92CF9604-1974-0BF5-715F-4B5AE177E8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40E8846C-05A9-8CB2-2493-A2711F026F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59590770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604639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31547F2-4CF7-B29B-5BFC-BFAE5145A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D0EFEAA3-67D9-F7B3-2505-CF39E8C4F7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92CF9604-1974-0BF5-715F-4B5AE177E8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40E8846C-05A9-8CB2-2493-A2711F026F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0B3FD64-BF31-4C61-B552-27E91C04657E}" type="slidenum">
              <a:rPr lang="en-AU" smtClean="0">
                <a:solidFill>
                  <a:prstClr val="black"/>
                </a:solidFill>
              </a:rPr>
              <a:pPr>
                <a:defRPr/>
              </a:pPr>
              <a:t>56</a:t>
            </a:fld>
            <a:endParaRPr lang="en-AU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259590770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57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6046394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31547F2-4CF7-B29B-5BFC-BFAE5145A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D0EFEAA3-67D9-F7B3-2505-CF39E8C4F7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92CF9604-1974-0BF5-715F-4B5AE177E8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40E8846C-05A9-8CB2-2493-A2711F026F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0B3FD64-BF31-4C61-B552-27E91C04657E}" type="slidenum">
              <a:rPr lang="en-AU" smtClean="0">
                <a:solidFill>
                  <a:prstClr val="black"/>
                </a:solidFill>
              </a:rPr>
              <a:pPr>
                <a:defRPr/>
              </a:pPr>
              <a:t>58</a:t>
            </a:fld>
            <a:endParaRPr lang="en-AU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259590770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59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6046394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31547F2-4CF7-B29B-5BFC-BFAE5145A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D0EFEAA3-67D9-F7B3-2505-CF39E8C4F7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92CF9604-1974-0BF5-715F-4B5AE177E8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40E8846C-05A9-8CB2-2493-A2711F026F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0B3FD64-BF31-4C61-B552-27E91C04657E}" type="slidenum">
              <a:rPr lang="en-AU" smtClean="0">
                <a:solidFill>
                  <a:prstClr val="black"/>
                </a:solidFill>
              </a:rPr>
              <a:pPr>
                <a:defRPr/>
              </a:pPr>
              <a:t>60</a:t>
            </a:fld>
            <a:endParaRPr lang="en-AU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259590770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62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4921922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64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51143554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67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37611587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68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31694402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73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6978694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89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95098407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9597544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94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20290183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95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8450745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102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07971666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103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09194681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104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02654553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105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82990052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114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281905623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115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78366564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119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55904298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121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131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137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813510775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B3FD64-BF31-4C61-B552-27E91C04657E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138</a:t>
            </a:fld>
            <a:endParaRPr kumimoji="0" lang="en-A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36945218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3FD64-BF31-4C61-B552-27E91C04657E}" type="slidenum">
              <a:rPr lang="en-AU" smtClean="0"/>
              <a:pPr/>
              <a:t>140</a:t>
            </a:fld>
            <a:endParaRPr lang="en-AU" dirty="0"/>
          </a:p>
        </p:txBody>
      </p:sp>
    </p:spTree>
    <p:extLst>
      <p:ext uri="{BB962C8B-B14F-4D97-AF65-F5344CB8AC3E}">
        <p14:creationId xmlns="" xmlns:p14="http://schemas.microsoft.com/office/powerpoint/2010/main" val="41189702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343010580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dirty="0"/>
              <a:t/>
            </a:r>
            <a:br>
              <a:rPr lang="ko-KR" altLang="en-US" dirty="0"/>
            </a:br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4180320938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AU" altLang="ko-KR" dirty="0"/>
          </a:p>
        </p:txBody>
      </p:sp>
    </p:spTree>
    <p:extLst>
      <p:ext uri="{BB962C8B-B14F-4D97-AF65-F5344CB8AC3E}">
        <p14:creationId xmlns="" xmlns:p14="http://schemas.microsoft.com/office/powerpoint/2010/main" val="418623287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jpe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jpe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4.jpe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4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4.jpe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4.jpe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="" xmlns:p14="http://schemas.microsoft.com/office/powerpoint/2010/main" val="270548796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679502" y="681930"/>
            <a:ext cx="7783803" cy="7600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7" name="bk object 17"/>
          <p:cNvSpPr/>
          <p:nvPr/>
        </p:nvSpPr>
        <p:spPr>
          <a:xfrm>
            <a:off x="680860" y="2166917"/>
            <a:ext cx="6019076" cy="63588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8" name="bk object 18"/>
          <p:cNvSpPr/>
          <p:nvPr/>
        </p:nvSpPr>
        <p:spPr>
          <a:xfrm>
            <a:off x="1402117" y="1480654"/>
            <a:ext cx="6972029" cy="34549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19" name="bk object 19"/>
          <p:cNvSpPr/>
          <p:nvPr/>
        </p:nvSpPr>
        <p:spPr>
          <a:xfrm>
            <a:off x="2137460" y="1562761"/>
            <a:ext cx="178101" cy="74712"/>
          </a:xfrm>
          <a:custGeom>
            <a:avLst/>
            <a:gdLst/>
            <a:ahLst/>
            <a:cxnLst/>
            <a:rect l="l" t="t" r="r" b="b"/>
            <a:pathLst>
              <a:path w="208280" h="109855">
                <a:moveTo>
                  <a:pt x="182460" y="16078"/>
                </a:moveTo>
                <a:lnTo>
                  <a:pt x="193528" y="23836"/>
                </a:lnTo>
                <a:lnTo>
                  <a:pt x="201434" y="32821"/>
                </a:lnTo>
                <a:lnTo>
                  <a:pt x="206178" y="43033"/>
                </a:lnTo>
                <a:lnTo>
                  <a:pt x="207759" y="54470"/>
                </a:lnTo>
                <a:lnTo>
                  <a:pt x="206178" y="65805"/>
                </a:lnTo>
                <a:lnTo>
                  <a:pt x="167168" y="100035"/>
                </a:lnTo>
                <a:lnTo>
                  <a:pt x="127879" y="108221"/>
                </a:lnTo>
                <a:lnTo>
                  <a:pt x="103885" y="109245"/>
                </a:lnTo>
                <a:lnTo>
                  <a:pt x="79754" y="108221"/>
                </a:lnTo>
                <a:lnTo>
                  <a:pt x="40315" y="100035"/>
                </a:lnTo>
                <a:lnTo>
                  <a:pt x="6249" y="75982"/>
                </a:lnTo>
                <a:lnTo>
                  <a:pt x="0" y="54470"/>
                </a:lnTo>
                <a:lnTo>
                  <a:pt x="1562" y="43033"/>
                </a:lnTo>
                <a:lnTo>
                  <a:pt x="40201" y="9043"/>
                </a:lnTo>
                <a:lnTo>
                  <a:pt x="79639" y="1004"/>
                </a:lnTo>
                <a:lnTo>
                  <a:pt x="103885" y="0"/>
                </a:lnTo>
                <a:lnTo>
                  <a:pt x="127991" y="1004"/>
                </a:lnTo>
                <a:lnTo>
                  <a:pt x="149121" y="4019"/>
                </a:lnTo>
                <a:lnTo>
                  <a:pt x="167277" y="9043"/>
                </a:lnTo>
                <a:lnTo>
                  <a:pt x="182460" y="1607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0" name="bk object 20"/>
          <p:cNvSpPr/>
          <p:nvPr/>
        </p:nvSpPr>
        <p:spPr>
          <a:xfrm>
            <a:off x="2152218" y="1573091"/>
            <a:ext cx="148237" cy="53551"/>
          </a:xfrm>
          <a:custGeom>
            <a:avLst/>
            <a:gdLst/>
            <a:ahLst/>
            <a:cxnLst/>
            <a:rect l="l" t="t" r="r" b="b"/>
            <a:pathLst>
              <a:path w="173355" h="78739">
                <a:moveTo>
                  <a:pt x="20840" y="11302"/>
                </a:moveTo>
                <a:lnTo>
                  <a:pt x="11722" y="16960"/>
                </a:lnTo>
                <a:lnTo>
                  <a:pt x="5210" y="23510"/>
                </a:lnTo>
                <a:lnTo>
                  <a:pt x="1302" y="30951"/>
                </a:lnTo>
                <a:lnTo>
                  <a:pt x="0" y="39281"/>
                </a:lnTo>
                <a:lnTo>
                  <a:pt x="1302" y="47489"/>
                </a:lnTo>
                <a:lnTo>
                  <a:pt x="33432" y="72043"/>
                </a:lnTo>
                <a:lnTo>
                  <a:pt x="86626" y="78574"/>
                </a:lnTo>
                <a:lnTo>
                  <a:pt x="106786" y="77848"/>
                </a:lnTo>
                <a:lnTo>
                  <a:pt x="152107" y="66967"/>
                </a:lnTo>
                <a:lnTo>
                  <a:pt x="173240" y="39281"/>
                </a:lnTo>
                <a:lnTo>
                  <a:pt x="171919" y="30951"/>
                </a:lnTo>
                <a:lnTo>
                  <a:pt x="139415" y="6359"/>
                </a:lnTo>
                <a:lnTo>
                  <a:pt x="86626" y="0"/>
                </a:lnTo>
                <a:lnTo>
                  <a:pt x="66435" y="707"/>
                </a:lnTo>
                <a:lnTo>
                  <a:pt x="48742" y="2827"/>
                </a:lnTo>
                <a:lnTo>
                  <a:pt x="33545" y="6359"/>
                </a:lnTo>
                <a:lnTo>
                  <a:pt x="20840" y="1130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1" name="bk object 21"/>
          <p:cNvSpPr/>
          <p:nvPr/>
        </p:nvSpPr>
        <p:spPr>
          <a:xfrm>
            <a:off x="2119552" y="1660543"/>
            <a:ext cx="213395" cy="69098"/>
          </a:xfrm>
          <a:custGeom>
            <a:avLst/>
            <a:gdLst/>
            <a:ahLst/>
            <a:cxnLst/>
            <a:rect l="l" t="t" r="r" b="b"/>
            <a:pathLst>
              <a:path w="249555" h="101600">
                <a:moveTo>
                  <a:pt x="249237" y="7442"/>
                </a:moveTo>
                <a:lnTo>
                  <a:pt x="249237" y="12598"/>
                </a:lnTo>
                <a:lnTo>
                  <a:pt x="246760" y="15176"/>
                </a:lnTo>
                <a:lnTo>
                  <a:pt x="241795" y="15176"/>
                </a:lnTo>
                <a:lnTo>
                  <a:pt x="194170" y="15176"/>
                </a:lnTo>
                <a:lnTo>
                  <a:pt x="194170" y="91973"/>
                </a:lnTo>
                <a:lnTo>
                  <a:pt x="194170" y="94754"/>
                </a:lnTo>
                <a:lnTo>
                  <a:pt x="193179" y="97027"/>
                </a:lnTo>
                <a:lnTo>
                  <a:pt x="191198" y="98818"/>
                </a:lnTo>
                <a:lnTo>
                  <a:pt x="189610" y="100406"/>
                </a:lnTo>
                <a:lnTo>
                  <a:pt x="187629" y="101193"/>
                </a:lnTo>
                <a:lnTo>
                  <a:pt x="185242" y="101193"/>
                </a:lnTo>
                <a:lnTo>
                  <a:pt x="182867" y="101193"/>
                </a:lnTo>
                <a:lnTo>
                  <a:pt x="180873" y="100507"/>
                </a:lnTo>
                <a:lnTo>
                  <a:pt x="179298" y="99110"/>
                </a:lnTo>
                <a:lnTo>
                  <a:pt x="177507" y="97332"/>
                </a:lnTo>
                <a:lnTo>
                  <a:pt x="176618" y="95046"/>
                </a:lnTo>
                <a:lnTo>
                  <a:pt x="176618" y="92265"/>
                </a:lnTo>
                <a:lnTo>
                  <a:pt x="176618" y="15176"/>
                </a:lnTo>
                <a:lnTo>
                  <a:pt x="81660" y="15176"/>
                </a:lnTo>
                <a:lnTo>
                  <a:pt x="81660" y="38696"/>
                </a:lnTo>
                <a:lnTo>
                  <a:pt x="81270" y="46692"/>
                </a:lnTo>
                <a:lnTo>
                  <a:pt x="68487" y="83932"/>
                </a:lnTo>
                <a:lnTo>
                  <a:pt x="55473" y="97828"/>
                </a:lnTo>
                <a:lnTo>
                  <a:pt x="53085" y="97624"/>
                </a:lnTo>
                <a:lnTo>
                  <a:pt x="43560" y="88988"/>
                </a:lnTo>
                <a:lnTo>
                  <a:pt x="43167" y="86410"/>
                </a:lnTo>
                <a:lnTo>
                  <a:pt x="43954" y="84226"/>
                </a:lnTo>
                <a:lnTo>
                  <a:pt x="45948" y="82448"/>
                </a:lnTo>
                <a:lnTo>
                  <a:pt x="51701" y="76695"/>
                </a:lnTo>
                <a:lnTo>
                  <a:pt x="56057" y="70243"/>
                </a:lnTo>
                <a:lnTo>
                  <a:pt x="59042" y="63093"/>
                </a:lnTo>
                <a:lnTo>
                  <a:pt x="62217" y="55359"/>
                </a:lnTo>
                <a:lnTo>
                  <a:pt x="63804" y="47129"/>
                </a:lnTo>
                <a:lnTo>
                  <a:pt x="63804" y="38392"/>
                </a:lnTo>
                <a:lnTo>
                  <a:pt x="63804" y="15176"/>
                </a:lnTo>
                <a:lnTo>
                  <a:pt x="7848" y="15176"/>
                </a:lnTo>
                <a:lnTo>
                  <a:pt x="2489" y="15176"/>
                </a:lnTo>
                <a:lnTo>
                  <a:pt x="0" y="12598"/>
                </a:lnTo>
                <a:lnTo>
                  <a:pt x="406" y="7442"/>
                </a:lnTo>
                <a:lnTo>
                  <a:pt x="596" y="2476"/>
                </a:lnTo>
                <a:lnTo>
                  <a:pt x="3568" y="0"/>
                </a:lnTo>
                <a:lnTo>
                  <a:pt x="9334" y="0"/>
                </a:lnTo>
                <a:lnTo>
                  <a:pt x="241211" y="0"/>
                </a:lnTo>
                <a:lnTo>
                  <a:pt x="246367" y="0"/>
                </a:lnTo>
                <a:lnTo>
                  <a:pt x="249046" y="2476"/>
                </a:lnTo>
                <a:lnTo>
                  <a:pt x="249237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2" name="bk object 22"/>
          <p:cNvSpPr/>
          <p:nvPr/>
        </p:nvSpPr>
        <p:spPr>
          <a:xfrm>
            <a:off x="2567606" y="1581590"/>
            <a:ext cx="186246" cy="10365"/>
          </a:xfrm>
          <a:custGeom>
            <a:avLst/>
            <a:gdLst/>
            <a:ahLst/>
            <a:cxnLst/>
            <a:rect l="l" t="t" r="r" b="b"/>
            <a:pathLst>
              <a:path w="217805" h="15239">
                <a:moveTo>
                  <a:pt x="217284" y="7442"/>
                </a:moveTo>
                <a:lnTo>
                  <a:pt x="217474" y="12598"/>
                </a:lnTo>
                <a:lnTo>
                  <a:pt x="215099" y="15176"/>
                </a:lnTo>
                <a:lnTo>
                  <a:pt x="210146" y="15176"/>
                </a:lnTo>
                <a:lnTo>
                  <a:pt x="8331" y="15176"/>
                </a:lnTo>
                <a:lnTo>
                  <a:pt x="2768" y="15176"/>
                </a:lnTo>
                <a:lnTo>
                  <a:pt x="0" y="12598"/>
                </a:lnTo>
                <a:lnTo>
                  <a:pt x="0" y="7442"/>
                </a:lnTo>
                <a:lnTo>
                  <a:pt x="0" y="2489"/>
                </a:lnTo>
                <a:lnTo>
                  <a:pt x="2768" y="0"/>
                </a:lnTo>
                <a:lnTo>
                  <a:pt x="8331" y="0"/>
                </a:lnTo>
                <a:lnTo>
                  <a:pt x="209245" y="0"/>
                </a:lnTo>
                <a:lnTo>
                  <a:pt x="214401" y="0"/>
                </a:lnTo>
                <a:lnTo>
                  <a:pt x="217081" y="2489"/>
                </a:lnTo>
                <a:lnTo>
                  <a:pt x="217284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3" name="bk object 23"/>
          <p:cNvSpPr/>
          <p:nvPr/>
        </p:nvSpPr>
        <p:spPr>
          <a:xfrm>
            <a:off x="2607310" y="1560541"/>
            <a:ext cx="106970" cy="10365"/>
          </a:xfrm>
          <a:custGeom>
            <a:avLst/>
            <a:gdLst/>
            <a:ahLst/>
            <a:cxnLst/>
            <a:rect l="l" t="t" r="r" b="b"/>
            <a:pathLst>
              <a:path w="125094" h="15239">
                <a:moveTo>
                  <a:pt x="124421" y="7429"/>
                </a:moveTo>
                <a:lnTo>
                  <a:pt x="124612" y="12598"/>
                </a:lnTo>
                <a:lnTo>
                  <a:pt x="122339" y="15176"/>
                </a:lnTo>
                <a:lnTo>
                  <a:pt x="117576" y="15176"/>
                </a:lnTo>
                <a:lnTo>
                  <a:pt x="8331" y="15176"/>
                </a:lnTo>
                <a:lnTo>
                  <a:pt x="2781" y="15176"/>
                </a:lnTo>
                <a:lnTo>
                  <a:pt x="0" y="12598"/>
                </a:lnTo>
                <a:lnTo>
                  <a:pt x="0" y="7429"/>
                </a:lnTo>
                <a:lnTo>
                  <a:pt x="0" y="2476"/>
                </a:lnTo>
                <a:lnTo>
                  <a:pt x="2781" y="0"/>
                </a:lnTo>
                <a:lnTo>
                  <a:pt x="8331" y="0"/>
                </a:lnTo>
                <a:lnTo>
                  <a:pt x="116382" y="0"/>
                </a:lnTo>
                <a:lnTo>
                  <a:pt x="121539" y="0"/>
                </a:lnTo>
                <a:lnTo>
                  <a:pt x="124218" y="2476"/>
                </a:lnTo>
                <a:lnTo>
                  <a:pt x="124421" y="742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4" name="bk object 24"/>
          <p:cNvSpPr/>
          <p:nvPr/>
        </p:nvSpPr>
        <p:spPr>
          <a:xfrm>
            <a:off x="2579054" y="1599003"/>
            <a:ext cx="163441" cy="42755"/>
          </a:xfrm>
          <a:custGeom>
            <a:avLst/>
            <a:gdLst/>
            <a:ahLst/>
            <a:cxnLst/>
            <a:rect l="l" t="t" r="r" b="b"/>
            <a:pathLst>
              <a:path w="191135" h="62864">
                <a:moveTo>
                  <a:pt x="166687" y="8928"/>
                </a:moveTo>
                <a:lnTo>
                  <a:pt x="177238" y="13445"/>
                </a:lnTo>
                <a:lnTo>
                  <a:pt x="184775" y="18672"/>
                </a:lnTo>
                <a:lnTo>
                  <a:pt x="189297" y="24608"/>
                </a:lnTo>
                <a:lnTo>
                  <a:pt x="190804" y="31254"/>
                </a:lnTo>
                <a:lnTo>
                  <a:pt x="189297" y="37779"/>
                </a:lnTo>
                <a:lnTo>
                  <a:pt x="152514" y="57609"/>
                </a:lnTo>
                <a:lnTo>
                  <a:pt x="95250" y="62801"/>
                </a:lnTo>
                <a:lnTo>
                  <a:pt x="73597" y="62225"/>
                </a:lnTo>
                <a:lnTo>
                  <a:pt x="23812" y="53568"/>
                </a:lnTo>
                <a:lnTo>
                  <a:pt x="0" y="31254"/>
                </a:lnTo>
                <a:lnTo>
                  <a:pt x="1488" y="24608"/>
                </a:lnTo>
                <a:lnTo>
                  <a:pt x="37878" y="5020"/>
                </a:lnTo>
                <a:lnTo>
                  <a:pt x="95250" y="0"/>
                </a:lnTo>
                <a:lnTo>
                  <a:pt x="116795" y="557"/>
                </a:lnTo>
                <a:lnTo>
                  <a:pt x="135883" y="2230"/>
                </a:lnTo>
                <a:lnTo>
                  <a:pt x="152514" y="5020"/>
                </a:lnTo>
                <a:lnTo>
                  <a:pt x="166687" y="892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5" name="bk object 25"/>
          <p:cNvSpPr/>
          <p:nvPr/>
        </p:nvSpPr>
        <p:spPr>
          <a:xfrm>
            <a:off x="2594583" y="1609325"/>
            <a:ext cx="132490" cy="22024"/>
          </a:xfrm>
          <a:custGeom>
            <a:avLst/>
            <a:gdLst/>
            <a:ahLst/>
            <a:cxnLst/>
            <a:rect l="l" t="t" r="r" b="b"/>
            <a:pathLst>
              <a:path w="154939" h="32385">
                <a:moveTo>
                  <a:pt x="19050" y="4470"/>
                </a:moveTo>
                <a:lnTo>
                  <a:pt x="6350" y="7251"/>
                </a:lnTo>
                <a:lnTo>
                  <a:pt x="0" y="11112"/>
                </a:lnTo>
                <a:lnTo>
                  <a:pt x="0" y="16078"/>
                </a:lnTo>
                <a:lnTo>
                  <a:pt x="0" y="20840"/>
                </a:lnTo>
                <a:lnTo>
                  <a:pt x="43678" y="30953"/>
                </a:lnTo>
                <a:lnTo>
                  <a:pt x="77089" y="32143"/>
                </a:lnTo>
                <a:lnTo>
                  <a:pt x="94783" y="31846"/>
                </a:lnTo>
                <a:lnTo>
                  <a:pt x="135140" y="27381"/>
                </a:lnTo>
                <a:lnTo>
                  <a:pt x="154482" y="20840"/>
                </a:lnTo>
                <a:lnTo>
                  <a:pt x="154482" y="16078"/>
                </a:lnTo>
                <a:lnTo>
                  <a:pt x="154482" y="11112"/>
                </a:lnTo>
                <a:lnTo>
                  <a:pt x="110501" y="1116"/>
                </a:lnTo>
                <a:lnTo>
                  <a:pt x="77089" y="0"/>
                </a:lnTo>
                <a:lnTo>
                  <a:pt x="59287" y="278"/>
                </a:lnTo>
                <a:lnTo>
                  <a:pt x="43678" y="1116"/>
                </a:lnTo>
                <a:lnTo>
                  <a:pt x="30265" y="2512"/>
                </a:lnTo>
                <a:lnTo>
                  <a:pt x="19050" y="44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6" name="bk object 26"/>
          <p:cNvSpPr/>
          <p:nvPr/>
        </p:nvSpPr>
        <p:spPr>
          <a:xfrm>
            <a:off x="2553945" y="1638277"/>
            <a:ext cx="213395" cy="25480"/>
          </a:xfrm>
          <a:custGeom>
            <a:avLst/>
            <a:gdLst/>
            <a:ahLst/>
            <a:cxnLst/>
            <a:rect l="l" t="t" r="r" b="b"/>
            <a:pathLst>
              <a:path w="249555" h="37464">
                <a:moveTo>
                  <a:pt x="240106" y="21717"/>
                </a:moveTo>
                <a:lnTo>
                  <a:pt x="242887" y="21717"/>
                </a:lnTo>
                <a:lnTo>
                  <a:pt x="245059" y="22517"/>
                </a:lnTo>
                <a:lnTo>
                  <a:pt x="246659" y="24104"/>
                </a:lnTo>
                <a:lnTo>
                  <a:pt x="248246" y="25488"/>
                </a:lnTo>
                <a:lnTo>
                  <a:pt x="249034" y="27279"/>
                </a:lnTo>
                <a:lnTo>
                  <a:pt x="249034" y="29464"/>
                </a:lnTo>
                <a:lnTo>
                  <a:pt x="249034" y="31445"/>
                </a:lnTo>
                <a:lnTo>
                  <a:pt x="248335" y="33134"/>
                </a:lnTo>
                <a:lnTo>
                  <a:pt x="246951" y="34518"/>
                </a:lnTo>
                <a:lnTo>
                  <a:pt x="245567" y="36309"/>
                </a:lnTo>
                <a:lnTo>
                  <a:pt x="243573" y="37198"/>
                </a:lnTo>
                <a:lnTo>
                  <a:pt x="240995" y="37198"/>
                </a:lnTo>
                <a:lnTo>
                  <a:pt x="8229" y="37198"/>
                </a:lnTo>
                <a:lnTo>
                  <a:pt x="2679" y="37198"/>
                </a:lnTo>
                <a:lnTo>
                  <a:pt x="0" y="34620"/>
                </a:lnTo>
                <a:lnTo>
                  <a:pt x="190" y="29464"/>
                </a:lnTo>
                <a:lnTo>
                  <a:pt x="393" y="24307"/>
                </a:lnTo>
                <a:lnTo>
                  <a:pt x="3365" y="21717"/>
                </a:lnTo>
                <a:lnTo>
                  <a:pt x="9131" y="21717"/>
                </a:lnTo>
                <a:lnTo>
                  <a:pt x="115684" y="21717"/>
                </a:lnTo>
                <a:lnTo>
                  <a:pt x="115684" y="0"/>
                </a:lnTo>
                <a:lnTo>
                  <a:pt x="132956" y="0"/>
                </a:lnTo>
                <a:lnTo>
                  <a:pt x="132956" y="21717"/>
                </a:lnTo>
                <a:lnTo>
                  <a:pt x="240106" y="21717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7" name="bk object 27"/>
          <p:cNvSpPr/>
          <p:nvPr/>
        </p:nvSpPr>
        <p:spPr>
          <a:xfrm>
            <a:off x="2571505" y="1680780"/>
            <a:ext cx="175386" cy="48369"/>
          </a:xfrm>
          <a:custGeom>
            <a:avLst/>
            <a:gdLst/>
            <a:ahLst/>
            <a:cxnLst/>
            <a:rect l="l" t="t" r="r" b="b"/>
            <a:pathLst>
              <a:path w="205105" h="71119">
                <a:moveTo>
                  <a:pt x="196646" y="6261"/>
                </a:moveTo>
                <a:lnTo>
                  <a:pt x="202006" y="10617"/>
                </a:lnTo>
                <a:lnTo>
                  <a:pt x="204685" y="16573"/>
                </a:lnTo>
                <a:lnTo>
                  <a:pt x="204685" y="24117"/>
                </a:lnTo>
                <a:lnTo>
                  <a:pt x="204685" y="61328"/>
                </a:lnTo>
                <a:lnTo>
                  <a:pt x="204685" y="64300"/>
                </a:lnTo>
                <a:lnTo>
                  <a:pt x="203695" y="66674"/>
                </a:lnTo>
                <a:lnTo>
                  <a:pt x="201714" y="68465"/>
                </a:lnTo>
                <a:lnTo>
                  <a:pt x="200126" y="70053"/>
                </a:lnTo>
                <a:lnTo>
                  <a:pt x="198145" y="70853"/>
                </a:lnTo>
                <a:lnTo>
                  <a:pt x="195757" y="70853"/>
                </a:lnTo>
                <a:lnTo>
                  <a:pt x="193179" y="70853"/>
                </a:lnTo>
                <a:lnTo>
                  <a:pt x="191096" y="69951"/>
                </a:lnTo>
                <a:lnTo>
                  <a:pt x="189509" y="68173"/>
                </a:lnTo>
                <a:lnTo>
                  <a:pt x="187718" y="66382"/>
                </a:lnTo>
                <a:lnTo>
                  <a:pt x="186829" y="64007"/>
                </a:lnTo>
                <a:lnTo>
                  <a:pt x="186829" y="61023"/>
                </a:lnTo>
                <a:lnTo>
                  <a:pt x="186829" y="26200"/>
                </a:lnTo>
                <a:lnTo>
                  <a:pt x="186829" y="22428"/>
                </a:lnTo>
                <a:lnTo>
                  <a:pt x="185940" y="19748"/>
                </a:lnTo>
                <a:lnTo>
                  <a:pt x="184150" y="18160"/>
                </a:lnTo>
                <a:lnTo>
                  <a:pt x="182168" y="16382"/>
                </a:lnTo>
                <a:lnTo>
                  <a:pt x="178892" y="15481"/>
                </a:lnTo>
                <a:lnTo>
                  <a:pt x="174332" y="15481"/>
                </a:lnTo>
                <a:lnTo>
                  <a:pt x="8229" y="15481"/>
                </a:lnTo>
                <a:lnTo>
                  <a:pt x="2882" y="15481"/>
                </a:lnTo>
                <a:lnTo>
                  <a:pt x="203" y="12903"/>
                </a:lnTo>
                <a:lnTo>
                  <a:pt x="203" y="7746"/>
                </a:lnTo>
                <a:lnTo>
                  <a:pt x="0" y="2590"/>
                </a:lnTo>
                <a:lnTo>
                  <a:pt x="2679" y="0"/>
                </a:lnTo>
                <a:lnTo>
                  <a:pt x="8229" y="0"/>
                </a:lnTo>
                <a:lnTo>
                  <a:pt x="174917" y="0"/>
                </a:lnTo>
                <a:lnTo>
                  <a:pt x="184048" y="0"/>
                </a:lnTo>
                <a:lnTo>
                  <a:pt x="191300" y="2095"/>
                </a:lnTo>
                <a:lnTo>
                  <a:pt x="196646" y="6261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8" name="bk object 28"/>
          <p:cNvSpPr/>
          <p:nvPr/>
        </p:nvSpPr>
        <p:spPr>
          <a:xfrm>
            <a:off x="2909943" y="1565187"/>
            <a:ext cx="93938" cy="148561"/>
          </a:xfrm>
          <a:custGeom>
            <a:avLst/>
            <a:gdLst/>
            <a:ahLst/>
            <a:cxnLst/>
            <a:rect l="l" t="t" r="r" b="b"/>
            <a:pathLst>
              <a:path w="109854" h="218439">
                <a:moveTo>
                  <a:pt x="96735" y="33045"/>
                </a:moveTo>
                <a:lnTo>
                  <a:pt x="102462" y="48859"/>
                </a:lnTo>
                <a:lnTo>
                  <a:pt x="106554" y="66830"/>
                </a:lnTo>
                <a:lnTo>
                  <a:pt x="109010" y="86959"/>
                </a:lnTo>
                <a:lnTo>
                  <a:pt x="109829" y="109245"/>
                </a:lnTo>
                <a:lnTo>
                  <a:pt x="109010" y="131255"/>
                </a:lnTo>
                <a:lnTo>
                  <a:pt x="102462" y="168911"/>
                </a:lnTo>
                <a:lnTo>
                  <a:pt x="78949" y="209559"/>
                </a:lnTo>
                <a:lnTo>
                  <a:pt x="54762" y="217893"/>
                </a:lnTo>
                <a:lnTo>
                  <a:pt x="41873" y="215810"/>
                </a:lnTo>
                <a:lnTo>
                  <a:pt x="12801" y="184556"/>
                </a:lnTo>
                <a:lnTo>
                  <a:pt x="800" y="131255"/>
                </a:lnTo>
                <a:lnTo>
                  <a:pt x="0" y="109245"/>
                </a:lnTo>
                <a:lnTo>
                  <a:pt x="800" y="86959"/>
                </a:lnTo>
                <a:lnTo>
                  <a:pt x="7200" y="48859"/>
                </a:lnTo>
                <a:lnTo>
                  <a:pt x="30581" y="8264"/>
                </a:lnTo>
                <a:lnTo>
                  <a:pt x="54762" y="0"/>
                </a:lnTo>
                <a:lnTo>
                  <a:pt x="67657" y="2066"/>
                </a:lnTo>
                <a:lnTo>
                  <a:pt x="78949" y="8264"/>
                </a:lnTo>
                <a:lnTo>
                  <a:pt x="88641" y="18591"/>
                </a:lnTo>
                <a:lnTo>
                  <a:pt x="96735" y="3304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9" name="bk object 29"/>
          <p:cNvSpPr/>
          <p:nvPr/>
        </p:nvSpPr>
        <p:spPr>
          <a:xfrm>
            <a:off x="2925212" y="1575517"/>
            <a:ext cx="63530" cy="127832"/>
          </a:xfrm>
          <a:custGeom>
            <a:avLst/>
            <a:gdLst/>
            <a:ahLst/>
            <a:cxnLst/>
            <a:rect l="l" t="t" r="r" b="b"/>
            <a:pathLst>
              <a:path w="74295" h="187960">
                <a:moveTo>
                  <a:pt x="8331" y="28270"/>
                </a:moveTo>
                <a:lnTo>
                  <a:pt x="4688" y="41760"/>
                </a:lnTo>
                <a:lnTo>
                  <a:pt x="2084" y="57219"/>
                </a:lnTo>
                <a:lnTo>
                  <a:pt x="521" y="74650"/>
                </a:lnTo>
                <a:lnTo>
                  <a:pt x="0" y="94056"/>
                </a:lnTo>
                <a:lnTo>
                  <a:pt x="521" y="113196"/>
                </a:lnTo>
                <a:lnTo>
                  <a:pt x="8331" y="159245"/>
                </a:lnTo>
                <a:lnTo>
                  <a:pt x="36906" y="187820"/>
                </a:lnTo>
                <a:lnTo>
                  <a:pt x="45728" y="186034"/>
                </a:lnTo>
                <a:lnTo>
                  <a:pt x="69257" y="145791"/>
                </a:lnTo>
                <a:lnTo>
                  <a:pt x="74117" y="94056"/>
                </a:lnTo>
                <a:lnTo>
                  <a:pt x="73576" y="74542"/>
                </a:lnTo>
                <a:lnTo>
                  <a:pt x="65481" y="28270"/>
                </a:lnTo>
                <a:lnTo>
                  <a:pt x="36906" y="0"/>
                </a:lnTo>
                <a:lnTo>
                  <a:pt x="27976" y="1766"/>
                </a:lnTo>
                <a:lnTo>
                  <a:pt x="20237" y="7067"/>
                </a:lnTo>
                <a:lnTo>
                  <a:pt x="13689" y="15901"/>
                </a:lnTo>
                <a:lnTo>
                  <a:pt x="8331" y="2827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0" name="bk object 30"/>
          <p:cNvSpPr/>
          <p:nvPr/>
        </p:nvSpPr>
        <p:spPr>
          <a:xfrm>
            <a:off x="2991131" y="1559996"/>
            <a:ext cx="57557" cy="169722"/>
          </a:xfrm>
          <a:custGeom>
            <a:avLst/>
            <a:gdLst/>
            <a:ahLst/>
            <a:cxnLst/>
            <a:rect l="l" t="t" r="r" b="b"/>
            <a:pathLst>
              <a:path w="67310" h="249555">
                <a:moveTo>
                  <a:pt x="52095" y="2285"/>
                </a:moveTo>
                <a:lnTo>
                  <a:pt x="53682" y="888"/>
                </a:lnTo>
                <a:lnTo>
                  <a:pt x="55765" y="190"/>
                </a:lnTo>
                <a:lnTo>
                  <a:pt x="58343" y="190"/>
                </a:lnTo>
                <a:lnTo>
                  <a:pt x="60731" y="0"/>
                </a:lnTo>
                <a:lnTo>
                  <a:pt x="62712" y="596"/>
                </a:lnTo>
                <a:lnTo>
                  <a:pt x="64300" y="1981"/>
                </a:lnTo>
                <a:lnTo>
                  <a:pt x="66281" y="3378"/>
                </a:lnTo>
                <a:lnTo>
                  <a:pt x="67271" y="5359"/>
                </a:lnTo>
                <a:lnTo>
                  <a:pt x="67271" y="7937"/>
                </a:lnTo>
                <a:lnTo>
                  <a:pt x="67271" y="239814"/>
                </a:lnTo>
                <a:lnTo>
                  <a:pt x="67271" y="242582"/>
                </a:lnTo>
                <a:lnTo>
                  <a:pt x="66281" y="244868"/>
                </a:lnTo>
                <a:lnTo>
                  <a:pt x="64300" y="246659"/>
                </a:lnTo>
                <a:lnTo>
                  <a:pt x="62712" y="248246"/>
                </a:lnTo>
                <a:lnTo>
                  <a:pt x="60731" y="249034"/>
                </a:lnTo>
                <a:lnTo>
                  <a:pt x="58343" y="249034"/>
                </a:lnTo>
                <a:lnTo>
                  <a:pt x="55765" y="249034"/>
                </a:lnTo>
                <a:lnTo>
                  <a:pt x="53682" y="248246"/>
                </a:lnTo>
                <a:lnTo>
                  <a:pt x="52095" y="246659"/>
                </a:lnTo>
                <a:lnTo>
                  <a:pt x="50304" y="244868"/>
                </a:lnTo>
                <a:lnTo>
                  <a:pt x="49415" y="242582"/>
                </a:lnTo>
                <a:lnTo>
                  <a:pt x="49415" y="239814"/>
                </a:lnTo>
                <a:lnTo>
                  <a:pt x="49415" y="118668"/>
                </a:lnTo>
                <a:lnTo>
                  <a:pt x="9232" y="118668"/>
                </a:lnTo>
                <a:lnTo>
                  <a:pt x="6261" y="118668"/>
                </a:lnTo>
                <a:lnTo>
                  <a:pt x="3975" y="117767"/>
                </a:lnTo>
                <a:lnTo>
                  <a:pt x="2387" y="115989"/>
                </a:lnTo>
                <a:lnTo>
                  <a:pt x="800" y="114604"/>
                </a:lnTo>
                <a:lnTo>
                  <a:pt x="0" y="112915"/>
                </a:lnTo>
                <a:lnTo>
                  <a:pt x="0" y="110921"/>
                </a:lnTo>
                <a:lnTo>
                  <a:pt x="0" y="108737"/>
                </a:lnTo>
                <a:lnTo>
                  <a:pt x="800" y="106959"/>
                </a:lnTo>
                <a:lnTo>
                  <a:pt x="2387" y="105562"/>
                </a:lnTo>
                <a:lnTo>
                  <a:pt x="3975" y="103974"/>
                </a:lnTo>
                <a:lnTo>
                  <a:pt x="6159" y="103187"/>
                </a:lnTo>
                <a:lnTo>
                  <a:pt x="8928" y="103187"/>
                </a:lnTo>
                <a:lnTo>
                  <a:pt x="49415" y="103187"/>
                </a:lnTo>
                <a:lnTo>
                  <a:pt x="49415" y="8534"/>
                </a:lnTo>
                <a:lnTo>
                  <a:pt x="49415" y="5753"/>
                </a:lnTo>
                <a:lnTo>
                  <a:pt x="50304" y="3670"/>
                </a:lnTo>
                <a:lnTo>
                  <a:pt x="52095" y="2285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1" name="bk object 31"/>
          <p:cNvSpPr/>
          <p:nvPr/>
        </p:nvSpPr>
        <p:spPr>
          <a:xfrm>
            <a:off x="3081744" y="1560126"/>
            <a:ext cx="15204" cy="169291"/>
          </a:xfrm>
          <a:custGeom>
            <a:avLst/>
            <a:gdLst/>
            <a:ahLst/>
            <a:cxnLst/>
            <a:rect l="l" t="t" r="r" b="b"/>
            <a:pathLst>
              <a:path w="17779" h="248919">
                <a:moveTo>
                  <a:pt x="14287" y="246468"/>
                </a:moveTo>
                <a:lnTo>
                  <a:pt x="12700" y="248056"/>
                </a:lnTo>
                <a:lnTo>
                  <a:pt x="10820" y="248843"/>
                </a:lnTo>
                <a:lnTo>
                  <a:pt x="8636" y="248843"/>
                </a:lnTo>
                <a:lnTo>
                  <a:pt x="6248" y="248843"/>
                </a:lnTo>
                <a:lnTo>
                  <a:pt x="4267" y="248056"/>
                </a:lnTo>
                <a:lnTo>
                  <a:pt x="2679" y="246468"/>
                </a:lnTo>
                <a:lnTo>
                  <a:pt x="889" y="244678"/>
                </a:lnTo>
                <a:lnTo>
                  <a:pt x="0" y="242404"/>
                </a:lnTo>
                <a:lnTo>
                  <a:pt x="0" y="239623"/>
                </a:lnTo>
                <a:lnTo>
                  <a:pt x="0" y="8331"/>
                </a:lnTo>
                <a:lnTo>
                  <a:pt x="0" y="5753"/>
                </a:lnTo>
                <a:lnTo>
                  <a:pt x="889" y="3670"/>
                </a:lnTo>
                <a:lnTo>
                  <a:pt x="2679" y="2082"/>
                </a:lnTo>
                <a:lnTo>
                  <a:pt x="4267" y="698"/>
                </a:lnTo>
                <a:lnTo>
                  <a:pt x="6248" y="0"/>
                </a:lnTo>
                <a:lnTo>
                  <a:pt x="8636" y="0"/>
                </a:lnTo>
                <a:lnTo>
                  <a:pt x="10820" y="0"/>
                </a:lnTo>
                <a:lnTo>
                  <a:pt x="12700" y="698"/>
                </a:lnTo>
                <a:lnTo>
                  <a:pt x="14287" y="2082"/>
                </a:lnTo>
                <a:lnTo>
                  <a:pt x="16268" y="3479"/>
                </a:lnTo>
                <a:lnTo>
                  <a:pt x="17272" y="5460"/>
                </a:lnTo>
                <a:lnTo>
                  <a:pt x="17272" y="8039"/>
                </a:lnTo>
                <a:lnTo>
                  <a:pt x="17272" y="239623"/>
                </a:lnTo>
                <a:lnTo>
                  <a:pt x="17272" y="242404"/>
                </a:lnTo>
                <a:lnTo>
                  <a:pt x="16268" y="244678"/>
                </a:lnTo>
                <a:lnTo>
                  <a:pt x="14287" y="246468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2" name="bk object 32"/>
          <p:cNvSpPr/>
          <p:nvPr/>
        </p:nvSpPr>
        <p:spPr>
          <a:xfrm>
            <a:off x="3275442" y="1631384"/>
            <a:ext cx="24435" cy="70825"/>
          </a:xfrm>
          <a:custGeom>
            <a:avLst/>
            <a:gdLst/>
            <a:ahLst/>
            <a:cxnLst/>
            <a:rect l="l" t="t" r="r" b="b"/>
            <a:pathLst>
              <a:path w="28575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787" y="99618"/>
                </a:lnTo>
                <a:lnTo>
                  <a:pt x="2374" y="101206"/>
                </a:lnTo>
                <a:lnTo>
                  <a:pt x="3771" y="102793"/>
                </a:lnTo>
                <a:lnTo>
                  <a:pt x="5549" y="103581"/>
                </a:lnTo>
                <a:lnTo>
                  <a:pt x="7734" y="103581"/>
                </a:lnTo>
                <a:lnTo>
                  <a:pt x="18757" y="103581"/>
                </a:lnTo>
                <a:lnTo>
                  <a:pt x="21729" y="103581"/>
                </a:lnTo>
                <a:lnTo>
                  <a:pt x="24003" y="102692"/>
                </a:lnTo>
                <a:lnTo>
                  <a:pt x="25603" y="100901"/>
                </a:lnTo>
                <a:lnTo>
                  <a:pt x="27190" y="99123"/>
                </a:lnTo>
                <a:lnTo>
                  <a:pt x="27978" y="96545"/>
                </a:lnTo>
                <a:lnTo>
                  <a:pt x="27978" y="93167"/>
                </a:lnTo>
                <a:lnTo>
                  <a:pt x="27978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3" name="bk object 33"/>
          <p:cNvSpPr/>
          <p:nvPr/>
        </p:nvSpPr>
        <p:spPr>
          <a:xfrm>
            <a:off x="3260423" y="1564783"/>
            <a:ext cx="54299" cy="147697"/>
          </a:xfrm>
          <a:custGeom>
            <a:avLst/>
            <a:gdLst/>
            <a:ahLst/>
            <a:cxnLst/>
            <a:rect l="l" t="t" r="r" b="b"/>
            <a:pathLst>
              <a:path w="63500" h="217169">
                <a:moveTo>
                  <a:pt x="48221" y="2082"/>
                </a:moveTo>
                <a:lnTo>
                  <a:pt x="49809" y="698"/>
                </a:lnTo>
                <a:lnTo>
                  <a:pt x="51790" y="0"/>
                </a:lnTo>
                <a:lnTo>
                  <a:pt x="54178" y="0"/>
                </a:lnTo>
                <a:lnTo>
                  <a:pt x="56553" y="0"/>
                </a:lnTo>
                <a:lnTo>
                  <a:pt x="58534" y="698"/>
                </a:lnTo>
                <a:lnTo>
                  <a:pt x="60134" y="2082"/>
                </a:lnTo>
                <a:lnTo>
                  <a:pt x="62115" y="3479"/>
                </a:lnTo>
                <a:lnTo>
                  <a:pt x="63106" y="5562"/>
                </a:lnTo>
                <a:lnTo>
                  <a:pt x="63106" y="8331"/>
                </a:lnTo>
                <a:lnTo>
                  <a:pt x="63106" y="195262"/>
                </a:lnTo>
                <a:lnTo>
                  <a:pt x="63106" y="202006"/>
                </a:lnTo>
                <a:lnTo>
                  <a:pt x="60921" y="207276"/>
                </a:lnTo>
                <a:lnTo>
                  <a:pt x="56553" y="211035"/>
                </a:lnTo>
                <a:lnTo>
                  <a:pt x="52387" y="214807"/>
                </a:lnTo>
                <a:lnTo>
                  <a:pt x="46735" y="216700"/>
                </a:lnTo>
                <a:lnTo>
                  <a:pt x="39585" y="216700"/>
                </a:lnTo>
                <a:lnTo>
                  <a:pt x="22034" y="216700"/>
                </a:lnTo>
                <a:lnTo>
                  <a:pt x="15671" y="216700"/>
                </a:lnTo>
                <a:lnTo>
                  <a:pt x="10426" y="214807"/>
                </a:lnTo>
                <a:lnTo>
                  <a:pt x="6248" y="211035"/>
                </a:lnTo>
                <a:lnTo>
                  <a:pt x="2082" y="207073"/>
                </a:lnTo>
                <a:lnTo>
                  <a:pt x="0" y="201917"/>
                </a:lnTo>
                <a:lnTo>
                  <a:pt x="0" y="195554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48" y="304"/>
                </a:lnTo>
                <a:lnTo>
                  <a:pt x="8635" y="304"/>
                </a:lnTo>
                <a:lnTo>
                  <a:pt x="11010" y="304"/>
                </a:lnTo>
                <a:lnTo>
                  <a:pt x="12992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5542" y="82753"/>
                </a:lnTo>
                <a:lnTo>
                  <a:pt x="45542" y="8331"/>
                </a:lnTo>
                <a:lnTo>
                  <a:pt x="45542" y="5562"/>
                </a:lnTo>
                <a:lnTo>
                  <a:pt x="46431" y="3479"/>
                </a:lnTo>
                <a:lnTo>
                  <a:pt x="48221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4" name="bk object 34"/>
          <p:cNvSpPr/>
          <p:nvPr/>
        </p:nvSpPr>
        <p:spPr>
          <a:xfrm>
            <a:off x="3332706" y="1564783"/>
            <a:ext cx="55384" cy="147697"/>
          </a:xfrm>
          <a:custGeom>
            <a:avLst/>
            <a:gdLst/>
            <a:ahLst/>
            <a:cxnLst/>
            <a:rect l="l" t="t" r="r" b="b"/>
            <a:pathLst>
              <a:path w="64770" h="217169">
                <a:moveTo>
                  <a:pt x="49123" y="2082"/>
                </a:moveTo>
                <a:lnTo>
                  <a:pt x="50711" y="698"/>
                </a:lnTo>
                <a:lnTo>
                  <a:pt x="52793" y="0"/>
                </a:lnTo>
                <a:lnTo>
                  <a:pt x="55371" y="0"/>
                </a:lnTo>
                <a:lnTo>
                  <a:pt x="57746" y="0"/>
                </a:lnTo>
                <a:lnTo>
                  <a:pt x="59728" y="698"/>
                </a:lnTo>
                <a:lnTo>
                  <a:pt x="61328" y="2082"/>
                </a:lnTo>
                <a:lnTo>
                  <a:pt x="63309" y="3479"/>
                </a:lnTo>
                <a:lnTo>
                  <a:pt x="64300" y="5562"/>
                </a:lnTo>
                <a:lnTo>
                  <a:pt x="64300" y="8331"/>
                </a:lnTo>
                <a:lnTo>
                  <a:pt x="64300" y="196748"/>
                </a:lnTo>
                <a:lnTo>
                  <a:pt x="64300" y="202514"/>
                </a:lnTo>
                <a:lnTo>
                  <a:pt x="62217" y="207276"/>
                </a:lnTo>
                <a:lnTo>
                  <a:pt x="58051" y="211035"/>
                </a:lnTo>
                <a:lnTo>
                  <a:pt x="54076" y="214807"/>
                </a:lnTo>
                <a:lnTo>
                  <a:pt x="49123" y="216700"/>
                </a:lnTo>
                <a:lnTo>
                  <a:pt x="43167" y="216700"/>
                </a:lnTo>
                <a:lnTo>
                  <a:pt x="21729" y="216700"/>
                </a:lnTo>
                <a:lnTo>
                  <a:pt x="15786" y="216700"/>
                </a:lnTo>
                <a:lnTo>
                  <a:pt x="10718" y="214807"/>
                </a:lnTo>
                <a:lnTo>
                  <a:pt x="6553" y="211035"/>
                </a:lnTo>
                <a:lnTo>
                  <a:pt x="2184" y="207073"/>
                </a:lnTo>
                <a:lnTo>
                  <a:pt x="0" y="202209"/>
                </a:lnTo>
                <a:lnTo>
                  <a:pt x="0" y="196456"/>
                </a:lnTo>
                <a:lnTo>
                  <a:pt x="0" y="9829"/>
                </a:lnTo>
                <a:lnTo>
                  <a:pt x="0" y="6845"/>
                </a:lnTo>
                <a:lnTo>
                  <a:pt x="901" y="4470"/>
                </a:lnTo>
                <a:lnTo>
                  <a:pt x="2679" y="2679"/>
                </a:lnTo>
                <a:lnTo>
                  <a:pt x="4267" y="1092"/>
                </a:lnTo>
                <a:lnTo>
                  <a:pt x="6261" y="304"/>
                </a:lnTo>
                <a:lnTo>
                  <a:pt x="8635" y="304"/>
                </a:lnTo>
                <a:lnTo>
                  <a:pt x="11023" y="304"/>
                </a:lnTo>
                <a:lnTo>
                  <a:pt x="13004" y="990"/>
                </a:lnTo>
                <a:lnTo>
                  <a:pt x="14592" y="2387"/>
                </a:lnTo>
                <a:lnTo>
                  <a:pt x="16573" y="4165"/>
                </a:lnTo>
                <a:lnTo>
                  <a:pt x="17564" y="6553"/>
                </a:lnTo>
                <a:lnTo>
                  <a:pt x="17564" y="9525"/>
                </a:lnTo>
                <a:lnTo>
                  <a:pt x="17564" y="82753"/>
                </a:lnTo>
                <a:lnTo>
                  <a:pt x="46443" y="82753"/>
                </a:lnTo>
                <a:lnTo>
                  <a:pt x="46443" y="8331"/>
                </a:lnTo>
                <a:lnTo>
                  <a:pt x="46443" y="5562"/>
                </a:lnTo>
                <a:lnTo>
                  <a:pt x="47332" y="3479"/>
                </a:lnTo>
                <a:lnTo>
                  <a:pt x="49123" y="208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5" name="bk object 35"/>
          <p:cNvSpPr/>
          <p:nvPr/>
        </p:nvSpPr>
        <p:spPr>
          <a:xfrm>
            <a:off x="3347726" y="1631384"/>
            <a:ext cx="24977" cy="70825"/>
          </a:xfrm>
          <a:custGeom>
            <a:avLst/>
            <a:gdLst/>
            <a:ahLst/>
            <a:cxnLst/>
            <a:rect l="l" t="t" r="r" b="b"/>
            <a:pathLst>
              <a:path w="29210" h="104139">
                <a:moveTo>
                  <a:pt x="0" y="0"/>
                </a:moveTo>
                <a:lnTo>
                  <a:pt x="0" y="94056"/>
                </a:lnTo>
                <a:lnTo>
                  <a:pt x="0" y="97231"/>
                </a:lnTo>
                <a:lnTo>
                  <a:pt x="901" y="99618"/>
                </a:lnTo>
                <a:lnTo>
                  <a:pt x="2679" y="101206"/>
                </a:lnTo>
                <a:lnTo>
                  <a:pt x="4063" y="102793"/>
                </a:lnTo>
                <a:lnTo>
                  <a:pt x="6146" y="103581"/>
                </a:lnTo>
                <a:lnTo>
                  <a:pt x="8928" y="103581"/>
                </a:lnTo>
                <a:lnTo>
                  <a:pt x="18453" y="103581"/>
                </a:lnTo>
                <a:lnTo>
                  <a:pt x="22034" y="103581"/>
                </a:lnTo>
                <a:lnTo>
                  <a:pt x="24612" y="102692"/>
                </a:lnTo>
                <a:lnTo>
                  <a:pt x="26200" y="100901"/>
                </a:lnTo>
                <a:lnTo>
                  <a:pt x="27978" y="99314"/>
                </a:lnTo>
                <a:lnTo>
                  <a:pt x="28879" y="96735"/>
                </a:lnTo>
                <a:lnTo>
                  <a:pt x="28879" y="93167"/>
                </a:lnTo>
                <a:lnTo>
                  <a:pt x="28879" y="0"/>
                </a:lnTo>
                <a:lnTo>
                  <a:pt x="0" y="0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6" name="bk object 36"/>
          <p:cNvSpPr/>
          <p:nvPr/>
        </p:nvSpPr>
        <p:spPr>
          <a:xfrm>
            <a:off x="3414665" y="1560126"/>
            <a:ext cx="49954" cy="169291"/>
          </a:xfrm>
          <a:custGeom>
            <a:avLst/>
            <a:gdLst/>
            <a:ahLst/>
            <a:cxnLst/>
            <a:rect l="l" t="t" r="r" b="b"/>
            <a:pathLst>
              <a:path w="58420" h="248919">
                <a:moveTo>
                  <a:pt x="50012" y="116979"/>
                </a:moveTo>
                <a:lnTo>
                  <a:pt x="55168" y="116979"/>
                </a:lnTo>
                <a:lnTo>
                  <a:pt x="57746" y="119354"/>
                </a:lnTo>
                <a:lnTo>
                  <a:pt x="57746" y="124117"/>
                </a:lnTo>
                <a:lnTo>
                  <a:pt x="57950" y="129082"/>
                </a:lnTo>
                <a:lnTo>
                  <a:pt x="55562" y="131559"/>
                </a:lnTo>
                <a:lnTo>
                  <a:pt x="50609" y="131559"/>
                </a:lnTo>
                <a:lnTo>
                  <a:pt x="17564" y="131559"/>
                </a:lnTo>
                <a:lnTo>
                  <a:pt x="17564" y="240207"/>
                </a:lnTo>
                <a:lnTo>
                  <a:pt x="17564" y="242785"/>
                </a:lnTo>
                <a:lnTo>
                  <a:pt x="16573" y="244868"/>
                </a:lnTo>
                <a:lnTo>
                  <a:pt x="14592" y="246456"/>
                </a:lnTo>
                <a:lnTo>
                  <a:pt x="13004" y="248043"/>
                </a:lnTo>
                <a:lnTo>
                  <a:pt x="11023" y="248843"/>
                </a:lnTo>
                <a:lnTo>
                  <a:pt x="8636" y="248843"/>
                </a:lnTo>
                <a:lnTo>
                  <a:pt x="6261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901" y="244868"/>
                </a:lnTo>
                <a:lnTo>
                  <a:pt x="0" y="242684"/>
                </a:lnTo>
                <a:lnTo>
                  <a:pt x="0" y="239915"/>
                </a:lnTo>
                <a:lnTo>
                  <a:pt x="0" y="8039"/>
                </a:lnTo>
                <a:lnTo>
                  <a:pt x="0" y="5460"/>
                </a:lnTo>
                <a:lnTo>
                  <a:pt x="901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261" y="0"/>
                </a:lnTo>
                <a:lnTo>
                  <a:pt x="8636" y="0"/>
                </a:lnTo>
                <a:lnTo>
                  <a:pt x="11023" y="0"/>
                </a:lnTo>
                <a:lnTo>
                  <a:pt x="13004" y="596"/>
                </a:lnTo>
                <a:lnTo>
                  <a:pt x="14592" y="1790"/>
                </a:lnTo>
                <a:lnTo>
                  <a:pt x="16573" y="3378"/>
                </a:lnTo>
                <a:lnTo>
                  <a:pt x="17564" y="5460"/>
                </a:lnTo>
                <a:lnTo>
                  <a:pt x="17564" y="8039"/>
                </a:lnTo>
                <a:lnTo>
                  <a:pt x="17564" y="116979"/>
                </a:lnTo>
                <a:lnTo>
                  <a:pt x="50012" y="116979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7" name="bk object 37"/>
          <p:cNvSpPr/>
          <p:nvPr/>
        </p:nvSpPr>
        <p:spPr>
          <a:xfrm>
            <a:off x="3601226" y="1566199"/>
            <a:ext cx="143350" cy="149425"/>
          </a:xfrm>
          <a:custGeom>
            <a:avLst/>
            <a:gdLst/>
            <a:ahLst/>
            <a:cxnLst/>
            <a:rect l="l" t="t" r="r" b="b"/>
            <a:pathLst>
              <a:path w="167639" h="219710">
                <a:moveTo>
                  <a:pt x="158648" y="7442"/>
                </a:moveTo>
                <a:lnTo>
                  <a:pt x="158648" y="12598"/>
                </a:lnTo>
                <a:lnTo>
                  <a:pt x="156159" y="15176"/>
                </a:lnTo>
                <a:lnTo>
                  <a:pt x="151206" y="15176"/>
                </a:lnTo>
                <a:lnTo>
                  <a:pt x="92265" y="15176"/>
                </a:lnTo>
                <a:lnTo>
                  <a:pt x="92265" y="63398"/>
                </a:lnTo>
                <a:lnTo>
                  <a:pt x="93494" y="86098"/>
                </a:lnTo>
                <a:lnTo>
                  <a:pt x="103318" y="128370"/>
                </a:lnTo>
                <a:lnTo>
                  <a:pt x="122201" y="165165"/>
                </a:lnTo>
                <a:lnTo>
                  <a:pt x="162217" y="202107"/>
                </a:lnTo>
                <a:lnTo>
                  <a:pt x="164795" y="203504"/>
                </a:lnTo>
                <a:lnTo>
                  <a:pt x="166382" y="205384"/>
                </a:lnTo>
                <a:lnTo>
                  <a:pt x="166979" y="207759"/>
                </a:lnTo>
                <a:lnTo>
                  <a:pt x="167576" y="210146"/>
                </a:lnTo>
                <a:lnTo>
                  <a:pt x="167373" y="212331"/>
                </a:lnTo>
                <a:lnTo>
                  <a:pt x="166382" y="214312"/>
                </a:lnTo>
                <a:lnTo>
                  <a:pt x="165201" y="216496"/>
                </a:lnTo>
                <a:lnTo>
                  <a:pt x="163410" y="217881"/>
                </a:lnTo>
                <a:lnTo>
                  <a:pt x="161023" y="218478"/>
                </a:lnTo>
                <a:lnTo>
                  <a:pt x="158445" y="219278"/>
                </a:lnTo>
                <a:lnTo>
                  <a:pt x="118982" y="188884"/>
                </a:lnTo>
                <a:lnTo>
                  <a:pt x="92195" y="145403"/>
                </a:lnTo>
                <a:lnTo>
                  <a:pt x="83337" y="115189"/>
                </a:lnTo>
                <a:lnTo>
                  <a:pt x="79508" y="130669"/>
                </a:lnTo>
                <a:lnTo>
                  <a:pt x="57746" y="175323"/>
                </a:lnTo>
                <a:lnTo>
                  <a:pt x="24983" y="209976"/>
                </a:lnTo>
                <a:lnTo>
                  <a:pt x="8128" y="218579"/>
                </a:lnTo>
                <a:lnTo>
                  <a:pt x="5956" y="217589"/>
                </a:lnTo>
                <a:lnTo>
                  <a:pt x="3962" y="216801"/>
                </a:lnTo>
                <a:lnTo>
                  <a:pt x="2476" y="215404"/>
                </a:lnTo>
                <a:lnTo>
                  <a:pt x="1485" y="213423"/>
                </a:lnTo>
                <a:lnTo>
                  <a:pt x="292" y="211239"/>
                </a:lnTo>
                <a:lnTo>
                  <a:pt x="5651" y="201510"/>
                </a:lnTo>
                <a:lnTo>
                  <a:pt x="19993" y="192398"/>
                </a:lnTo>
                <a:lnTo>
                  <a:pt x="54762" y="148526"/>
                </a:lnTo>
                <a:lnTo>
                  <a:pt x="69724" y="108124"/>
                </a:lnTo>
                <a:lnTo>
                  <a:pt x="74714" y="63703"/>
                </a:lnTo>
                <a:lnTo>
                  <a:pt x="74714" y="15176"/>
                </a:lnTo>
                <a:lnTo>
                  <a:pt x="15773" y="15176"/>
                </a:lnTo>
                <a:lnTo>
                  <a:pt x="10210" y="15176"/>
                </a:lnTo>
                <a:lnTo>
                  <a:pt x="7531" y="12598"/>
                </a:lnTo>
                <a:lnTo>
                  <a:pt x="7734" y="7442"/>
                </a:lnTo>
                <a:lnTo>
                  <a:pt x="7734" y="2489"/>
                </a:lnTo>
                <a:lnTo>
                  <a:pt x="10515" y="0"/>
                </a:lnTo>
                <a:lnTo>
                  <a:pt x="16065" y="0"/>
                </a:lnTo>
                <a:lnTo>
                  <a:pt x="151206" y="0"/>
                </a:lnTo>
                <a:lnTo>
                  <a:pt x="156159" y="0"/>
                </a:lnTo>
                <a:lnTo>
                  <a:pt x="158648" y="2489"/>
                </a:lnTo>
                <a:lnTo>
                  <a:pt x="158648" y="7442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38" name="bk object 38"/>
          <p:cNvSpPr/>
          <p:nvPr/>
        </p:nvSpPr>
        <p:spPr>
          <a:xfrm>
            <a:off x="3769468" y="1560126"/>
            <a:ext cx="15747" cy="169291"/>
          </a:xfrm>
          <a:custGeom>
            <a:avLst/>
            <a:gdLst/>
            <a:ahLst/>
            <a:cxnLst/>
            <a:rect l="l" t="t" r="r" b="b"/>
            <a:pathLst>
              <a:path w="18414" h="248919">
                <a:moveTo>
                  <a:pt x="14884" y="246456"/>
                </a:moveTo>
                <a:lnTo>
                  <a:pt x="13296" y="248043"/>
                </a:lnTo>
                <a:lnTo>
                  <a:pt x="11315" y="248843"/>
                </a:lnTo>
                <a:lnTo>
                  <a:pt x="8928" y="248843"/>
                </a:lnTo>
                <a:lnTo>
                  <a:pt x="6350" y="248843"/>
                </a:lnTo>
                <a:lnTo>
                  <a:pt x="4267" y="248043"/>
                </a:lnTo>
                <a:lnTo>
                  <a:pt x="2679" y="246456"/>
                </a:lnTo>
                <a:lnTo>
                  <a:pt x="888" y="244678"/>
                </a:lnTo>
                <a:lnTo>
                  <a:pt x="0" y="242392"/>
                </a:lnTo>
                <a:lnTo>
                  <a:pt x="0" y="239610"/>
                </a:lnTo>
                <a:lnTo>
                  <a:pt x="0" y="8039"/>
                </a:lnTo>
                <a:lnTo>
                  <a:pt x="0" y="5460"/>
                </a:lnTo>
                <a:lnTo>
                  <a:pt x="888" y="3378"/>
                </a:lnTo>
                <a:lnTo>
                  <a:pt x="2679" y="1790"/>
                </a:lnTo>
                <a:lnTo>
                  <a:pt x="4267" y="596"/>
                </a:lnTo>
                <a:lnTo>
                  <a:pt x="6350" y="0"/>
                </a:lnTo>
                <a:lnTo>
                  <a:pt x="8928" y="0"/>
                </a:lnTo>
                <a:lnTo>
                  <a:pt x="11315" y="0"/>
                </a:lnTo>
                <a:lnTo>
                  <a:pt x="13296" y="596"/>
                </a:lnTo>
                <a:lnTo>
                  <a:pt x="14884" y="1790"/>
                </a:lnTo>
                <a:lnTo>
                  <a:pt x="16865" y="3378"/>
                </a:lnTo>
                <a:lnTo>
                  <a:pt x="17856" y="5460"/>
                </a:lnTo>
                <a:lnTo>
                  <a:pt x="17856" y="8039"/>
                </a:lnTo>
                <a:lnTo>
                  <a:pt x="17856" y="239610"/>
                </a:lnTo>
                <a:lnTo>
                  <a:pt x="17856" y="242392"/>
                </a:lnTo>
                <a:lnTo>
                  <a:pt x="16865" y="244678"/>
                </a:lnTo>
                <a:lnTo>
                  <a:pt x="14884" y="246456"/>
                </a:lnTo>
                <a:close/>
              </a:path>
            </a:pathLst>
          </a:custGeom>
          <a:ln w="731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27661" y="1511748"/>
            <a:ext cx="7488676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0" i="0">
                <a:solidFill>
                  <a:schemeClr val="tx1"/>
                </a:solidFill>
                <a:latin typeface="Gulim"/>
                <a:cs typeface="Gulim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1"/>
            <a:ext cx="640080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384721"/>
          </a:xfrm>
        </p:spPr>
        <p:txBody>
          <a:bodyPr lIns="0" tIns="0" rIns="0" bIns="0"/>
          <a:lstStyle>
            <a:lvl1pPr>
              <a:defRPr sz="25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6"/>
            <a:ext cx="397764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1" y="8"/>
            <a:ext cx="9139167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07777"/>
          </a:xfrm>
        </p:spPr>
        <p:txBody>
          <a:bodyPr lIns="0" tIns="0" rIns="0" bIns="0"/>
          <a:lstStyle>
            <a:lvl1pPr>
              <a:defRPr sz="20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8"/>
            <a:ext cx="9142914" cy="5141772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0" y="7559992"/>
                </a:moveTo>
                <a:lnTo>
                  <a:pt x="10692003" y="7559992"/>
                </a:lnTo>
                <a:lnTo>
                  <a:pt x="10692003" y="0"/>
                </a:lnTo>
                <a:lnTo>
                  <a:pt x="0" y="0"/>
                </a:lnTo>
                <a:lnTo>
                  <a:pt x="0" y="7559992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dirty="0">
              <a:solidFill>
                <a:prstClr val="black"/>
              </a:solidFill>
            </a:endParaRPr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9898E7-6803-442A-B25E-9443EE4D21A3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altLang="ko-K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4.xml"/><Relationship Id="rId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slideLayout" Target="../slideLayouts/slideLayout40.xml"/><Relationship Id="rId5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2.xml"/><Relationship Id="rId7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5.xml"/><Relationship Id="rId4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7.xml"/><Relationship Id="rId6" Type="http://schemas.openxmlformats.org/officeDocument/2006/relationships/slideLayout" Target="../slideLayouts/slideLayout48.xml"/><Relationship Id="rId7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slideLayout" Target="../slideLayouts/slideLayout56.xml"/><Relationship Id="rId3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0.xml"/><Relationship Id="rId7" Type="http://schemas.openxmlformats.org/officeDocument/2006/relationships/theme" Target="../theme/theme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pPr/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  <p:sldLayoutId id="2147483722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6454" y="534078"/>
            <a:ext cx="7311095" cy="3847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1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6453" y="1269811"/>
            <a:ext cx="6944336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31F20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4"/>
            <a:ext cx="292608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pPr/>
              <a:t>7/16/2026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4"/>
            <a:ext cx="2103120" cy="2154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57779">
        <a:defRPr>
          <a:latin typeface="+mn-lt"/>
          <a:ea typeface="+mn-ea"/>
          <a:cs typeface="+mn-cs"/>
        </a:defRPr>
      </a:lvl2pPr>
      <a:lvl3pPr marL="715558">
        <a:defRPr>
          <a:latin typeface="+mn-lt"/>
          <a:ea typeface="+mn-ea"/>
          <a:cs typeface="+mn-cs"/>
        </a:defRPr>
      </a:lvl3pPr>
      <a:lvl4pPr marL="1073337">
        <a:defRPr>
          <a:latin typeface="+mn-lt"/>
          <a:ea typeface="+mn-ea"/>
          <a:cs typeface="+mn-cs"/>
        </a:defRPr>
      </a:lvl4pPr>
      <a:lvl5pPr marL="1431116">
        <a:defRPr>
          <a:latin typeface="+mn-lt"/>
          <a:ea typeface="+mn-ea"/>
          <a:cs typeface="+mn-cs"/>
        </a:defRPr>
      </a:lvl5pPr>
      <a:lvl6pPr marL="1788895">
        <a:defRPr>
          <a:latin typeface="+mn-lt"/>
          <a:ea typeface="+mn-ea"/>
          <a:cs typeface="+mn-cs"/>
        </a:defRPr>
      </a:lvl6pPr>
      <a:lvl7pPr marL="2146673">
        <a:defRPr>
          <a:latin typeface="+mn-lt"/>
          <a:ea typeface="+mn-ea"/>
          <a:cs typeface="+mn-cs"/>
        </a:defRPr>
      </a:lvl7pPr>
      <a:lvl8pPr marL="2504453">
        <a:defRPr>
          <a:latin typeface="+mn-lt"/>
          <a:ea typeface="+mn-ea"/>
          <a:cs typeface="+mn-cs"/>
        </a:defRPr>
      </a:lvl8pPr>
      <a:lvl9pPr marL="2862232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eg"/><Relationship Id="rId4" Type="http://schemas.openxmlformats.org/officeDocument/2006/relationships/image" Target="../media/image6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jpeg"/></Relationships>
</file>

<file path=ppt/slides/_rels/slide1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11.png"/><Relationship Id="rId4" Type="http://schemas.openxmlformats.org/officeDocument/2006/relationships/image" Target="../media/image5013.png"/><Relationship Id="rId5" Type="http://schemas.openxmlformats.org/officeDocument/2006/relationships/image" Target="../media/image50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7.png"/><Relationship Id="rId4" Type="http://schemas.openxmlformats.org/officeDocument/2006/relationships/image" Target="../media/image5009.png"/><Relationship Id="rId5" Type="http://schemas.openxmlformats.org/officeDocument/2006/relationships/image" Target="../media/image50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.jpe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0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0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21.png"/><Relationship Id="rId4" Type="http://schemas.openxmlformats.org/officeDocument/2006/relationships/image" Target="../media/image502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18.png"/><Relationship Id="rId4" Type="http://schemas.openxmlformats.org/officeDocument/2006/relationships/image" Target="../media/image5020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15.png"/><Relationship Id="rId4" Type="http://schemas.openxmlformats.org/officeDocument/2006/relationships/image" Target="../media/image5017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44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45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46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7.jpe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8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49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50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5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5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4.jpe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55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56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0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43.png"/><Relationship Id="rId3" Type="http://schemas.openxmlformats.org/officeDocument/2006/relationships/image" Target="../media/image5044.png"/><Relationship Id="rId4" Type="http://schemas.openxmlformats.org/officeDocument/2006/relationships/image" Target="../media/image5045.png"/><Relationship Id="rId5" Type="http://schemas.openxmlformats.org/officeDocument/2006/relationships/image" Target="../media/image5046.png"/><Relationship Id="rId6" Type="http://schemas.openxmlformats.org/officeDocument/2006/relationships/image" Target="../media/image5047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38.png"/><Relationship Id="rId3" Type="http://schemas.openxmlformats.org/officeDocument/2006/relationships/image" Target="../media/image5039.png"/><Relationship Id="rId4" Type="http://schemas.openxmlformats.org/officeDocument/2006/relationships/image" Target="../media/image5040.png"/><Relationship Id="rId5" Type="http://schemas.openxmlformats.org/officeDocument/2006/relationships/image" Target="../media/image5041.png"/><Relationship Id="rId6" Type="http://schemas.openxmlformats.org/officeDocument/2006/relationships/image" Target="../media/image5042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33.png"/><Relationship Id="rId3" Type="http://schemas.openxmlformats.org/officeDocument/2006/relationships/image" Target="../media/image5034.png"/><Relationship Id="rId4" Type="http://schemas.openxmlformats.org/officeDocument/2006/relationships/image" Target="../media/image5035.png"/><Relationship Id="rId5" Type="http://schemas.openxmlformats.org/officeDocument/2006/relationships/image" Target="../media/image5036.png"/><Relationship Id="rId6" Type="http://schemas.openxmlformats.org/officeDocument/2006/relationships/image" Target="../media/image503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30.png"/><Relationship Id="rId3" Type="http://schemas.openxmlformats.org/officeDocument/2006/relationships/image" Target="../media/image5031.png"/><Relationship Id="rId4" Type="http://schemas.openxmlformats.org/officeDocument/2006/relationships/image" Target="../media/image5032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27.png"/><Relationship Id="rId3" Type="http://schemas.openxmlformats.org/officeDocument/2006/relationships/image" Target="../media/image5028.png"/><Relationship Id="rId4" Type="http://schemas.openxmlformats.org/officeDocument/2006/relationships/image" Target="../media/image5029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24.png"/><Relationship Id="rId3" Type="http://schemas.openxmlformats.org/officeDocument/2006/relationships/image" Target="../media/image5025.png"/><Relationship Id="rId4" Type="http://schemas.openxmlformats.org/officeDocument/2006/relationships/image" Target="../media/image502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57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54.png"/><Relationship Id="rId4" Type="http://schemas.openxmlformats.org/officeDocument/2006/relationships/image" Target="../media/image5056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51.png"/><Relationship Id="rId4" Type="http://schemas.openxmlformats.org/officeDocument/2006/relationships/image" Target="../media/image5053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48.png"/><Relationship Id="rId4" Type="http://schemas.openxmlformats.org/officeDocument/2006/relationships/image" Target="../media/image5050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5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59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61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63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3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4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5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001.png"/><Relationship Id="rId3" Type="http://schemas.openxmlformats.org/officeDocument/2006/relationships/image" Target="../media/image500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="" xmlns:a16="http://schemas.microsoft.com/office/drawing/2014/main" id="{F19F41DA-9D7A-44CA-BD26-200FDF2D6D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36"/>
            <a:ext cx="9174600" cy="5141564"/>
          </a:xfrm>
          <a:prstGeom prst="rect">
            <a:avLst/>
          </a:prstGeom>
        </p:spPr>
      </p:pic>
      <p:sp>
        <p:nvSpPr>
          <p:cNvPr id="6" name="object 4"/>
          <p:cNvSpPr txBox="1"/>
          <p:nvPr/>
        </p:nvSpPr>
        <p:spPr>
          <a:xfrm>
            <a:off x="1970139" y="483518"/>
            <a:ext cx="6130253" cy="69249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algn="ctr"/>
            <a:r>
              <a:rPr sz="2700" b="1" spc="120" dirty="0">
                <a:latin typeface="Arial Black" panose="020B0A04020102020204" pitchFamily="34" charset="0"/>
                <a:ea typeface="나눔고딕" pitchFamily="50" charset="-127"/>
                <a:cs typeface="Malgun Gothic"/>
              </a:rPr>
              <a:t>브로큰 베이 교구 한인 천주교회</a:t>
            </a:r>
            <a:endParaRPr lang="en-US" sz="2700" b="1" spc="120" dirty="0">
              <a:latin typeface="Arial Black" panose="020B0A04020102020204" pitchFamily="34" charset="0"/>
              <a:ea typeface="나눔고딕" pitchFamily="50" charset="-127"/>
              <a:cs typeface="Malgun Gothic"/>
            </a:endParaRPr>
          </a:p>
          <a:p>
            <a:pPr marL="9784" algn="ctr"/>
            <a:r>
              <a:rPr sz="1800" dirty="0">
                <a:solidFill>
                  <a:srgbClr val="231F20"/>
                </a:solidFill>
                <a:latin typeface="Gill Sans MT"/>
                <a:cs typeface="Gill Sans MT"/>
              </a:rPr>
              <a:t>KOREAN </a:t>
            </a:r>
            <a:r>
              <a:rPr lang="en-AU" sz="1800" dirty="0">
                <a:solidFill>
                  <a:srgbClr val="231F20"/>
                </a:solidFill>
                <a:latin typeface="Gill Sans MT"/>
                <a:cs typeface="Gill Sans MT"/>
              </a:rPr>
              <a:t>CATHOLIC COMMUNITY BROKEN BAY</a:t>
            </a:r>
            <a:endParaRPr sz="1800" dirty="0">
              <a:latin typeface="Gill Sans MT"/>
              <a:cs typeface="Gill Sans MT"/>
            </a:endParaRPr>
          </a:p>
        </p:txBody>
      </p:sp>
      <p:pic>
        <p:nvPicPr>
          <p:cNvPr id="7" name="Picture 12" descr="broken-bay_logo.jpg"/>
          <p:cNvPicPr>
            <a:picLocks noChangeAspect="1"/>
          </p:cNvPicPr>
          <p:nvPr/>
        </p:nvPicPr>
        <p:blipFill>
          <a:blip r:embed="rId4" cstate="print">
            <a:clrChange>
              <a:clrFrom>
                <a:srgbClr val="FDFFFF"/>
              </a:clrFrom>
              <a:clrTo>
                <a:srgbClr val="FD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538091" y="513766"/>
            <a:ext cx="936104" cy="646860"/>
          </a:xfrm>
          <a:prstGeom prst="rect">
            <a:avLst/>
          </a:prstGeom>
        </p:spPr>
      </p:pic>
      <p:sp>
        <p:nvSpPr>
          <p:cNvPr id="9" name="object 5"/>
          <p:cNvSpPr txBox="1"/>
          <p:nvPr/>
        </p:nvSpPr>
        <p:spPr>
          <a:xfrm>
            <a:off x="-36512" y="3834419"/>
            <a:ext cx="9174600" cy="820626"/>
          </a:xfrm>
          <a:prstGeom prst="rect">
            <a:avLst/>
          </a:prstGeom>
          <a:ln w="12700">
            <a:noFill/>
          </a:ln>
        </p:spPr>
        <p:txBody>
          <a:bodyPr vert="horz" wrap="square" lIns="0" tIns="4970" rIns="0" bIns="0" rtlCol="0">
            <a:spAutoFit/>
          </a:bodyPr>
          <a:lstStyle/>
          <a:p>
            <a:pPr marL="684748" marR="678786" indent="74041" algn="ctr">
              <a:spcAft>
                <a:spcPts val="1200"/>
              </a:spcAft>
            </a:pPr>
            <a:r>
              <a:rPr sz="2100" b="1" spc="100" dirty="0">
                <a:latin typeface="궁서" pitchFamily="18" charset="-127"/>
                <a:ea typeface="궁서" pitchFamily="18" charset="-127"/>
                <a:cs typeface="Malgun Gothic"/>
              </a:rPr>
              <a:t>2026년 7월 26일</a:t>
            </a:r>
            <a:endParaRPr lang="en-US" altLang="ko-KR" sz="2100" b="1" spc="100" dirty="0">
              <a:latin typeface="궁서" pitchFamily="18" charset="-127"/>
              <a:ea typeface="궁서" pitchFamily="18" charset="-127"/>
              <a:cs typeface="Malgun Gothic"/>
            </a:endParaRPr>
          </a:p>
          <a:p>
            <a:pPr marL="684748" marR="678786" indent="74041" algn="ctr">
              <a:spcAft>
                <a:spcPts val="1200"/>
              </a:spcAft>
            </a:pPr>
            <a:r>
              <a:rPr lang="ko-KR" altLang="en-US" sz="2200" b="1" spc="500" dirty="0">
                <a:latin typeface="궁서" pitchFamily="18" charset="-127"/>
                <a:ea typeface="궁서" pitchFamily="18" charset="-127"/>
              </a:rPr>
              <a:t>연중 제17주일</a:t>
            </a:r>
            <a:endParaRPr lang="en-US" sz="2200" b="1" spc="500" dirty="0">
              <a:latin typeface="궁서" pitchFamily="18" charset="-127"/>
              <a:ea typeface="궁서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534335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picture containing text, person&#10;&#10;Description automatically generated">
            <a:extLst>
              <a:ext uri="{FF2B5EF4-FFF2-40B4-BE49-F238E27FC236}">
                <a16:creationId xmlns="" xmlns:a16="http://schemas.microsoft.com/office/drawing/2014/main" id="{7D4E1BCB-F911-DE45-907D-563FF822D1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0"/>
            <a:ext cx="4752528" cy="51435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2F3E10A6-6B6A-4F85-95A6-0533E280E83D}"/>
              </a:ext>
            </a:extLst>
          </p:cNvPr>
          <p:cNvSpPr/>
          <p:nvPr/>
        </p:nvSpPr>
        <p:spPr>
          <a:xfrm>
            <a:off x="395536" y="1419622"/>
            <a:ext cx="4608512" cy="216024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000" b="1" i="0" u="none" strike="noStrike" kern="1200" cap="none" spc="500" normalizeH="0" baseline="0" noProof="0" dirty="0">
                <a:ln>
                  <a:noFill/>
                </a:ln>
                <a:solidFill>
                  <a:srgbClr val="FEFA98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미사전</a:t>
            </a:r>
            <a:endParaRPr kumimoji="0" lang="en-AU" altLang="ko-KR" sz="5000" b="1" i="0" u="none" strike="noStrike" kern="1200" cap="none" spc="500" normalizeH="0" baseline="0" noProof="0" dirty="0">
              <a:ln>
                <a:noFill/>
              </a:ln>
              <a:solidFill>
                <a:srgbClr val="FEFA98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altLang="ko-KR" sz="1000" b="1" i="0" u="none" strike="noStrike" kern="1200" cap="none" spc="500" normalizeH="0" baseline="0" noProof="0" dirty="0">
              <a:ln>
                <a:noFill/>
              </a:ln>
              <a:solidFill>
                <a:srgbClr val="FEFA98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6000" b="1" i="0" u="none" strike="noStrike" kern="1200" cap="none" spc="500" normalizeH="0" baseline="0" noProof="0" dirty="0">
                <a:ln>
                  <a:noFill/>
                </a:ln>
                <a:solidFill>
                  <a:srgbClr val="FEFA98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묵주기도</a:t>
            </a:r>
            <a:r>
              <a:rPr kumimoji="0" lang="en-US" altLang="ko-KR" sz="5400" b="1" i="0" u="none" strike="noStrike" kern="1200" cap="none" spc="5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600" b="1" i="0" u="none" strike="noStrike" kern="1200" cap="none" spc="5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</a:t>
            </a:r>
            <a:endParaRPr kumimoji="0" lang="en-US" sz="2600" b="1" i="0" u="none" strike="noStrike" kern="1200" cap="none" spc="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324163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4392489" y="-13280"/>
            <a:ext cx="42839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환희의 신비</a:t>
            </a:r>
            <a:endParaRPr kumimoji="0" lang="en-US" sz="4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355976" y="829896"/>
            <a:ext cx="4680520" cy="3902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예수님을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잉태하심을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엘리사벳을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찾아보심을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예수님을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낳으심을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예수님을 성전에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바치심을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8163" marR="0" lvl="0" indent="-5381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마리아께서 잃으셨던 예수님을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성전에서 찾으심을 묵상합시다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0" name="Picture 9" descr="A picture containing person, dancer, sport, dressed&#10;&#10;Description automatically generated">
            <a:extLst>
              <a:ext uri="{FF2B5EF4-FFF2-40B4-BE49-F238E27FC236}">
                <a16:creationId xmlns="" xmlns:a16="http://schemas.microsoft.com/office/drawing/2014/main" id="{78B578FA-CCBC-5E44-A311-B8617A0496A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5" y="-13280"/>
            <a:ext cx="4061379" cy="51567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ECE63323-FF19-498F-B949-3B682D0151C8}"/>
              </a:ext>
            </a:extLst>
          </p:cNvPr>
          <p:cNvSpPr txBox="1"/>
          <p:nvPr/>
        </p:nvSpPr>
        <p:spPr>
          <a:xfrm>
            <a:off x="6228184" y="4803998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87234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4211960" y="20882"/>
            <a:ext cx="4536504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빛의 신비</a:t>
            </a:r>
            <a:endParaRPr kumimoji="0" lang="en-US" sz="4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427984" y="843558"/>
            <a:ext cx="4609315" cy="3902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세례받으심을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-10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카나에서 첫 기적을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행하심을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하느님 나라를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선포하심을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거룩하게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변모하심을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성체성사를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세우심을 묵상합시다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6" name="Picture 5" descr="A picture containing text, posing, altar, decorated&#10;&#10;Description automatically generated">
            <a:extLst>
              <a:ext uri="{FF2B5EF4-FFF2-40B4-BE49-F238E27FC236}">
                <a16:creationId xmlns="" xmlns:a16="http://schemas.microsoft.com/office/drawing/2014/main" id="{1091DED7-0B2F-E74A-BCD0-0563CEB4550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512" y="0"/>
            <a:ext cx="4176464" cy="51848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0C9E256A-83A1-4576-AB18-425E9BFE02BC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126427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788024" y="339502"/>
            <a:ext cx="4320480" cy="4290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피땀 흘리심을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매맞으심을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가시관 쓰심을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십자가 지심을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우리를 위하여 </a:t>
            </a:r>
            <a:r>
              <a:rPr kumimoji="0" lang="ko-KR" altLang="en-US" sz="2200" b="1" i="0" u="none" strike="noStrike" kern="1200" cap="none" spc="-10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십자가에 못박혀 돌아가심을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216025" y="2859782"/>
            <a:ext cx="42839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고통의 신비</a:t>
            </a:r>
            <a:endParaRPr kumimoji="0" lang="en-US" sz="45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496428" cy="271500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30566D66-75C5-4BA7-82C6-DFA22A4E78D7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174482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9335F85-DE4A-0E42-9FC3-4D1A9EBCD5EC}"/>
              </a:ext>
            </a:extLst>
          </p:cNvPr>
          <p:cNvSpPr txBox="1"/>
          <p:nvPr/>
        </p:nvSpPr>
        <p:spPr>
          <a:xfrm>
            <a:off x="4499992" y="20882"/>
            <a:ext cx="428396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30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영광의 신비</a:t>
            </a:r>
            <a:endParaRPr kumimoji="0" lang="en-US" sz="4500" b="0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1719488E-CDB6-9946-8A8E-5BC7FE14F03F}"/>
              </a:ext>
            </a:extLst>
          </p:cNvPr>
          <p:cNvSpPr txBox="1"/>
          <p:nvPr/>
        </p:nvSpPr>
        <p:spPr>
          <a:xfrm>
            <a:off x="4355976" y="843558"/>
            <a:ext cx="4788024" cy="3902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부활하심을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승천하심을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3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성령을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보내심을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4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마리아를 하늘에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불러올리심을 묵상합시다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7063" marR="0" lvl="0" indent="-627063" algn="l" defTabSz="715558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5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99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단 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예수님께서 마리아께 천상 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2200" b="1" i="0" u="none" strike="noStrike" kern="1200" cap="none" spc="-15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모후의 관을 씌우심을 묵상합시다</a:t>
            </a:r>
            <a:endParaRPr kumimoji="0" lang="en-US" sz="2200" b="0" i="0" u="none" strike="noStrike" kern="1200" cap="none" spc="-150" normalizeH="0" baseline="0" noProof="0" dirty="0">
              <a:ln>
                <a:noFill/>
              </a:ln>
              <a:solidFill>
                <a:srgbClr val="FFFFC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" name="Picture 2" descr="A picture containing text, indoor, altar, old&#10;&#10;Description automatically generated">
            <a:extLst>
              <a:ext uri="{FF2B5EF4-FFF2-40B4-BE49-F238E27FC236}">
                <a16:creationId xmlns="" xmlns:a16="http://schemas.microsoft.com/office/drawing/2014/main" id="{64644F55-96BE-524B-9190-8448A5CC817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861" y="-14524"/>
            <a:ext cx="4210805" cy="51580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BFD34390-0E41-49D0-A17C-99206DEA0F4C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6520607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660232" y="51470"/>
            <a:ext cx="2448272" cy="4154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algn="ctr"/>
            <a:r>
              <a:rPr lang="ko-KR" altLang="en-US" sz="2700" b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성모 찬송</a:t>
            </a:r>
            <a:endParaRPr sz="2700" b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6" name="직사각형 2"/>
          <p:cNvSpPr/>
          <p:nvPr/>
        </p:nvSpPr>
        <p:spPr>
          <a:xfrm>
            <a:off x="683568" y="267494"/>
            <a:ext cx="8208912" cy="4694516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marL="628650" marR="0" lvl="0" indent="-628650" algn="l" defTabSz="715558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 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모후이시며 사랑이 넘친 어머니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우리의 생명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기쁨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희망이시여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</a:p>
          <a:p>
            <a:pPr marL="628650" marR="0" lvl="0" indent="-628650" algn="l" defTabSz="715558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당신 우러러 하와의 그 자손들이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눈물을 흘리며 부르짖나이다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슬픔의 골짜기에서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8650" marR="0" lvl="0" indent="-628650" algn="l" defTabSz="715558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 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우리들의 보호자 성모님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불쌍한 저희를 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인자로운 눈으로 굽어보소서</a:t>
            </a:r>
            <a:r>
              <a:rPr kumimoji="0" lang="en-AU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0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F6DD40AD-2302-4806-8697-6499DFD8F740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34122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2"/>
          <p:cNvSpPr/>
          <p:nvPr/>
        </p:nvSpPr>
        <p:spPr>
          <a:xfrm>
            <a:off x="539552" y="411510"/>
            <a:ext cx="8280920" cy="4330762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marL="628650" marR="0" lvl="0" indent="-62865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귀양살이 끝날 때에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당신의 아들 우리 주 예수님 뵙게 하소서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너그러우시고 자애로우시며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!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아름다우신 동정 마리아님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</a:p>
          <a:p>
            <a:pPr marL="628650" marR="0" lvl="0" indent="-62865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○ 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천주의 성모님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저희를 위하여 빌어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주시어</a:t>
            </a:r>
            <a:endParaRPr kumimoji="0" lang="en-US" altLang="ko-KR" sz="30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628650" marR="0" lvl="0" indent="-628650" algn="l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●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그리스도께서 약속하신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영원한 생명을 얻게 하소서</a:t>
            </a:r>
            <a:r>
              <a:rPr kumimoji="0" lang="en-AU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1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6660232" y="51470"/>
            <a:ext cx="2448272" cy="4154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algn="ctr"/>
            <a:r>
              <a:rPr lang="ko-KR" altLang="en-US" sz="2700" b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성모 찬송</a:t>
            </a:r>
            <a:endParaRPr sz="2700" b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A7E1C11F-7321-415A-B616-8FB7C31B70D3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4186138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2"/>
          <p:cNvSpPr/>
          <p:nvPr/>
        </p:nvSpPr>
        <p:spPr>
          <a:xfrm>
            <a:off x="539552" y="51470"/>
            <a:ext cx="8424936" cy="5024798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marL="539750" marR="0" lvl="0" indent="-53975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† </a:t>
            </a:r>
            <a:r>
              <a:rPr kumimoji="0" lang="ko-KR" altLang="en-US" sz="3000" b="1" i="0" u="none" strike="noStrike" kern="1200" cap="none" spc="10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기도합시다</a:t>
            </a:r>
            <a:endParaRPr kumimoji="0" lang="en-US" altLang="ko-KR" sz="30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90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539750" marR="0" lvl="0" indent="-53975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하느님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외아드님께서 삶과 죽음과 부활로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저희에게 영원한 구원을 마련해 주셨나이다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복되신 동정 마리아와 함께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이 신비를 묵상하며 묵주 기도를 바치오니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저희가 그 가르침을 따라 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영원한 생명을 얻게 하소서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 </a:t>
            </a:r>
            <a:b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우리 주 그리스도를 통하여 비나이다</a:t>
            </a:r>
            <a:r>
              <a:rPr kumimoji="0" lang="en-US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</a:p>
          <a:p>
            <a:pPr marL="539750" marR="0" lvl="0" indent="-53975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9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 </a:t>
            </a:r>
            <a:r>
              <a:rPr kumimoji="0" lang="ko-KR" altLang="en-US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아 멘</a:t>
            </a:r>
            <a:r>
              <a:rPr kumimoji="0" lang="en-AU" altLang="ko-KR" sz="31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.</a:t>
            </a:r>
            <a:endParaRPr kumimoji="0" lang="en-US" altLang="ko-KR" sz="3100" b="1" i="0" u="none" strike="noStrike" kern="1200" cap="none" spc="0" normalizeH="0" baseline="0" noProof="0" dirty="0">
              <a:ln>
                <a:noFill/>
              </a:ln>
              <a:solidFill>
                <a:srgbClr val="EEECE1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6660232" y="51470"/>
            <a:ext cx="2448272" cy="4154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algn="ctr"/>
            <a:r>
              <a:rPr lang="ko-KR" altLang="en-US" sz="2700" b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성모 찬송</a:t>
            </a:r>
            <a:endParaRPr sz="2700" b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70EBFF76-89BB-4B25-8B45-9C3EB5963001}"/>
              </a:ext>
            </a:extLst>
          </p:cNvPr>
          <p:cNvSpPr txBox="1"/>
          <p:nvPr/>
        </p:nvSpPr>
        <p:spPr>
          <a:xfrm>
            <a:off x="6228184" y="4825685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032287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660436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3"/>
          <p:cNvSpPr txBox="1"/>
          <p:nvPr/>
        </p:nvSpPr>
        <p:spPr>
          <a:xfrm>
            <a:off x="2699792" y="1084177"/>
            <a:ext cx="5760640" cy="233185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미사가 시작되오니</a:t>
            </a:r>
            <a:r>
              <a:rPr lang="en-AU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</a:t>
            </a: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핸드폰 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설정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을</a:t>
            </a:r>
            <a:endParaRPr lang="en-AU" sz="3200" b="1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  <a:p>
            <a:pPr algn="ctr">
              <a:lnSpc>
                <a:spcPct val="150000"/>
              </a:lnSpc>
              <a:spcAft>
                <a:spcPts val="924"/>
              </a:spcAft>
            </a:pP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확인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하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시</a:t>
            </a:r>
            <a:r>
              <a:rPr lang="ko-KR" altLang="en-US"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기</a:t>
            </a:r>
            <a:r>
              <a:rPr sz="3200" b="1" spc="154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Malgun Gothic"/>
              </a:rPr>
              <a:t> 바랍니다</a:t>
            </a:r>
            <a:endParaRPr sz="3200" spc="154" dirty="0">
              <a:solidFill>
                <a:schemeClr val="bg1"/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pic>
        <p:nvPicPr>
          <p:cNvPr id="3" name="Picture 2" descr="See the source image">
            <a:extLst>
              <a:ext uri="{FF2B5EF4-FFF2-40B4-BE49-F238E27FC236}">
                <a16:creationId xmlns="" xmlns:a16="http://schemas.microsoft.com/office/drawing/2014/main" id="{233D9B60-48F6-4C8E-B527-60E426E725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l="9293" t="1400" r="6384" b="10800"/>
          <a:stretch/>
        </p:blipFill>
        <p:spPr bwMode="auto">
          <a:xfrm>
            <a:off x="755576" y="627534"/>
            <a:ext cx="1862270" cy="2088232"/>
          </a:xfrm>
          <a:prstGeom prst="rect">
            <a:avLst/>
          </a:prstGeom>
          <a:noFill/>
          <a:effectLst>
            <a:reflection blurRad="6350" stA="50000" endA="300" endPos="90000" dir="5400000" sy="-100000" algn="bl" rotWithShape="0"/>
            <a:softEdge rad="127000"/>
          </a:effectLst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="" xmlns:p14="http://schemas.microsoft.com/office/powerpoint/2010/main" val="3388858112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79512" y="699542"/>
            <a:ext cx="8784976" cy="42657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12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지극히 어지신 구세주 예수님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,</a:t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 앞에 꿇어 경배하오니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저희를 굽어살피소서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>
              <a:lnSpc>
                <a:spcPct val="120000"/>
              </a:lnSpc>
              <a:spcAft>
                <a:spcPts val="2100"/>
              </a:spcAft>
              <a:tabLst>
                <a:tab pos="719138" algn="l"/>
              </a:tabLst>
              <a:defRPr/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en-US" altLang="ko-KR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저희는 이미 주님의 백성이오니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언제나 주님과 함께 살아가기를 바라나이다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주님과 하나 되고자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오늘 저희를 주님의 성심께 봉헌하나이다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  <p:sp>
        <p:nvSpPr>
          <p:cNvPr id="3" name="object 3"/>
          <p:cNvSpPr txBox="1">
            <a:spLocks/>
          </p:cNvSpPr>
          <p:nvPr/>
        </p:nvSpPr>
        <p:spPr>
          <a:xfrm>
            <a:off x="827584" y="93861"/>
            <a:ext cx="7488832" cy="4616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9938" defTabSz="914400">
              <a:defRPr/>
            </a:pPr>
            <a:r>
              <a:rPr lang="ko-KR" altLang="en-US" sz="3000" kern="0" spc="77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예수 성심께 천하 만민을 바치는 기도</a:t>
            </a:r>
            <a:endParaRPr lang="ko-KR" altLang="en-US" sz="3000" kern="0" spc="78" dirty="0">
              <a:solidFill>
                <a:srgbClr val="FFC000"/>
              </a:solidFill>
              <a:latin typeface="궁서" pitchFamily="18" charset="-127"/>
              <a:ea typeface="궁서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7933150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8"/>
          <p:cNvSpPr/>
          <p:nvPr/>
        </p:nvSpPr>
        <p:spPr>
          <a:xfrm>
            <a:off x="251520" y="355916"/>
            <a:ext cx="8784976" cy="40880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24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일찍이 알아 모시지 못한 사람도 많고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알고도 주님의 계명을 저버리고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주님을 떠난 사람도 많사오니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>
              <a:lnSpc>
                <a:spcPct val="130000"/>
              </a:lnSpc>
              <a:spcAft>
                <a:spcPts val="2400"/>
              </a:spcAft>
              <a:tabLst>
                <a:tab pos="719138" algn="l"/>
              </a:tabLst>
              <a:defRPr/>
            </a:pPr>
            <a:r>
              <a:rPr lang="ko-KR" altLang="en-US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en-US" altLang="ko-KR" sz="32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지극히 인자하신 예수님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이런 사람들도 다 불쌍히 여기시어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주님의 성심께 이끌어 들이소서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5262028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23528" y="30834"/>
            <a:ext cx="9001000" cy="49171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주님께서는 목자이시니 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주님을 떠나지 않은 사람들을 보살피시고 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이미 주님을 떠난 사람들은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다시 아버지 집으로 돌아오게 하시어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굶어 죽는 일이 없게 하소서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 </a:t>
            </a:r>
          </a:p>
          <a:p>
            <a:pPr>
              <a:lnSpc>
                <a:spcPct val="120000"/>
              </a:lnSpc>
              <a:spcAft>
                <a:spcPts val="1200"/>
              </a:spcAft>
              <a:tabLst>
                <a:tab pos="719138" algn="l"/>
              </a:tabLst>
              <a:defRPr/>
            </a:pPr>
            <a:r>
              <a:rPr lang="ko-KR" altLang="en-US" sz="28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</a:t>
            </a:r>
            <a:r>
              <a:rPr lang="ko-KR" altLang="en-US" sz="30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30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옹졸한 고집에 사로잡힌 사람들이나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 err="1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불목하여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갈린 사람들도 부르시어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저희가 모두 같은 신앙을 고백하며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한 우리에서 한 목자 밑에 살게 하소서</a:t>
            </a:r>
            <a:r>
              <a:rPr lang="en-US" altLang="ko-KR" sz="32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US" altLang="ko-KR" sz="32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4411671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23528" y="115922"/>
            <a:ext cx="8784976" cy="47166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spc="-200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</a:t>
            </a:r>
            <a:r>
              <a:rPr lang="en-US" altLang="ko-KR" sz="3000" b="1" spc="-200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주님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거룩한 교회를 평화의 깃발로 세우시고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모든 나라에 참된 평화를 주시어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온 세상 어디서나 입을 모아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저희를 구원하신 거룩하신 성심께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b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</a:b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영원히 찬미와 영광과 흠숭을 드리게 하소서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  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endParaRPr lang="en-US" altLang="ko-KR" sz="3000" b="1" dirty="0">
              <a:solidFill>
                <a:srgbClr val="EEECE1">
                  <a:lumMod val="90000"/>
                </a:srgb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400" dirty="0">
                <a:solidFill>
                  <a:prstClr val="white"/>
                </a:solidFill>
                <a:latin typeface="맑은 고딕" panose="020B0503020000020004" pitchFamily="50" charset="-127"/>
              </a:rPr>
              <a:t>◎</a:t>
            </a:r>
            <a:r>
              <a:rPr lang="ko-KR" altLang="en-US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아 멘 </a:t>
            </a:r>
            <a:endParaRPr lang="en-US" altLang="ko-KR" sz="3400" b="1" dirty="0">
              <a:solidFill>
                <a:prstClr val="white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500"/>
              </a:spcAft>
              <a:tabLst>
                <a:tab pos="719138" algn="l"/>
              </a:tabLst>
              <a:defRPr/>
            </a:pP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itchFamily="18" charset="-127"/>
                <a:ea typeface="바탕" pitchFamily="18" charset="-127"/>
              </a:rPr>
              <a:t>○ </a:t>
            </a:r>
            <a:r>
              <a:rPr lang="en-US" altLang="ko-KR" sz="3000" b="1" dirty="0">
                <a:solidFill>
                  <a:prstClr val="white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	</a:t>
            </a:r>
            <a:r>
              <a:rPr lang="ko-KR" altLang="en-US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 성심</a:t>
            </a:r>
            <a:r>
              <a:rPr lang="en-US" altLang="ko-KR" sz="3000" b="1" dirty="0">
                <a:solidFill>
                  <a:srgbClr val="EEECE1">
                    <a:lumMod val="90000"/>
                  </a:srgb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  <a:endParaRPr lang="en-US" altLang="ko-KR" sz="3000" b="1" dirty="0">
              <a:solidFill>
                <a:prstClr val="white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>
              <a:spcAft>
                <a:spcPts val="1800"/>
              </a:spcAft>
              <a:tabLst>
                <a:tab pos="719138" algn="l"/>
              </a:tabLst>
              <a:defRPr/>
            </a:pPr>
            <a:r>
              <a:rPr lang="ko-KR" altLang="en-US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● </a:t>
            </a:r>
            <a:r>
              <a:rPr lang="en-US" altLang="ko-KR" sz="3400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이 세상에 주님의 나라를 세우소서</a:t>
            </a:r>
            <a:r>
              <a:rPr lang="en-US" altLang="ko-KR" sz="3400" b="1" dirty="0">
                <a:solidFill>
                  <a:prstClr val="white"/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400" b="1" dirty="0">
              <a:solidFill>
                <a:prstClr val="white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097559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5060627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입당송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179492" y="1261520"/>
            <a:ext cx="8637248" cy="1310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720000" indent="-720000">
              <a:lnSpc>
                <a:spcPct val="135000"/>
              </a:lnSpc>
              <a:defRPr/>
            </a:pPr>
            <a:r>
              <a:rPr kumimoji="0" lang="en-US" altLang="ko-KR" sz="3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◎ 	하느님은 거룩한 거처에 계시네. 하느님은 한마음으로 모인 이들에게 집을 마련해 주시고, 백성에게 권능과 힘을 주시네.</a:t>
            </a:r>
            <a:endParaRPr kumimoji="0" lang="en-US" altLang="ko-KR" sz="3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anose="02030600000101010101" pitchFamily="18" charset="-127"/>
              <a:ea typeface="바탕" panose="02030600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A9F64F50-7957-4C51-A072-51F7DFAC0D5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WF August 2019.mp4"/>
          <p:cNvPicPr>
            <a:picLocks noRot="1"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95536" y="0"/>
            <a:ext cx="8280922" cy="514350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9980023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36512" y="1491630"/>
            <a:ext cx="9071992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200" b="1" i="0" u="none" strike="noStrike" kern="1200" cap="none" spc="15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입 당</a:t>
            </a:r>
            <a:endParaRPr kumimoji="0" lang="en-US" altLang="ko-KR" sz="5200" b="1" i="0" u="none" strike="noStrike" kern="1200" cap="none" spc="1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lvl="0" algn="ctr">
              <a:lnSpc>
                <a:spcPct val="120000"/>
              </a:lnSpc>
              <a:spcAft>
                <a:spcPts val="1200"/>
              </a:spcAft>
              <a:defRPr/>
            </a:pPr>
            <a:r>
              <a:rPr lang="en-US" altLang="ko-KR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329</a:t>
            </a:r>
            <a:endParaRPr kumimoji="0" lang="en-US" altLang="ko-KR" sz="4800" b="1" i="0" u="none" strike="noStrike" kern="1200" cap="none" spc="1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576640453"/>
      </p:ext>
    </p:extLst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TextBox 6">
            <a:extLst>
              <a:ext uri="{FF2B5EF4-FFF2-40B4-BE49-F238E27FC236}">
                <a16:creationId xmlns:a16="http://schemas.microsoft.com/office/drawing/2014/main" id="{B912B1E7-90F1-408C-AA25-88BF7E93693B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258C682-5C97-43C3-A3B1-01AC24005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9BDEEEE-91D9-4D89-9F0E-C72D143C68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70487E1-D866-4A95-AE62-421E0E64A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7201EA8-750A-4C42-AEAF-ADF14FA80E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A6BF0451-5F01-429B-BCCC-AEAF56D2DE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84" y="2571739"/>
            <a:ext cx="32" cy="2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F0C2607E-D4BD-44C3-8218-1FEAD8211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09F9E461-7D27-4121-A610-5489074D3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sp>
        <p:nvSpPr>
          <p:cNvPr id="35" name="Rectangle 11">
            <a:extLst>
              <a:ext uri="{FF2B5EF4-FFF2-40B4-BE49-F238E27FC236}">
                <a16:creationId xmlns:a16="http://schemas.microsoft.com/office/drawing/2014/main" id="{7B376904-F72E-49C0-AD7E-98E51634849C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329</a:t>
            </a:r>
            <a:r>
              <a:rPr kumimoji="0" lang="en-US" altLang="ko-KR" sz="2800" b="0" i="0" u="none" strike="noStrike" kern="0" cap="none" spc="5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미사 시작</a:t>
            </a:r>
            <a:endParaRPr kumimoji="0" lang="en-US" sz="2800" b="1" i="0" u="none" strike="noStrike" kern="1200" cap="none" spc="300" normalizeH="0" baseline="0" noProof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43EC98A-7344-4600-BF4F-9F5F42318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96" y="771550"/>
            <a:ext cx="9036496" cy="362254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TextBox 6">
            <a:extLst>
              <a:ext uri="{FF2B5EF4-FFF2-40B4-BE49-F238E27FC236}">
                <a16:creationId xmlns:a16="http://schemas.microsoft.com/office/drawing/2014/main" id="{B912B1E7-90F1-408C-AA25-88BF7E93693B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258C682-5C97-43C3-A3B1-01AC24005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9BDEEEE-91D9-4D89-9F0E-C72D143C68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70487E1-D866-4A95-AE62-421E0E64A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7201EA8-750A-4C42-AEAF-ADF14FA80E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A6BF0451-5F01-429B-BCCC-AEAF56D2DE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84" y="2571739"/>
            <a:ext cx="32" cy="2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F0C2607E-D4BD-44C3-8218-1FEAD8211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09F9E461-7D27-4121-A610-5489074D3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5" y="2571745"/>
            <a:ext cx="10" cy="9"/>
          </a:xfrm>
          <a:prstGeom prst="rect">
            <a:avLst/>
          </a:prstGeom>
        </p:spPr>
      </p:pic>
      <p:sp>
        <p:nvSpPr>
          <p:cNvPr id="35" name="Rectangle 11">
            <a:extLst>
              <a:ext uri="{FF2B5EF4-FFF2-40B4-BE49-F238E27FC236}">
                <a16:creationId xmlns:a16="http://schemas.microsoft.com/office/drawing/2014/main" id="{7B376904-F72E-49C0-AD7E-98E51634849C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329</a:t>
            </a:r>
            <a:r>
              <a:rPr kumimoji="0" lang="en-US" altLang="ko-KR" sz="2800" b="0" i="0" u="none" strike="noStrike" kern="0" cap="none" spc="5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미사 시작</a:t>
            </a:r>
            <a:endParaRPr kumimoji="0" lang="en-US" sz="2800" b="1" i="0" u="none" strike="noStrike" kern="1200" cap="none" spc="300" normalizeH="0" baseline="0" noProof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E4A9D9C-31A6-4C65-9D1B-ECDEA1D4FB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96" y="771550"/>
            <a:ext cx="8932712" cy="364830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 11">
            <a:extLst>
              <a:ext uri="{FF2B5EF4-FFF2-40B4-BE49-F238E27FC236}">
                <a16:creationId xmlns:a16="http://schemas.microsoft.com/office/drawing/2014/main" id="{28BCECC7-2F46-46DE-9D89-81288B45A39D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329</a:t>
            </a:r>
            <a:r>
              <a:rPr kumimoji="0" lang="en-US" altLang="ko-KR" sz="2800" b="0" i="0" u="none" strike="noStrike" kern="0" cap="none" spc="5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미사 시작</a:t>
            </a:r>
            <a:endParaRPr kumimoji="0" lang="en-US" sz="2800" b="1" i="0" u="none" strike="noStrike" kern="1200" cap="none" spc="300" normalizeH="0" baseline="0" noProof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12B1E7-90F1-408C-AA25-88BF7E93693B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90EDE2C-8000-4E19-8BEF-33D6DB4F7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555526"/>
            <a:ext cx="9001000" cy="417646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1014778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1" name="Text Box 9"/>
          <p:cNvSpPr txBox="1">
            <a:spLocks noChangeArrowheads="1"/>
          </p:cNvSpPr>
          <p:nvPr/>
        </p:nvSpPr>
        <p:spPr bwMode="auto">
          <a:xfrm>
            <a:off x="1259632" y="843558"/>
            <a:ext cx="6696744" cy="39087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   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성부와 성자와 성령의 이름으로</a:t>
            </a:r>
            <a:endParaRPr lang="en-AU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endParaRPr lang="en-US" altLang="ko-KR" sz="12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600"/>
              </a:spcAft>
            </a:pPr>
            <a:r>
              <a:rPr lang="en-US" altLang="ko-KR" sz="3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 </a:t>
            </a:r>
            <a:r>
              <a:rPr lang="ko-KR" altLang="en-US" sz="38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아멘</a:t>
            </a:r>
            <a:endParaRPr lang="en-AU" altLang="ko-KR" sz="38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endParaRPr lang="en-US" altLang="ko-KR" sz="32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600"/>
              </a:spcAft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   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r>
              <a:rPr 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endParaRPr lang="en-AU" sz="12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3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 </a:t>
            </a:r>
            <a:r>
              <a:rPr lang="ko-KR" altLang="en-US" sz="38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endParaRPr lang="en-AU" sz="38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endParaRPr lang="en-US" sz="38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E06C859-AB35-A6D5-D640-1A48A346EEC0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40567919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844739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821" y="8"/>
            <a:ext cx="9137984" cy="514155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3520148" y="3913492"/>
            <a:ext cx="2103555" cy="49244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/>
            <a:r>
              <a:rPr sz="3200" i="1" dirty="0">
                <a:solidFill>
                  <a:srgbClr val="231F20"/>
                </a:solidFill>
                <a:latin typeface="Lucida Calligraphy"/>
                <a:cs typeface="Lucida Calligraphy"/>
              </a:rPr>
              <a:t>Greeting</a:t>
            </a:r>
            <a:endParaRPr sz="3200" dirty="0">
              <a:latin typeface="Lucida Calligraphy"/>
              <a:cs typeface="Lucida Calligraphy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864418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067293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-20538"/>
            <a:ext cx="9108504" cy="4806372"/>
          </a:xfrm>
          <a:prstGeom prst="rect">
            <a:avLst/>
          </a:prstGeom>
          <a:noFill/>
        </p:spPr>
        <p:txBody>
          <a:bodyPr wrap="square" lIns="91434" tIns="45716" rIns="91434" bIns="45716" rtlCol="0" anchor="ctr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†  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전능하신 하느님과 </a:t>
            </a:r>
            <a:endParaRPr kumimoji="0" lang="en-US" altLang="ko-KR" sz="2400" b="1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75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형제들에게 고백하오니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생각과 말과 행위로 죄를 많이 지었으며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자주 의무를 소홀히 하였나이다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l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-30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&lt;</a:t>
            </a:r>
            <a:r>
              <a:rPr kumimoji="0" lang="ko-KR" altLang="en-US" sz="1800" b="1" i="0" u="none" strike="noStrike" kern="1200" cap="none" spc="-30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가슴을  치며</a:t>
            </a:r>
            <a:r>
              <a:rPr kumimoji="0" lang="en-US" altLang="ko-KR" sz="1800" b="1" i="0" u="none" strike="noStrike" kern="1200" cap="none" spc="-30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&gt;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F497D">
                    <a:lumMod val="40000"/>
                    <a:lumOff val="6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 </a:t>
            </a:r>
            <a:r>
              <a:rPr kumimoji="0" lang="ko-KR" alt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제 탓이요</a:t>
            </a:r>
            <a:r>
              <a:rPr kumimoji="0" 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제 탓이요</a:t>
            </a:r>
            <a:r>
              <a:rPr kumimoji="0" 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, </a:t>
            </a:r>
            <a:r>
              <a:rPr kumimoji="0" lang="ko-KR" altLang="en-US" sz="3200" b="1" i="0" u="sng" strike="noStrike" kern="1200" cap="none" spc="-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저의 큰 탓이옵니다</a:t>
            </a:r>
            <a:endParaRPr kumimoji="0" lang="en-US" sz="3200" b="1" i="0" u="none" strike="noStrike" kern="1200" cap="none" spc="-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그러므로 간절히 바라오니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평생 동정이신 성모 마리아와 </a:t>
            </a:r>
            <a:endParaRPr kumimoji="0" lang="en-US" altLang="ko-KR" sz="3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marL="0" marR="0" lvl="0" indent="0" algn="ctr" defTabSz="715558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모든 천사와 성인과 형제들은 </a:t>
            </a:r>
            <a: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/>
            </a:r>
            <a:br>
              <a:rPr kumimoji="0" lang="en-US" altLang="ko-KR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</a:b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저를 위하여 하느님께 빌어주소서</a:t>
            </a:r>
            <a:endParaRPr kumimoji="0" lang="en-AU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  <p:sp>
        <p:nvSpPr>
          <p:cNvPr id="4" name="Rectangle 4">
            <a:extLst>
              <a:ext uri="{FF2B5EF4-FFF2-40B4-BE49-F238E27FC236}">
                <a16:creationId xmlns="" xmlns:a16="http://schemas.microsoft.com/office/drawing/2014/main" id="{46F17F0B-9570-4BE5-A125-85B2AE51E472}"/>
              </a:ext>
            </a:extLst>
          </p:cNvPr>
          <p:cNvSpPr/>
          <p:nvPr/>
        </p:nvSpPr>
        <p:spPr>
          <a:xfrm>
            <a:off x="7092280" y="0"/>
            <a:ext cx="216024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0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PENITENTIAL RITE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DABAC996-AA42-4F21-942B-574FBF1BFFE3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6150073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717049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841" y="411510"/>
            <a:ext cx="8653675" cy="38042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971600" y="2715766"/>
            <a:ext cx="770485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주님      자비를    자  비를 베푸소   서</a:t>
            </a:r>
            <a:endParaRPr kumimoji="0" lang="en-US" sz="35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75656" y="1215211"/>
            <a:ext cx="7560840" cy="492443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    자비를      자   비를   베푸 소     서</a:t>
            </a:r>
            <a:endParaRPr kumimoji="0" lang="en-US" sz="32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55576" y="4227934"/>
            <a:ext cx="7992888" cy="492443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</a:t>
            </a:r>
            <a:r>
              <a:rPr kumimoji="0" lang="ko-KR" altLang="en-US" sz="24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도님   자비를       자   비를   베푸 소  </a:t>
            </a:r>
            <a:r>
              <a:rPr kumimoji="0" lang="en-US" altLang="ko-KR" sz="25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2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서</a:t>
            </a:r>
            <a:endParaRPr kumimoji="0" lang="en-US" sz="32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11897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자비송 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="" xmlns:a16="http://schemas.microsoft.com/office/drawing/2014/main" id="{54F1C01B-BEDD-40BC-AF1C-65E4E87EC2AF}"/>
              </a:ext>
            </a:extLst>
          </p:cNvPr>
          <p:cNvSpPr/>
          <p:nvPr/>
        </p:nvSpPr>
        <p:spPr>
          <a:xfrm>
            <a:off x="8210116" y="-50155"/>
            <a:ext cx="82638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Kyrie</a:t>
            </a:r>
            <a:endParaRPr kumimoji="0" lang="en-AU" sz="24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D42881FA-BE69-4B59-9382-5C3F35A8C04D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6280117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9" y="411510"/>
            <a:ext cx="8640959" cy="37818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54F1C01B-BEDD-40BC-AF1C-65E4E87EC2AF}"/>
              </a:ext>
            </a:extLst>
          </p:cNvPr>
          <p:cNvSpPr/>
          <p:nvPr/>
        </p:nvSpPr>
        <p:spPr>
          <a:xfrm>
            <a:off x="8210116" y="-50155"/>
            <a:ext cx="82638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Kyrie</a:t>
            </a:r>
            <a:endParaRPr kumimoji="0" lang="en-AU" sz="24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9552" y="1206500"/>
            <a:ext cx="8280920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3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</a:t>
            </a:r>
            <a:r>
              <a:rPr kumimoji="0" lang="ko-KR" altLang="en-US" sz="23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도님</a:t>
            </a:r>
            <a:r>
              <a:rPr kumimoji="0" lang="ko-KR" altLang="en-US" sz="3500" b="1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자비를   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자  비를   베푸 소     서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7584" y="4230836"/>
            <a:ext cx="7992888" cy="53860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   자비를    자  비를  베푸소    서</a:t>
            </a:r>
            <a:endParaRPr kumimoji="0" lang="en-US" sz="35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7584" y="2764834"/>
            <a:ext cx="8136904" cy="492443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200" b="0" i="0" u="none" strike="noStrike" kern="1200" cap="none" spc="-2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     자비를      자    비를  베푸 소      서</a:t>
            </a:r>
            <a:endParaRPr kumimoji="0" lang="en-US" sz="3200" b="0" i="0" u="none" strike="noStrike" kern="1200" cap="none" spc="-2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8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11897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자비송 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30AC91CC-0085-4083-A3C7-789DD5EF074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6953329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9366310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80" y="699542"/>
            <a:ext cx="9026537" cy="3105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11560" y="1919903"/>
            <a:ext cx="8280920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하 늘 높 은    데 서  는      하 느 님 </a:t>
            </a:r>
            <a:r>
              <a:rPr kumimoji="0" lang="ko-KR" altLang="en-US" sz="3300" b="0" i="0" u="none" strike="noStrike" kern="1200" cap="none" spc="-300" normalizeH="0" baseline="0" noProof="0" dirty="0" err="1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께</a:t>
            </a: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영    광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503" y="3939902"/>
            <a:ext cx="8993113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땅에서는 주님께서   사랑하시 는   사 람  들  에게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0EE4789C-4C08-4E25-BDEB-07E5F628CA0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230038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699542"/>
            <a:ext cx="9026537" cy="317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611560" y="4011910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전          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능하신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아버지     하  느    님 </a:t>
            </a:r>
            <a:endParaRPr kumimoji="0" lang="en-US" sz="35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11560" y="1923678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평 화</a:t>
            </a: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   </a:t>
            </a:r>
            <a:r>
              <a:rPr kumimoji="0" lang="ko-KR" altLang="en-US" sz="3300" b="0" i="0" u="none" strike="noStrike" kern="120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     하느님  하늘의    임  금  님</a:t>
            </a:r>
            <a:endParaRPr kumimoji="0" lang="en-US" sz="3300" b="0" i="0" u="none" strike="noStrike" kern="120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C2C1DBC4-11ED-4C5E-8BF3-1993A79D7824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7105754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699542"/>
            <a:ext cx="9026537" cy="3257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395535" y="4011910"/>
            <a:ext cx="8705081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2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주님을  흠숭 하 나이다   찬양 하  나  이   다 </a:t>
            </a:r>
            <a:endParaRPr kumimoji="0" lang="en-US" sz="3500" b="1" i="0" u="none" strike="noStrike" kern="1200" cap="none" spc="-2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7544" y="1923678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2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주님을   기  리   나이다   찬미하    나  이    다 </a:t>
            </a:r>
            <a:endParaRPr kumimoji="0" lang="en-US" sz="3300" b="0" i="0" u="none" strike="noStrike" kern="1200" cap="none" spc="-2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8854EFE2-A6D9-49F1-9C61-48511C9D0573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471255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771550"/>
            <a:ext cx="9026538" cy="312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611560" y="1923678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님   영   광  크 시 오 니     감 사 하  나  이   다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3977357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외      아 들    주 예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수       </a:t>
            </a:r>
            <a:r>
              <a:rPr kumimoji="0" lang="ko-KR" altLang="en-US" sz="28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  </a:t>
            </a:r>
            <a:r>
              <a:rPr kumimoji="0" lang="en-US" altLang="ko-KR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28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    님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0A04C200-E43B-42B9-9C2E-EAE5A170E9C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7699355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25" y="699542"/>
            <a:ext cx="8972550" cy="3133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" name="Group 11"/>
          <p:cNvGrpSpPr/>
          <p:nvPr/>
        </p:nvGrpSpPr>
        <p:grpSpPr>
          <a:xfrm>
            <a:off x="539552" y="1868800"/>
            <a:ext cx="8424936" cy="2609711"/>
            <a:chOff x="539552" y="1868800"/>
            <a:chExt cx="8424936" cy="2609711"/>
          </a:xfrm>
        </p:grpSpPr>
        <p:sp>
          <p:nvSpPr>
            <p:cNvPr id="10" name="TextBox 9"/>
            <p:cNvSpPr txBox="1"/>
            <p:nvPr/>
          </p:nvSpPr>
          <p:spPr>
            <a:xfrm>
              <a:off x="539552" y="1868800"/>
              <a:ext cx="8424936" cy="53860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tIns="0" bIns="0" rtlCol="0">
              <a:spAutoFit/>
            </a:bodyPr>
            <a:lstStyle/>
            <a:p>
              <a:pPr marL="0" marR="0" lvl="0" indent="0" algn="l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3300" b="0" i="0" u="none" strike="noStrike" kern="1200" cap="none" spc="-300" normalizeH="0" baseline="0" noProof="0" dirty="0">
                  <a:ln>
                    <a:noFill/>
                  </a:ln>
                  <a:solidFill>
                    <a:srgbClr val="EEECE1">
                      <a:lumMod val="50000"/>
                    </a:srgbClr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주 하 느 님   성  부 의     아   드    님          </a:t>
              </a:r>
              <a:r>
                <a:rPr kumimoji="0" lang="ko-KR" altLang="en-US" sz="35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하   느</a:t>
              </a:r>
              <a:endParaRPr kumimoji="0" 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39552" y="3939902"/>
              <a:ext cx="8424936" cy="53860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tIns="0" bIns="0" rtlCol="0">
              <a:spAutoFit/>
            </a:bodyPr>
            <a:lstStyle/>
            <a:p>
              <a:pPr marL="0" marR="0" lvl="0" indent="0" algn="l" defTabSz="7155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35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님  의   어  </a:t>
              </a:r>
              <a:r>
                <a:rPr kumimoji="0" lang="ko-KR" altLang="en-US" sz="30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  </a:t>
              </a:r>
              <a:r>
                <a:rPr kumimoji="0" lang="en-US" altLang="ko-KR" sz="2000" b="0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~ ~         ~          ~              ~          ~               ~        </a:t>
              </a:r>
              <a:r>
                <a:rPr kumimoji="0" lang="ko-KR" altLang="en-US" sz="3500" b="1" i="0" u="none" strike="noStrike" kern="1200" cap="none" spc="-3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궁서" pitchFamily="18" charset="-127"/>
                  <a:ea typeface="궁서" pitchFamily="18" charset="-127"/>
                  <a:cs typeface="+mn-cs"/>
                </a:rPr>
                <a:t>린     양                 </a:t>
              </a:r>
              <a:endParaRPr kumimoji="0" 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endParaRPr>
            </a:p>
          </p:txBody>
        </p:sp>
      </p:grp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6987F372-2179-44EC-85D8-E7B8206417C7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4401645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49" y="771550"/>
            <a:ext cx="9005367" cy="3038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04056" y="1991911"/>
            <a:ext cx="8604448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세   상의  죄  를 없  애   시 는   주   님     저희에게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3905349"/>
            <a:ext cx="860444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자   비를  베푸소     서</a:t>
            </a:r>
            <a:r>
              <a:rPr kumimoji="0" lang="ko-KR" altLang="en-US" sz="3300" b="1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 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세   상의  죄  를 없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71F680BF-BE10-44CA-84EC-959B6DA5A41D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9316969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04" y="771550"/>
            <a:ext cx="9029700" cy="3076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39552" y="1889125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애 시는 주 님   저희의  기  도를 들어주소 서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4008135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성   부     오  른  편 에   </a:t>
            </a:r>
            <a:r>
              <a:rPr kumimoji="0" lang="ko-KR" altLang="en-US" sz="3300" b="0" i="0" u="none" strike="noStrike" kern="1200" cap="none" spc="-300" normalizeH="0" baseline="0" noProof="0" dirty="0" err="1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앉</a:t>
            </a: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아    계   신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</a:t>
            </a: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  님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B281521F-3CE3-4797-983D-13A0C3262BC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4878089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" y="771550"/>
            <a:ext cx="9010650" cy="3143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Box 9"/>
          <p:cNvSpPr txBox="1"/>
          <p:nvPr/>
        </p:nvSpPr>
        <p:spPr>
          <a:xfrm>
            <a:off x="539552" y="1851670"/>
            <a:ext cx="8424936" cy="50783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300" b="0" i="0" u="none" strike="noStrike" kern="1200" cap="none" spc="-30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저 희 에 게     자    비  를    베 푸 소       서</a:t>
            </a:r>
            <a:endParaRPr kumimoji="0" lang="en-US" sz="3300" b="0" i="0" u="none" strike="noStrike" kern="1200" cap="none" spc="-30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9552" y="3977357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홀   로     거   룩 </a:t>
            </a:r>
            <a:r>
              <a:rPr kumimoji="0" lang="ko-KR" altLang="en-US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하   시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고            홀   로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3875820F-C047-4D1D-99FE-4DADB98022FF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5840130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5" y="699542"/>
            <a:ext cx="9086850" cy="334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467544" y="4083918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예  수   </a:t>
            </a:r>
            <a:r>
              <a:rPr kumimoji="0" lang="ko-KR" altLang="en-US" sz="26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그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리</a:t>
            </a:r>
            <a:r>
              <a:rPr kumimoji="0" lang="ko-KR" altLang="en-US" sz="26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스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도님   성            령  과      함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께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7544" y="1940808"/>
            <a:ext cx="867645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주   님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이    시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며            홀   로     높   으 신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0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13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A553214D-94EB-485C-BC4C-2C7E1B2657A7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5103856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99" y="679301"/>
            <a:ext cx="9024417" cy="347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79E755DB-26EB-41CD-B745-E1D8C820B898}"/>
              </a:ext>
            </a:extLst>
          </p:cNvPr>
          <p:cNvSpPr/>
          <p:nvPr/>
        </p:nvSpPr>
        <p:spPr>
          <a:xfrm>
            <a:off x="8143303" y="19814"/>
            <a:ext cx="9573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715558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4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  <a:ea typeface="대한" pitchFamily="50" charset="-127"/>
                <a:cs typeface="+mn-cs"/>
              </a:rPr>
              <a:t>Gloria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대한" pitchFamily="50" charset="-127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7544" y="1889125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아버지     하   </a:t>
            </a:r>
            <a:r>
              <a:rPr kumimoji="0" lang="ko-KR" altLang="en-US" sz="3500" b="1" i="0" u="none" strike="noStrike" kern="1200" cap="none" spc="-30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느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님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의      </a:t>
            </a:r>
            <a:r>
              <a:rPr kumimoji="0" lang="ko-KR" altLang="en-US" sz="3500" b="1" i="0" u="none" strike="noStrike" kern="1200" cap="none" spc="-4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영    광     안     에</a:t>
            </a:r>
            <a:endParaRPr kumimoji="0" lang="en-US" sz="3500" b="1" i="0" u="none" strike="noStrike" kern="1200" cap="none" spc="-4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7544" y="4193381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계    시</a:t>
            </a:r>
            <a:r>
              <a:rPr kumimoji="0" lang="ko-KR" altLang="en-US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en-US" altLang="ko-KR" sz="30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나   이</a:t>
            </a:r>
            <a:r>
              <a:rPr kumimoji="0" lang="en-US" altLang="ko-KR" sz="2000" b="0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~</a:t>
            </a:r>
            <a:r>
              <a:rPr kumimoji="0" lang="ko-KR" altLang="en-US" sz="3500" b="1" i="0" u="none" strike="noStrike" kern="1200" cap="none" spc="-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다             아            멘</a:t>
            </a:r>
            <a:endParaRPr kumimoji="0" lang="en-US" sz="3500" b="1" i="0" u="none" strike="noStrike" kern="1200" cap="none" spc="-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sp>
        <p:nvSpPr>
          <p:cNvPr id="12" name="Rectangle 8">
            <a:extLst>
              <a:ext uri="{FF2B5EF4-FFF2-40B4-BE49-F238E27FC236}">
                <a16:creationId xmlns="" xmlns:a16="http://schemas.microsoft.com/office/drawing/2014/main" id="{B9DB8780-4AB6-4965-A073-A6E200473D01}"/>
              </a:ext>
            </a:extLst>
          </p:cNvPr>
          <p:cNvSpPr/>
          <p:nvPr/>
        </p:nvSpPr>
        <p:spPr>
          <a:xfrm>
            <a:off x="74079" y="-20538"/>
            <a:ext cx="20201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대영광송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326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9E3A592F-0F4A-4C93-BAB6-3D02179AE83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42540167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75747622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2E6C414F-18E2-4F48-B39D-795A11AE6CDD}"/>
              </a:ext>
            </a:extLst>
          </p:cNvPr>
          <p:cNvSpPr/>
          <p:nvPr/>
        </p:nvSpPr>
        <p:spPr>
          <a:xfrm>
            <a:off x="6338855" y="19814"/>
            <a:ext cx="27012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The Liturgy of the Word</a:t>
            </a:r>
          </a:p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First Reading</a:t>
            </a:r>
          </a:p>
        </p:txBody>
      </p:sp>
      <p:sp>
        <p:nvSpPr>
          <p:cNvPr id="10" name="object 3"/>
          <p:cNvSpPr txBox="1">
            <a:spLocks noGrp="1"/>
          </p:cNvSpPr>
          <p:nvPr>
            <p:ph type="title"/>
          </p:nvPr>
        </p:nvSpPr>
        <p:spPr>
          <a:xfrm>
            <a:off x="933313" y="987574"/>
            <a:ext cx="7311095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제 </a:t>
            </a:r>
            <a:r>
              <a:rPr lang="en-US" altLang="ko-KR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1 </a:t>
            </a: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독서</a:t>
            </a:r>
            <a:r>
              <a:rPr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200" spc="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열왕기 상권의 말씀입니다.</a:t>
            </a:r>
            <a:r>
              <a:rPr lang="en-US" altLang="ko-KR" sz="3200" spc="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endParaRPr sz="3200" spc="78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1FE7A2D-6E85-173A-9162-61B4C6ADC665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4542"/>
            <a:ext cx="8856984" cy="472744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 무렵 </a:t>
            </a: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주님께서 한밤중 꿈에 솔로몬에게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나타나셨다. 하느님께서 “내가 너에게 무엇을 해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주기를 바라느냐?” 하고 물으셨다.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6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솔로몬이 대답하였다.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7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“주 저의 하느님, 당신께서는 당신 종을 제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아버지 다윗을 이어 임금으로 세우셨습니다만, 저는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어린아이에 지나지 않아서 백성을 이끄는 법을 알지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못합니다.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8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당신 종은 당신께서 뽑으신 백성, 그 수가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4F85566B-944E-78D9-90ED-0CF65E11E870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32811208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4542"/>
            <a:ext cx="8856984" cy="472744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너무 많아 셀 수도 헤아릴 수도 없는 당신 백성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가운데에 있습니다.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9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그러니 당신 종에게 듣는 마음을 주시어 당신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백성을 통치하고 선과 악을 분별할 수 있게 해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주십시오. 어느 누가 이렇게 큰 당신 백성을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통치할 수 있겠습니까?”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10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솔로몬이 이렇게 청한 것이 주님 보시기에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좋았다.</a:t>
            </a:r>
          </a:p>
          <a:p>
            <a:pPr defTabSz="914400"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11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그래서 하느님께서는 그에게 이렇게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4F85566B-944E-78D9-90ED-0CF65E11E870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32811208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4542"/>
            <a:ext cx="8856984" cy="472744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defTabSz="914400">
              <a:lnSpc>
                <a:spcPct val="110000"/>
              </a:lnSpc>
            </a:pPr>
            <a:r>
              <a:rPr lang="ko-KR" altLang="en-US" sz="3200" b="1" dirty="0" err="1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말씀하셨다. “네가 그것을 청하였으니, 곧 자신을</a:t>
            </a:r>
            <a:r>
              <a:rPr lang="ko-KR" altLang="en-US" sz="3200" b="1" dirty="0" err="1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err="1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위해 장수를 청하지도 않고, 자신을 위해 부를</a:t>
            </a:r>
            <a:r>
              <a:rPr lang="ko-KR" altLang="en-US" sz="3200" b="1" dirty="0" err="1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err="1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청하지도 않고, 네 원수들의 목숨을 청하지도</a:t>
            </a:r>
            <a:r>
              <a:rPr lang="ko-KR" altLang="en-US" sz="3200" b="1" dirty="0" err="1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err="1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않고, 그 대신 이처럼 옳은 것을 가려내는</a:t>
            </a:r>
            <a:r>
              <a:rPr lang="ko-KR" altLang="en-US" sz="3200" b="1" dirty="0" err="1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err="1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분별력을 청하였으니, </a:t>
            </a:r>
            <a:r>
              <a:rPr lang="ko-KR" altLang="en-US" sz="3200" b="1" dirty="0" err="1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12 </a:t>
            </a:r>
            <a:r>
              <a:rPr lang="ko-KR" altLang="en-US" sz="3200" b="1" dirty="0" err="1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자, 내가 네 말대로</a:t>
            </a:r>
            <a:r>
              <a:rPr lang="ko-KR" altLang="en-US" sz="3200" b="1" dirty="0" err="1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err="1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해 주겠다. 이제 너에게 지혜롭고 분별하는 마음을</a:t>
            </a:r>
            <a:r>
              <a:rPr lang="ko-KR" altLang="en-US" sz="3200" b="1" dirty="0" err="1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err="1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준다. 너 같은 사람은 네 앞에도 없었고, 너</a:t>
            </a:r>
            <a:r>
              <a:rPr lang="ko-KR" altLang="en-US" sz="3200" b="1" dirty="0" err="1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err="1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같은 사람은 네 뒤에도 다시 나오지 않을</a:t>
            </a:r>
            <a:r>
              <a:rPr lang="ko-KR" altLang="en-US" sz="3200" b="1" dirty="0" err="1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 err="1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것이다.”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4F85566B-944E-78D9-90ED-0CF65E11E870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3281120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4F85566B-944E-78D9-90ED-0CF65E11E870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3" name="object 3">
            <a:extLst>
              <a:ext uri="{FF2B5EF4-FFF2-40B4-BE49-F238E27FC236}">
                <a16:creationId xmlns="" xmlns:a16="http://schemas.microsoft.com/office/drawing/2014/main" id="{8B57CD69-B6F1-AC3B-8A41-A0099EB3E13A}"/>
              </a:ext>
            </a:extLst>
          </p:cNvPr>
          <p:cNvSpPr txBox="1">
            <a:spLocks/>
          </p:cNvSpPr>
          <p:nvPr/>
        </p:nvSpPr>
        <p:spPr>
          <a:xfrm>
            <a:off x="395536" y="2760479"/>
            <a:ext cx="5421432" cy="132343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10000"/>
              </a:lnSpc>
              <a:spcAft>
                <a:spcPts val="24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 marL="9938"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하느님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감사합니다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200" b="1" spc="-100" dirty="0">
              <a:solidFill>
                <a:schemeClr val="bg1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32773171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75747622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6D0C8595-EC18-D9DC-2941-27A508C2D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3">
            <a:extLst>
              <a:ext uri="{FF2B5EF4-FFF2-40B4-BE49-F238E27FC236}">
                <a16:creationId xmlns="" xmlns:a16="http://schemas.microsoft.com/office/drawing/2014/main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 답 송   시편 119(118)</a:t>
            </a:r>
            <a:endParaRPr kumimoji="0" lang="ko-KR" altLang="en-US" sz="22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504" y="893632"/>
            <a:ext cx="6912768" cy="17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331640" y="2715766"/>
            <a:ext cx="7713746" cy="1728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="" xmlns:p14="http://schemas.microsoft.com/office/powerpoint/2010/main" val="9741179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주님은 저의 몫이오니, 당신 말씀 지키기로 약속하였나이다. 당신 입에서 나온 가르침, 수천 냥 금은보다 제게는 값지옵니다.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119(118)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947809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6D0C8595-EC18-D9DC-2941-27A508C2D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3">
            <a:extLst>
              <a:ext uri="{FF2B5EF4-FFF2-40B4-BE49-F238E27FC236}">
                <a16:creationId xmlns="" xmlns:a16="http://schemas.microsoft.com/office/drawing/2014/main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119(118)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504" y="893632"/>
            <a:ext cx="6912768" cy="17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331640" y="2715766"/>
            <a:ext cx="7713746" cy="1728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="" xmlns:p14="http://schemas.microsoft.com/office/powerpoint/2010/main" val="97411791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당신 종에게 하신 말씀대로, 자애를 베푸시어 저를 위로하소서. 당신 자비 저에게 이르게 하소서. 제가 살리이다. 당신 가르침은 저의 즐거움이옵니다.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119(118)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9478099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6D0C8595-EC18-D9DC-2941-27A508C2D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3">
            <a:extLst>
              <a:ext uri="{FF2B5EF4-FFF2-40B4-BE49-F238E27FC236}">
                <a16:creationId xmlns="" xmlns:a16="http://schemas.microsoft.com/office/drawing/2014/main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119(118)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504" y="893632"/>
            <a:ext cx="6912768" cy="17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331640" y="2715766"/>
            <a:ext cx="7713746" cy="1728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="" xmlns:p14="http://schemas.microsoft.com/office/powerpoint/2010/main" val="97411791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저는 당신 계명을, 금보다 순금보다 더 사랑하나이다. 당신의 모든 규정을 바르게 따르며, 저는 온갖 거짓된 길을 미워하나이다.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119(118)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40947809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6D0C8595-EC18-D9DC-2941-27A508C2D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3">
            <a:extLst>
              <a:ext uri="{FF2B5EF4-FFF2-40B4-BE49-F238E27FC236}">
                <a16:creationId xmlns="" xmlns:a16="http://schemas.microsoft.com/office/drawing/2014/main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2400" b="1" dirty="0">
                <a:solidFill>
                  <a:prstClr val="black">
                    <a:lumMod val="65000"/>
                    <a:lumOff val="35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 답 송   시편 119(118)</a:t>
            </a:r>
            <a:endParaRPr lang="ko-KR" altLang="en-US" sz="2200" b="1" dirty="0">
              <a:solidFill>
                <a:prstClr val="black">
                  <a:lumMod val="65000"/>
                  <a:lumOff val="35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AU" sz="2000" b="1" dirty="0">
                <a:solidFill>
                  <a:srgbClr val="C0504D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rgbClr val="C0504D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/>
            </a:pP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,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출처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: 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박원주 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&lt;</a:t>
            </a:r>
            <a:r>
              <a:rPr lang="ko-KR" altLang="en-US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화답송과 시편의 노래</a:t>
            </a:r>
            <a:r>
              <a:rPr lang="en-AU" altLang="ko-KR" spc="-100" dirty="0">
                <a:solidFill>
                  <a:prstClr val="white">
                    <a:lumMod val="50000"/>
                  </a:prst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&gt; 2022</a:t>
            </a:r>
            <a:endParaRPr lang="ko-KR" altLang="en-US" spc="-100" dirty="0">
              <a:solidFill>
                <a:prstClr val="white">
                  <a:lumMod val="50000"/>
                </a:prst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7504" y="893632"/>
            <a:ext cx="6912768" cy="17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331640" y="2715766"/>
            <a:ext cx="7713746" cy="1728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="" xmlns:p14="http://schemas.microsoft.com/office/powerpoint/2010/main" val="97411791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2E6C414F-18E2-4F48-B39D-795A11AE6CDD}"/>
              </a:ext>
            </a:extLst>
          </p:cNvPr>
          <p:cNvSpPr/>
          <p:nvPr/>
        </p:nvSpPr>
        <p:spPr>
          <a:xfrm>
            <a:off x="6338855" y="19814"/>
            <a:ext cx="270125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The Liturgy of the Word</a:t>
            </a:r>
          </a:p>
          <a:p>
            <a:pPr algn="ctr" latinLnBrk="1">
              <a:defRPr/>
            </a:pPr>
            <a:r>
              <a:rPr lang="en-AU" altLang="ko-KR" sz="2000" dirty="0">
                <a:solidFill>
                  <a:schemeClr val="accent2"/>
                </a:solidFill>
                <a:ea typeface="dotum" panose="020B0600000101010101" pitchFamily="50" charset="-127"/>
              </a:rPr>
              <a:t>Second Reading</a:t>
            </a:r>
          </a:p>
        </p:txBody>
      </p:sp>
      <p:sp>
        <p:nvSpPr>
          <p:cNvPr id="10" name="object 3"/>
          <p:cNvSpPr txBox="1">
            <a:spLocks noGrp="1"/>
          </p:cNvSpPr>
          <p:nvPr>
            <p:ph type="title"/>
          </p:nvPr>
        </p:nvSpPr>
        <p:spPr>
          <a:xfrm>
            <a:off x="836821" y="898723"/>
            <a:ext cx="8199675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제 </a:t>
            </a:r>
            <a:r>
              <a:rPr lang="en-US" altLang="ko-KR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2 </a:t>
            </a:r>
            <a:r>
              <a:rPr lang="ko-KR" altLang="en-US"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독서</a:t>
            </a:r>
            <a:r>
              <a:rPr sz="2800" spc="78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spc="78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사도 바오로의 로마서 말씀입니다.</a:t>
            </a:r>
            <a:r>
              <a:rPr lang="ko-KR" altLang="en-US" sz="3200" dirty="0" err="1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ko-KR" altLang="en-US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r>
              <a:rPr lang="en-US" altLang="ko-KR" sz="3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endParaRPr sz="3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06AB4F52-F9F3-2542-300A-B25E6C39DF8B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825"/>
            <a:ext cx="8928992" cy="487518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형제 여러분, </a:t>
            </a: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28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하느님을 사랑하는 이들,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그분의 계획에 따라 부르심을 받은 이들에게는 모든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것이 함께 작용하여 선을 이룬다는 것을 우리는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압니다.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29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하느님께서는 미리 뽑으신 이들을 당신의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아드님과 같은 모상이 되도록 미리 정하셨습니다.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그리하여 그 아드님께서 많은 형제 가운데 맏이가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되게 하셨습니다.</a:t>
            </a:r>
          </a:p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30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그렇게 미리 정하신 이들을 또한 부르셨고,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부르신 이들을 또한 의롭게 하셨으며, 의롭게 하신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1398046-AE45-B49F-564D-3C1EFD3D5441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78948583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3"/>
          <p:cNvSpPr txBox="1">
            <a:spLocks/>
          </p:cNvSpPr>
          <p:nvPr/>
        </p:nvSpPr>
        <p:spPr>
          <a:xfrm>
            <a:off x="179512" y="8960"/>
            <a:ext cx="8928992" cy="433349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이들을 또한 영광스럽게 해 주셨습니다.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1398046-AE45-B49F-564D-3C1EFD3D5441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object 3"/>
          <p:cNvSpPr txBox="1">
            <a:spLocks/>
          </p:cNvSpPr>
          <p:nvPr/>
        </p:nvSpPr>
        <p:spPr>
          <a:xfrm>
            <a:off x="395536" y="1453457"/>
            <a:ext cx="5421432" cy="132343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10000"/>
              </a:lnSpc>
              <a:spcAft>
                <a:spcPts val="24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 marL="9938" lvl="0" defTabSz="914400">
              <a:lnSpc>
                <a:spcPct val="110000"/>
              </a:lnSpc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하느님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감사합니다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altLang="ko-KR" sz="3200" b="1" spc="-100" dirty="0">
              <a:solidFill>
                <a:schemeClr val="bg1"/>
              </a:solidFill>
              <a:latin typeface="Batang" pitchFamily="18" charset="-127"/>
              <a:ea typeface="Batang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789485839"/>
      </p:ext>
    </p:extLst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“예!” 하고 대답하자, </a:t>
            </a: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52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예수님께서 그들에게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이르셨다. “그러므로 하늘 나라의 제자가 된 모든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율법 학자는 자기 곳간에서 새것도 꺼내고 옛것도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꺼내는 집주인과 같다.”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01FBAA5B-429A-AC19-8372-13816AAECB75}"/>
              </a:ext>
            </a:extLst>
          </p:cNvPr>
          <p:cNvSpPr txBox="1"/>
          <p:nvPr/>
        </p:nvSpPr>
        <p:spPr>
          <a:xfrm>
            <a:off x="395536" y="3250941"/>
            <a:ext cx="5421432" cy="1323439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>
              <a:lnSpc>
                <a:spcPct val="120000"/>
              </a:lnSpc>
              <a:spcAft>
                <a:spcPts val="3600"/>
              </a:spcAft>
            </a:pP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말씀입니다</a:t>
            </a:r>
            <a:r>
              <a:rPr lang="en-US" altLang="ko-KR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 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◎ 그리스도님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,</a:t>
            </a:r>
            <a:r>
              <a:rPr lang="ko-KR" altLang="en-US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 찬미합니다</a:t>
            </a:r>
            <a:r>
              <a:rPr lang="en-US" altLang="ko-KR" sz="32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AU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18761654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09F1B7D1-ED9E-48F2-98A0-A66CD7A16038}"/>
              </a:ext>
            </a:extLst>
          </p:cNvPr>
          <p:cNvSpPr/>
          <p:nvPr/>
        </p:nvSpPr>
        <p:spPr>
          <a:xfrm>
            <a:off x="467544" y="990125"/>
            <a:ext cx="8496944" cy="38841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28650" indent="-628650" defTabSz="914400" fontAlgn="base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</a:pPr>
            <a:r>
              <a:rPr lang="ko-KR" altLang="en-US" sz="3600" b="1" spc="300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</a:t>
            </a:r>
            <a:r>
              <a:rPr lang="ko-KR" altLang="en-US" sz="2400" b="1" spc="300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 </a:t>
            </a:r>
            <a:r>
              <a:rPr lang="ko-KR" altLang="en-US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AU" altLang="ko-KR" sz="3600" b="1" dirty="0">
              <a:solidFill>
                <a:schemeClr val="bg2">
                  <a:lumMod val="75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marL="628650" indent="-628650" defTabSz="914400" fontAlgn="base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tabLst>
                <a:tab pos="719138" algn="l"/>
              </a:tabLst>
            </a:pPr>
            <a:r>
              <a:rPr lang="en-US" altLang="ko-KR" sz="3200" b="1" dirty="0">
                <a:solidFill>
                  <a:schemeClr val="bg1"/>
                </a:solidFill>
                <a:latin typeface="대한" pitchFamily="50" charset="-127"/>
                <a:ea typeface="대한" pitchFamily="50" charset="-127"/>
              </a:rPr>
              <a:t>○ 	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하늘과 땅의 주님이신 아버지, 찬미받으소서. 아버지는 하늘 나라의 신비를 철부지들에게 드러내 보이셨나이다.</a:t>
            </a:r>
          </a:p>
          <a:p>
            <a:pPr marL="628650" indent="-628650" defTabSz="914400" fontAlgn="base">
              <a:lnSpc>
                <a:spcPct val="120000"/>
              </a:lnSpc>
              <a:spcBef>
                <a:spcPct val="0"/>
              </a:spcBef>
              <a:spcAft>
                <a:spcPts val="600"/>
              </a:spcAft>
              <a:tabLst>
                <a:tab pos="719138" algn="l"/>
              </a:tabLst>
            </a:pPr>
            <a:r>
              <a:rPr lang="ko-KR" altLang="en-US" sz="3600" b="1" spc="300" dirty="0">
                <a:solidFill>
                  <a:schemeClr val="bg2">
                    <a:lumMod val="75000"/>
                  </a:schemeClr>
                </a:solidFill>
                <a:latin typeface="대한" pitchFamily="50" charset="-127"/>
                <a:ea typeface="대한" pitchFamily="50" charset="-127"/>
              </a:rPr>
              <a:t>◎ </a:t>
            </a:r>
            <a:r>
              <a:rPr lang="ko-KR" altLang="en-US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알렐루야</a:t>
            </a:r>
            <a:r>
              <a:rPr lang="en-US" altLang="ko-KR" sz="3600" b="1" dirty="0">
                <a:solidFill>
                  <a:schemeClr val="bg2">
                    <a:lumMod val="75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  <a:endParaRPr lang="en-AU" altLang="ko-KR" sz="3600" b="1" spc="3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BA011866-7B88-4DA6-AFBF-292C0A0227E3}"/>
              </a:ext>
            </a:extLst>
          </p:cNvPr>
          <p:cNvSpPr/>
          <p:nvPr/>
        </p:nvSpPr>
        <p:spPr>
          <a:xfrm>
            <a:off x="7812360" y="51470"/>
            <a:ext cx="129614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AU" sz="2000" dirty="0">
                <a:solidFill>
                  <a:schemeClr val="accent2"/>
                </a:solidFill>
                <a:ea typeface="dotum" panose="020B0600000101010101" pitchFamily="50" charset="-127"/>
              </a:rPr>
              <a:t>ALLELUIA 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07505" y="-56310"/>
            <a:ext cx="1800200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marR="0" lvl="0" indent="0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400" kern="0" spc="-11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복음 환호</a:t>
            </a:r>
            <a:r>
              <a:rPr kumimoji="0" lang="ko-KR" altLang="en-US" sz="24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송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82F2A510-7ED5-A4CF-7469-985B6B9849EE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061078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3509531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51520" y="51470"/>
            <a:ext cx="1063304" cy="63812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9938">
              <a:lnSpc>
                <a:spcPct val="150000"/>
              </a:lnSpc>
              <a:defRPr/>
            </a:pPr>
            <a:r>
              <a:rPr lang="ko-KR" altLang="en-US" sz="2800" kern="0" spc="78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Malgun Gothic"/>
              </a:rPr>
              <a:t>복 음</a:t>
            </a:r>
            <a:endParaRPr lang="en-US" altLang="ko-KR" sz="2800" kern="0" spc="78" dirty="0">
              <a:solidFill>
                <a:schemeClr val="tx1">
                  <a:lumMod val="75000"/>
                  <a:lumOff val="25000"/>
                </a:schemeClr>
              </a:solidFill>
              <a:latin typeface="궁서" pitchFamily="18" charset="-127"/>
              <a:ea typeface="궁서" pitchFamily="18" charset="-127"/>
              <a:cs typeface="Malgun Gothic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3F1A5630-FC74-4BD2-B1C5-E128C99C8C35}"/>
              </a:ext>
            </a:extLst>
          </p:cNvPr>
          <p:cNvSpPr/>
          <p:nvPr/>
        </p:nvSpPr>
        <p:spPr>
          <a:xfrm>
            <a:off x="8023077" y="91193"/>
            <a:ext cx="101341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  <a:ea typeface="dotum" panose="020B0600000101010101" pitchFamily="50" charset="-127"/>
              </a:rPr>
              <a:t>GOSPEL</a:t>
            </a:r>
            <a:endParaRPr lang="en-AU" sz="2000" dirty="0">
              <a:solidFill>
                <a:schemeClr val="accent2"/>
              </a:solidFill>
              <a:ea typeface="dotum" panose="020B0600000101010101" pitchFamily="50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35496" y="915566"/>
            <a:ext cx="9073008" cy="366254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3600" b="1" dirty="0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4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marL="9938" algn="ctr">
              <a:lnSpc>
                <a:spcPct val="150000"/>
              </a:lnSpc>
              <a:defRPr/>
            </a:pPr>
            <a:r>
              <a:rPr lang="ko-KR" altLang="en-US" sz="3600" b="1" kern="0" spc="78" dirty="0" err="1">
                <a:solidFill>
                  <a:schemeClr val="bg2">
                    <a:lumMod val="50000"/>
                  </a:schemeClr>
                </a:solidFill>
                <a:latin typeface="바탕" pitchFamily="18" charset="-127"/>
                <a:ea typeface="바탕" pitchFamily="18" charset="-127"/>
                <a:cs typeface="Malgun Gothic"/>
              </a:rPr>
              <a:t>마태오가 전한 거룩한 복음입니다.</a:t>
            </a:r>
          </a:p>
          <a:p>
            <a:pPr algn="ctr"/>
            <a:endParaRPr lang="en-US" altLang="ko-KR" sz="20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 영광 받으소서</a:t>
            </a:r>
            <a:r>
              <a:rPr lang="en-US" sz="44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sz="4400" b="1" spc="300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 </a:t>
            </a:r>
            <a:endParaRPr lang="ko-KR" altLang="en-US" sz="4000" b="1" kern="0" spc="300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BF9C1DA0-48E4-0A3D-200E-82D73AC8FE16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그때에 예수님께서 군중에게 말씀하셨다.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44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“하늘 나라는 밭에 숨겨진 보물과 같다. 그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보물을 발견한 사람은 그것을 다시 숨겨 두고서는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기뻐하며 돌아가서 가진 것을 다 팔아 그 밭을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산다.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45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 하늘 나라는 좋은 진주를 찾는 상인과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같다.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46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그는 값진 진주를 하나 발견하자, 가서 가진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것을 모두 처분하여 그것을 샀다.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47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 하늘 나라는 바다에 던져 온갖 종류의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8035870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9512" y="825"/>
            <a:ext cx="8928992" cy="48751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/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고기를 모아들인 그물과 같다.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48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그물이 가득 차자 사람들이 그것을 물가로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끌어 올려놓고 앉아서, 좋은 것들은 그릇에 담고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나쁜 것들은 밖으로 던져 버렸다.</a:t>
            </a:r>
          </a:p>
          <a:p>
            <a:pPr>
              <a:lnSpc>
                <a:spcPct val="110000"/>
              </a:lnSpc>
            </a:pP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49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세상 종말에도 그렇게 될 것이다. 천사들이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나가 의인들 가운데에서 악한 자들을 가려내어,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50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불구덩이에 던져 버릴 것이다. 그러면 그들은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 </a:t>
            </a:r>
            <a:r>
              <a:rPr lang="en-US" altLang="ko-KR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거기에서 울며 이를 갈 것이다.</a:t>
            </a:r>
          </a:p>
          <a:p>
            <a:pPr>
              <a:lnSpc>
                <a:spcPct val="110000"/>
              </a:lnSpc>
            </a:pPr>
            <a:r>
              <a:rPr lang="ko-KR" altLang="en-US" sz="3200" b="1" dirty="0">
                <a:solidFill>
                  <a:srgbClr val="FFC000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51 </a:t>
            </a:r>
            <a:r>
              <a:rPr lang="ko-KR" altLang="en-US" sz="32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너희는 이것들을 다 깨달았느냐?” 제자들이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56AD1AEC-E270-D57F-6525-3917C64926A8}"/>
              </a:ext>
            </a:extLst>
          </p:cNvPr>
          <p:cNvSpPr txBox="1"/>
          <p:nvPr/>
        </p:nvSpPr>
        <p:spPr>
          <a:xfrm>
            <a:off x="6407252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80358702"/>
      </p:ext>
    </p:extLst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입당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329</a:t>
            </a:r>
            <a:r>
              <a:rPr kumimoji="0" lang="en-US" altLang="ko-KR" sz="2800" b="0" i="0" u="none" strike="noStrike" kern="0" cap="none" spc="5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</a:t>
            </a:r>
            <a:r>
              <a:rPr kumimoji="0" lang="ko-KR" altLang="en-US" sz="2800" b="0" i="0" u="none" strike="noStrike" kern="0" cap="none" spc="30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미사 시작</a:t>
            </a:r>
            <a:endParaRPr kumimoji="0" lang="en-US" sz="2800" b="1" i="0" u="none" strike="noStrike" kern="1200" cap="none" spc="300" normalizeH="0" baseline="0" noProof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7D5D644-C50D-498F-902A-49D3A3EA08F8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90581A5-9FFE-496C-8445-9DC4F10319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699542"/>
            <a:ext cx="9001000" cy="4040491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39939245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408318"/>
            <a:ext cx="9112468" cy="4539696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altLang="ko-KR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8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한 분이신 하느님을</a:t>
            </a:r>
            <a:endParaRPr lang="en-AU" altLang="ko-KR" sz="28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저는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전능하신 아버지</a:t>
            </a:r>
            <a:endParaRPr lang="en-US" altLang="ko-KR" sz="33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spcAft>
                <a:spcPts val="1200"/>
              </a:spcAft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하늘과 땅과 유형무형한 만물의 창조주를 믿나이다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한 분이신 주 예수 그리스도</a:t>
            </a:r>
            <a:r>
              <a:rPr lang="en-US" altLang="ko-KR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하느님의 외아들</a:t>
            </a:r>
            <a:endParaRPr lang="en-US" altLang="ko-KR" sz="3300" b="1" spc="-2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영원으로부터 성부에게서 나신 분을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하느님에게서 나신 하느님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빛에서 나신 빛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참 하느님에게서 나신 참 하느님으로서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D8BB748-A32F-6462-94EB-25D080D502FE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67717407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-3964" y="483518"/>
            <a:ext cx="9112468" cy="4333679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창조되지 않고 나시어</a:t>
            </a:r>
            <a:endParaRPr lang="en-US" altLang="ko-KR" sz="3300" b="1" spc="-10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한 본체로서 만물을 창조하셨음을 믿나이다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성자께서는 저희 인간을 위하여</a:t>
            </a:r>
            <a:r>
              <a:rPr lang="en-US" altLang="ko-KR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, </a:t>
            </a:r>
            <a:r>
              <a:rPr lang="ko-KR" altLang="en-US" sz="3300" b="1" spc="-25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저희 구원을 위하여</a:t>
            </a:r>
            <a:endParaRPr lang="en-US" altLang="ko-KR" sz="3300" b="1" spc="-250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하늘에서 내려오셨음을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25000"/>
              </a:lnSpc>
            </a:pP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고개를 숙이며</a:t>
            </a:r>
            <a:r>
              <a:rPr lang="en-US" altLang="ko-KR" sz="27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)</a:t>
            </a:r>
            <a:endParaRPr lang="en-US" altLang="ko-KR" sz="2700" b="1" spc="-150" dirty="0">
              <a:solidFill>
                <a:schemeClr val="bg2">
                  <a:lumMod val="75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성령으로 인하여 동정 마리아에게서 </a:t>
            </a:r>
            <a:endParaRPr lang="en-US" altLang="ko-KR" sz="3300" b="1" spc="-100" dirty="0">
              <a:solidFill>
                <a:schemeClr val="bg2">
                  <a:lumMod val="90000"/>
                </a:schemeClr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25000"/>
              </a:lnSpc>
            </a:pPr>
            <a:r>
              <a:rPr lang="ko-KR" altLang="en-US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육신을 취하시어 사람이 되셨음을 믿나이다</a:t>
            </a:r>
            <a:r>
              <a:rPr lang="en-US" altLang="ko-KR" sz="3300" b="1" spc="-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51470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20537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A994C5A4-1461-A3A3-A9BC-4287F8AD4792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32681918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483518"/>
            <a:ext cx="9112468" cy="456124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본시오 빌라도 통치 아래서 저희를 위하여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십자가에 못박혀 수난하고 묻히셨으며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성서 말씀대로 사흗날에 부활하시어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하늘에 올라 성부 오른편에 앉아계심을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그분께서는 산 이와 죽은 이를 심판하러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영광 속에 다시 오시리니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그분의 나라는 끝이 없으리이다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또한 주님이시며 생명을 주시는 성령을 믿나이다</a:t>
            </a:r>
            <a:r>
              <a:rPr lang="en-US" altLang="ko-KR" sz="3300" b="1" spc="-100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38417DFD-D400-3540-EC92-BE58CBA007BF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19426312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0" y="555526"/>
            <a:ext cx="9112468" cy="456124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성령께서는 성부와 성자에게서 발하시고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성부와 성자와 더불어 영광과 흠숭을 받으시며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예언자들을 통하여 말씀하셨나이다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하나이고 거룩하고 보편되며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사도로부터 이어오는 교회를 믿나이다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죄를 씻는 유일한 세례를 믿으며</a:t>
            </a:r>
            <a:endParaRPr lang="en-US" altLang="ko-KR" sz="3300" b="1" dirty="0">
              <a:solidFill>
                <a:schemeClr val="bg1"/>
              </a:solidFill>
              <a:latin typeface="바탕" panose="02030600000101010101" pitchFamily="18" charset="-127"/>
              <a:ea typeface="바탕" panose="02030600000101010101" pitchFamily="18" charset="-127"/>
            </a:endParaRPr>
          </a:p>
          <a:p>
            <a:pPr algn="ctr">
              <a:lnSpc>
                <a:spcPct val="110000"/>
              </a:lnSpc>
            </a:pPr>
            <a:r>
              <a:rPr lang="ko-KR" altLang="en-US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죽은 이들의 부활과 내세의 삶을 기다리나이다</a:t>
            </a:r>
            <a:r>
              <a:rPr lang="en-US" altLang="ko-KR" sz="33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.</a:t>
            </a:r>
          </a:p>
          <a:p>
            <a:pPr algn="ctr">
              <a:lnSpc>
                <a:spcPct val="110000"/>
              </a:lnSpc>
            </a:pPr>
            <a:r>
              <a:rPr lang="ko-KR" altLang="en-US" sz="3400" b="1" kern="0" spc="100" dirty="0">
                <a:solidFill>
                  <a:schemeClr val="bg2">
                    <a:lumMod val="90000"/>
                  </a:schemeClr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아 멘</a:t>
            </a:r>
            <a:endParaRPr lang="en-US" altLang="ko-KR" sz="3400" b="1" kern="0" spc="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558368EE-7F62-466A-ABD1-FA19ED44FD40}"/>
              </a:ext>
            </a:extLst>
          </p:cNvPr>
          <p:cNvSpPr/>
          <p:nvPr/>
        </p:nvSpPr>
        <p:spPr>
          <a:xfrm>
            <a:off x="6588224" y="-20539"/>
            <a:ext cx="255037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PROFESSION OF FAITH</a:t>
            </a:r>
            <a:endParaRPr lang="en-AU" sz="2000" dirty="0"/>
          </a:p>
        </p:txBody>
      </p:sp>
      <p:sp>
        <p:nvSpPr>
          <p:cNvPr id="10" name="object 3"/>
          <p:cNvSpPr txBox="1">
            <a:spLocks/>
          </p:cNvSpPr>
          <p:nvPr/>
        </p:nvSpPr>
        <p:spPr>
          <a:xfrm>
            <a:off x="141226" y="-92546"/>
            <a:ext cx="1766477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defTabSz="914334">
              <a:lnSpc>
                <a:spcPct val="150000"/>
              </a:lnSpc>
              <a:defRPr/>
            </a:pPr>
            <a:r>
              <a:rPr lang="ko-KR" altLang="en-US" sz="2400" kern="0" spc="100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  <a:cs typeface="+mj-cs"/>
              </a:rPr>
              <a:t>니케아신경</a:t>
            </a:r>
            <a:endParaRPr lang="ko-KR" altLang="en-US" sz="2800" kern="0" spc="100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4FE06783-6E3F-F368-C119-CA9158C1C15C}"/>
              </a:ext>
            </a:extLst>
          </p:cNvPr>
          <p:cNvSpPr txBox="1"/>
          <p:nvPr/>
        </p:nvSpPr>
        <p:spPr>
          <a:xfrm>
            <a:off x="6300192" y="4860343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기도서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89503268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87090251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ACD40E72-356A-48F9-B4B4-C5DE180779DC}"/>
              </a:ext>
            </a:extLst>
          </p:cNvPr>
          <p:cNvSpPr/>
          <p:nvPr/>
        </p:nvSpPr>
        <p:spPr>
          <a:xfrm>
            <a:off x="1187624" y="2753221"/>
            <a:ext cx="7848872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주  님 저 희  기 도 를   들 어 주 소  서</a:t>
            </a:r>
            <a:endParaRPr lang="en-AU" sz="3500" b="1" spc="-1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A8007D4A-C025-9699-6ED8-E280F1E92FD5}"/>
              </a:ext>
            </a:extLst>
          </p:cNvPr>
          <p:cNvSpPr/>
          <p:nvPr/>
        </p:nvSpPr>
        <p:spPr>
          <a:xfrm>
            <a:off x="74079" y="21853"/>
            <a:ext cx="359585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보편 지향 기도 응답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370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4342" name="Picture 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1347614"/>
            <a:ext cx="8856984" cy="1152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4E68BFCF-6764-BDD5-F1A9-AE13B776D24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59900982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16" y="1419622"/>
            <a:ext cx="9107488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715558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200" b="1" i="0" u="none" strike="noStrike" kern="1200" cap="none" spc="15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n-cs"/>
              </a:rPr>
              <a:t>봉 헌</a:t>
            </a:r>
            <a:endParaRPr kumimoji="0" lang="en-US" altLang="ko-KR" sz="5200" b="1" i="0" u="none" strike="noStrike" kern="1200" cap="none" spc="15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  <a:p>
            <a:pPr lvl="0" algn="ctr">
              <a:lnSpc>
                <a:spcPct val="120000"/>
              </a:lnSpc>
              <a:spcAft>
                <a:spcPts val="1200"/>
              </a:spcAft>
              <a:defRPr/>
            </a:pPr>
            <a:r>
              <a:rPr lang="en-US" altLang="ko-KR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221</a:t>
            </a:r>
            <a:endParaRPr kumimoji="0" lang="en-US" sz="4800" b="1" i="0" u="none" strike="noStrike" kern="1200" cap="none" spc="15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바탕" pitchFamily="18" charset="-127"/>
              <a:ea typeface="바탕" pitchFamily="18" charset="-127"/>
              <a:cs typeface="+mn-cs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074835621"/>
      </p:ext>
    </p:extLst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92485-029D-D0F7-6E1E-BA75ADD61814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860638-85A3-5C27-F012-CC25495CC42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0" r="2750"/>
          <a:stretch>
            <a:fillRect/>
          </a:stretch>
        </p:blipFill>
        <p:spPr>
          <a:xfrm>
            <a:off x="0" y="807654"/>
            <a:ext cx="9108504" cy="378032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92485-029D-D0F7-6E1E-BA75ADD61814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2EDF4F-A12D-DAA0-5B7A-CE44D24E997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58821"/>
            <a:ext cx="9144000" cy="3625858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봉헌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AEE3DA-7C87-B136-DF5A-2E054AAE19A6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B9BABFB-EB38-FCF9-9514-5B5CE0E3FE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3538"/>
          <a:stretch>
            <a:fillRect/>
          </a:stretch>
        </p:blipFill>
        <p:spPr>
          <a:xfrm>
            <a:off x="35496" y="594008"/>
            <a:ext cx="9001000" cy="4190129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771550"/>
            <a:ext cx="9144000" cy="3170091"/>
          </a:xfrm>
          <a:prstGeom prst="rect">
            <a:avLst/>
          </a:prstGeom>
          <a:noFill/>
        </p:spPr>
        <p:txBody>
          <a:bodyPr wrap="square" lIns="91434" tIns="45716" rIns="91434" bIns="45716" rtlCol="0">
            <a:spAutoFit/>
          </a:bodyPr>
          <a:lstStyle/>
          <a:p>
            <a:pPr algn="ctr"/>
            <a:r>
              <a:rPr lang="ko-KR" alt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사제의 손으로 바치는 이 제사가 </a:t>
            </a:r>
            <a:endParaRPr lang="en-US" altLang="ko-KR" sz="40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endParaRPr lang="en-US" altLang="ko-KR" sz="4000" b="1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주님의 이름에는 찬미와 영광이 되고</a:t>
            </a:r>
            <a:r>
              <a:rPr 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</a:t>
            </a:r>
            <a:endParaRPr lang="en-US" sz="4000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en-US" sz="40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      </a:t>
            </a:r>
          </a:p>
          <a:p>
            <a:pPr algn="ctr"/>
            <a:r>
              <a:rPr lang="ko-KR" altLang="en-US" sz="4000" b="1" spc="-11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저희와 온 교회에는 도움이 되게 하소서</a:t>
            </a:r>
            <a:r>
              <a:rPr lang="en-US" sz="3200" b="1" spc="-1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endParaRPr lang="en-US" sz="3200" spc="-1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204E33DC-A449-C97D-92A8-1B01DC72C67B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1043608" y="54760"/>
            <a:ext cx="6989440" cy="4965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endParaRPr lang="en-AU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또한 사제의 영과 함께</a:t>
            </a:r>
            <a:endParaRPr lang="en-AU" altLang="ko-KR" sz="3800" b="1" spc="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AU" altLang="ko-KR" sz="5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마음을 드높이</a:t>
            </a:r>
            <a:r>
              <a:rPr 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! </a:t>
            </a:r>
          </a:p>
          <a:p>
            <a:pPr algn="ctr">
              <a:lnSpc>
                <a:spcPct val="150000"/>
              </a:lnSpc>
            </a:pPr>
            <a:r>
              <a:rPr lang="ko-KR" alt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주님께 올립니다</a:t>
            </a:r>
            <a:endParaRPr lang="en-AU" altLang="ko-KR" sz="3800" b="1" spc="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US" sz="5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우리 주 하느님께 감사합시다</a:t>
            </a:r>
            <a:endParaRPr lang="en-US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마땅하고 옳은 일입니다</a:t>
            </a:r>
            <a:r>
              <a:rPr lang="en-US" sz="3800" b="1" spc="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405B464F-F4CB-749F-8172-63D5602277FA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82022553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5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9073008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6228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거룩하시도다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7584" y="1889125"/>
            <a:ext cx="799288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200" dirty="0">
                <a:latin typeface="궁서" pitchFamily="18" charset="-127"/>
                <a:ea typeface="궁서" pitchFamily="18" charset="-127"/>
              </a:rPr>
              <a:t>거룩하시  도</a:t>
            </a:r>
            <a:r>
              <a:rPr lang="en-US" altLang="ko-KR" sz="2000" spc="-2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200" dirty="0">
                <a:latin typeface="궁서" pitchFamily="18" charset="-127"/>
                <a:ea typeface="궁서" pitchFamily="18" charset="-127"/>
              </a:rPr>
              <a:t>다    거룩하시 도</a:t>
            </a:r>
            <a:r>
              <a:rPr lang="en-US" altLang="ko-KR" sz="2000" spc="-2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200" dirty="0">
                <a:latin typeface="궁서" pitchFamily="18" charset="-127"/>
                <a:ea typeface="궁서" pitchFamily="18" charset="-127"/>
              </a:rPr>
              <a:t>다    거  룩  </a:t>
            </a:r>
            <a:endParaRPr lang="en-US" sz="3500" b="1" spc="-2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55576" y="3939902"/>
            <a:ext cx="835292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하시도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다        온 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  누 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  리 의  주 하느 님  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7C852459-1BA5-2B64-83D4-9BC2E487BB2B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88832031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9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12" y="771550"/>
            <a:ext cx="9107488" cy="30881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827584" y="1817117"/>
            <a:ext cx="8208912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하늘과 땅 에 가득찬  그 영  광     높 은   데 서  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9592" y="3905349"/>
            <a:ext cx="813690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호 산    나     주님의   이름으로  오 시는  분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  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6228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거룩하시도다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3857E380-ED81-9DC7-4EF7-02FC01EC32F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89117898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1237598"/>
            <a:ext cx="9073008" cy="1118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683568" y="2499742"/>
            <a:ext cx="8352928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찬미받  으 소   서       높 은  데 서   호 산   나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6228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거룩하시도다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80DF26E-DE87-5333-B069-751F18A7CF1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71310413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65310861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ECB4AB07-B303-4F10-88DE-59AA695BADE4}"/>
              </a:ext>
            </a:extLst>
          </p:cNvPr>
          <p:cNvSpPr/>
          <p:nvPr/>
        </p:nvSpPr>
        <p:spPr>
          <a:xfrm>
            <a:off x="467544" y="195486"/>
            <a:ext cx="7848872" cy="25699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900" b="1" spc="200" dirty="0">
                <a:solidFill>
                  <a:schemeClr val="bg2">
                    <a:lumMod val="50000"/>
                  </a:schemeClr>
                </a:solidFill>
                <a:latin typeface="Gungsuh" pitchFamily="18" charset="-127"/>
                <a:ea typeface="Gungsuh" pitchFamily="18" charset="-127"/>
              </a:rPr>
              <a:t>†</a:t>
            </a:r>
            <a:r>
              <a:rPr lang="en-AU" sz="2900" b="1" spc="200" dirty="0">
                <a:solidFill>
                  <a:schemeClr val="bg2">
                    <a:lumMod val="50000"/>
                  </a:schemeClr>
                </a:solidFill>
                <a:latin typeface="Gungsuh" pitchFamily="18" charset="-127"/>
                <a:ea typeface="Gungsuh" pitchFamily="18" charset="-127"/>
              </a:rPr>
              <a:t> 신앙의 신비여!</a:t>
            </a:r>
          </a:p>
          <a:p>
            <a:r>
              <a:rPr lang="en-AU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대한" pitchFamily="50" charset="-127"/>
                <a:ea typeface="대한" pitchFamily="50" charset="-127"/>
              </a:rPr>
              <a:t> </a:t>
            </a:r>
            <a:endParaRPr lang="en-AU" sz="2500" b="1" dirty="0">
              <a:solidFill>
                <a:schemeClr val="tx1">
                  <a:lumMod val="65000"/>
                  <a:lumOff val="35000"/>
                </a:schemeClr>
              </a:solidFill>
              <a:latin typeface="대한" pitchFamily="50" charset="-127"/>
              <a:ea typeface="대한" pitchFamily="50" charset="-127"/>
            </a:endParaRPr>
          </a:p>
          <a:p>
            <a:endParaRPr lang="en-AU" sz="2500" b="1" dirty="0">
              <a:solidFill>
                <a:schemeClr val="tx1">
                  <a:lumMod val="65000"/>
                  <a:lumOff val="35000"/>
                </a:schemeClr>
              </a:solidFill>
              <a:latin typeface="대한" pitchFamily="50" charset="-127"/>
              <a:ea typeface="대한" pitchFamily="50" charset="-127"/>
            </a:endParaRPr>
          </a:p>
          <a:p>
            <a:pPr marL="625475" indent="-625475">
              <a:lnSpc>
                <a:spcPct val="150000"/>
              </a:lnSpc>
            </a:pPr>
            <a:r>
              <a:rPr lang="ko-KR" altLang="en-US" sz="2500" b="1" dirty="0">
                <a:latin typeface="대한" pitchFamily="50" charset="-127"/>
                <a:ea typeface="대한" pitchFamily="50" charset="-127"/>
              </a:rPr>
              <a:t>                </a:t>
            </a:r>
            <a:endParaRPr lang="en-AU" sz="2500" b="1" dirty="0">
              <a:latin typeface="대한" pitchFamily="50" charset="-127"/>
              <a:ea typeface="대한" pitchFamily="50" charset="-127"/>
            </a:endParaRPr>
          </a:p>
          <a:p>
            <a:pPr marL="625475" indent="-625475">
              <a:lnSpc>
                <a:spcPct val="150000"/>
              </a:lnSpc>
            </a:pPr>
            <a:endParaRPr lang="en-AU" sz="2500" b="1" spc="100" dirty="0"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8D1B0601-AAD3-4807-A151-5BAAA075082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t="66804" b="24796"/>
          <a:stretch/>
        </p:blipFill>
        <p:spPr>
          <a:xfrm>
            <a:off x="0" y="3558930"/>
            <a:ext cx="8676456" cy="8850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5236406A-F09D-448F-BB39-782F856CB5E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t="45641" b="45959"/>
          <a:stretch/>
        </p:blipFill>
        <p:spPr>
          <a:xfrm>
            <a:off x="107504" y="2067694"/>
            <a:ext cx="8568952" cy="10081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91680" y="2912599"/>
            <a:ext cx="684076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3600" b="1" spc="-400" dirty="0">
                <a:latin typeface="궁서" panose="02030600000101010101" pitchFamily="18" charset="-127"/>
                <a:ea typeface="궁서" panose="02030600000101010101" pitchFamily="18" charset="-127"/>
              </a:rPr>
              <a:t>주  님의  죽 음 을  </a:t>
            </a:r>
            <a:r>
              <a:rPr lang="ko-KR" altLang="en-US" sz="3600" b="1" spc="-500" dirty="0">
                <a:latin typeface="궁서" panose="02030600000101010101" pitchFamily="18" charset="-127"/>
                <a:ea typeface="궁서" panose="02030600000101010101" pitchFamily="18" charset="-127"/>
              </a:rPr>
              <a:t>죽 음 을  전 하 며</a:t>
            </a:r>
            <a:endParaRPr lang="en-US" sz="3600" b="1" spc="-5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47664" y="4299942"/>
            <a:ext cx="5976664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3600" b="1" spc="-400" dirty="0">
                <a:latin typeface="궁서" panose="02030600000101010101" pitchFamily="18" charset="-127"/>
                <a:ea typeface="궁서" panose="02030600000101010101" pitchFamily="18" charset="-127"/>
              </a:rPr>
              <a:t> 부 활  을  선  포   하 나  이     다</a:t>
            </a:r>
            <a:endParaRPr lang="en-US" sz="3600" b="1" spc="-4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763688" y="1546188"/>
            <a:ext cx="6048672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3600" b="1" spc="-300" dirty="0">
                <a:latin typeface="궁서" panose="02030600000101010101" pitchFamily="18" charset="-127"/>
                <a:ea typeface="궁서" panose="02030600000101010101" pitchFamily="18" charset="-127"/>
              </a:rPr>
              <a:t>주 님 께 서    오 실 때 까   지  </a:t>
            </a:r>
            <a:endParaRPr lang="en-US" sz="3600" b="1" spc="-3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6A43B463-4EDB-4FC4-A910-12820A56084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l="6285" t="24478" r="5206" b="67122"/>
          <a:stretch/>
        </p:blipFill>
        <p:spPr>
          <a:xfrm>
            <a:off x="611560" y="750618"/>
            <a:ext cx="7632848" cy="88502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86B2038-8497-ACB2-3E10-3E92D66231C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2212E37E-CE73-4C83-A10D-F68D2DCC67EA}"/>
              </a:ext>
            </a:extLst>
          </p:cNvPr>
          <p:cNvSpPr/>
          <p:nvPr/>
        </p:nvSpPr>
        <p:spPr>
          <a:xfrm>
            <a:off x="539552" y="339502"/>
            <a:ext cx="8208912" cy="23452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38163" indent="-430213">
              <a:lnSpc>
                <a:spcPct val="120000"/>
              </a:lnSpc>
              <a:spcAft>
                <a:spcPts val="3600"/>
              </a:spcAft>
            </a:pPr>
            <a:r>
              <a:rPr lang="en-US" altLang="ko-KR" sz="32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</a:t>
            </a:r>
            <a:r>
              <a:rPr lang="en-AU" altLang="ko-KR" sz="29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	</a:t>
            </a: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그리스도를 통하여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그리스도와 함께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  <a:b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그리스도 안에서 성령으로 하나 되어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  <a:b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전능하신 천주 성부 모든 영예와 영광을 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영원히 받으소서</a:t>
            </a:r>
            <a:r>
              <a:rPr lang="en-US" altLang="ko-KR" sz="3000" b="1" spc="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AU" sz="3000" b="1" spc="1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348E7F1C-F0CD-3DA3-F130-D00474F176E6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06269460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FD5DDFB9-E21C-D37A-87E7-3B66B8B6F3F2}"/>
              </a:ext>
            </a:extLst>
          </p:cNvPr>
          <p:cNvSpPr/>
          <p:nvPr/>
        </p:nvSpPr>
        <p:spPr>
          <a:xfrm>
            <a:off x="1179865" y="2787774"/>
            <a:ext cx="7712615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아   멘     아   멘     아   </a:t>
            </a:r>
            <a:r>
              <a:rPr lang="en-US" altLang="ko-KR" sz="18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~           ~         ~</a:t>
            </a:r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    멘</a:t>
            </a:r>
            <a:endParaRPr lang="en-AU" sz="3500" b="1" spc="-1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326B96C9-24CE-0A31-40E9-58FD37D40612}"/>
              </a:ext>
            </a:extLst>
          </p:cNvPr>
          <p:cNvSpPr/>
          <p:nvPr/>
        </p:nvSpPr>
        <p:spPr>
          <a:xfrm>
            <a:off x="130288" y="21853"/>
            <a:ext cx="141737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아멘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378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1347614"/>
            <a:ext cx="8928992" cy="1152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EA6C737-4245-88D5-2153-4DF4A304BCD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52422898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346471659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99542"/>
            <a:ext cx="9073008" cy="3168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8AF27E5F-1B74-4417-9D70-2ABEC173B2C1}"/>
              </a:ext>
            </a:extLst>
          </p:cNvPr>
          <p:cNvSpPr txBox="1"/>
          <p:nvPr/>
        </p:nvSpPr>
        <p:spPr>
          <a:xfrm>
            <a:off x="323528" y="1961133"/>
            <a:ext cx="8428300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 하     늘   에      계     신        우    리  아  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버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지  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16228354-712F-4C2E-B2EB-1C9BA798BE6C}"/>
              </a:ext>
            </a:extLst>
          </p:cNvPr>
          <p:cNvSpPr txBox="1"/>
          <p:nvPr/>
        </p:nvSpPr>
        <p:spPr>
          <a:xfrm>
            <a:off x="683568" y="3905349"/>
            <a:ext cx="842493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아   버 지 의     이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름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이        거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룩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히 빛  나 시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며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FD7086DF-2132-C436-E379-9892FE865C8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31663022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1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9" y="699542"/>
            <a:ext cx="9034425" cy="2952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F03926DC-71D6-4C92-80A9-9DE2543C24B2}"/>
              </a:ext>
            </a:extLst>
          </p:cNvPr>
          <p:cNvSpPr txBox="1"/>
          <p:nvPr/>
        </p:nvSpPr>
        <p:spPr>
          <a:xfrm>
            <a:off x="683568" y="1817117"/>
            <a:ext cx="8208912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아버지의 나 라가 오 시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며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아버지의   뜻     이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="" xmlns:a16="http://schemas.microsoft.com/office/drawing/2014/main" id="{5A3E0648-C43D-4865-82F7-1A82614548EF}"/>
              </a:ext>
            </a:extLst>
          </p:cNvPr>
          <p:cNvSpPr txBox="1"/>
          <p:nvPr/>
        </p:nvSpPr>
        <p:spPr>
          <a:xfrm>
            <a:off x="658582" y="3689325"/>
            <a:ext cx="837791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하  늘 에서   와  같  이   땅에서도 이 루어 지 소  서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0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68FD79B0-9210-FA64-A811-F26F6545D16A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414096196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8" y="699542"/>
            <a:ext cx="9036496" cy="3087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7312A9F0-E898-4DDF-B441-5671C22A106D}"/>
              </a:ext>
            </a:extLst>
          </p:cNvPr>
          <p:cNvSpPr txBox="1"/>
          <p:nvPr/>
        </p:nvSpPr>
        <p:spPr>
          <a:xfrm>
            <a:off x="251521" y="1817117"/>
            <a:ext cx="8892480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오 늘저 희 에  게   일용할 양식을 주시고   저 희에 게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4B7D8206-85B5-4139-848E-8A5EB9E4E8EA}"/>
              </a:ext>
            </a:extLst>
          </p:cNvPr>
          <p:cNvSpPr txBox="1"/>
          <p:nvPr/>
        </p:nvSpPr>
        <p:spPr>
          <a:xfrm>
            <a:off x="251520" y="3905349"/>
            <a:ext cx="885698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잘  못 한  이를  저 희가  용 서 하 오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니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  저   희 죄 를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436FA29-A738-5806-817B-9060E82B0EB3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07738711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9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99542"/>
            <a:ext cx="9073008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3047B756-ED3D-4E1B-B261-9DDC2C67D1BB}"/>
              </a:ext>
            </a:extLst>
          </p:cNvPr>
          <p:cNvSpPr txBox="1"/>
          <p:nvPr/>
        </p:nvSpPr>
        <p:spPr>
          <a:xfrm>
            <a:off x="467544" y="1817117"/>
            <a:ext cx="8568952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용   서      하   시     고          저 희 를 유 혹에 빠 지 지 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DD3B22ED-74A7-4FBD-A101-ACE501EAD579}"/>
              </a:ext>
            </a:extLst>
          </p:cNvPr>
          <p:cNvSpPr txBox="1"/>
          <p:nvPr/>
        </p:nvSpPr>
        <p:spPr>
          <a:xfrm>
            <a:off x="251520" y="3939902"/>
            <a:ext cx="849694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  </a:t>
            </a:r>
            <a:r>
              <a:rPr lang="ko-KR" altLang="en-US" sz="3500" b="1" spc="-500" dirty="0" err="1">
                <a:latin typeface="궁서" pitchFamily="18" charset="-127"/>
                <a:ea typeface="궁서" pitchFamily="18" charset="-127"/>
              </a:rPr>
              <a:t>않</a:t>
            </a:r>
            <a:r>
              <a:rPr lang="ko-KR" altLang="en-US" sz="3500" b="1" spc="-500" dirty="0">
                <a:latin typeface="궁서" pitchFamily="18" charset="-127"/>
                <a:ea typeface="궁서" pitchFamily="18" charset="-127"/>
              </a:rPr>
              <a:t> 게 하 시 고          악  에서  저   희   구  하  소   서</a:t>
            </a:r>
            <a:endParaRPr lang="en-US" sz="3500" b="1" spc="-5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246734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주님의 기도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387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13E2CE46-2929-1BDC-D289-18AA5B34F68D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19328367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" name="Rectangle 2">
            <a:extLst>
              <a:ext uri="{FF2B5EF4-FFF2-40B4-BE49-F238E27FC236}">
                <a16:creationId xmlns="" xmlns:a16="http://schemas.microsoft.com/office/drawing/2014/main" id="{2212E37E-CE73-4C83-A10D-F68D2DCC67EA}"/>
              </a:ext>
            </a:extLst>
          </p:cNvPr>
          <p:cNvSpPr/>
          <p:nvPr/>
        </p:nvSpPr>
        <p:spPr>
          <a:xfrm>
            <a:off x="144016" y="411510"/>
            <a:ext cx="8892480" cy="24083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5600" indent="-355600">
              <a:lnSpc>
                <a:spcPct val="130000"/>
              </a:lnSpc>
              <a:spcAft>
                <a:spcPts val="3600"/>
              </a:spcAft>
            </a:pPr>
            <a:r>
              <a:rPr lang="en-US" altLang="ko-KR" sz="30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</a:t>
            </a:r>
            <a:r>
              <a:rPr lang="en-AU" sz="30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en-AU" sz="3000" b="1" spc="-15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주님, 저희를 모든 악에서 구하시고 한평생 평화롭게</a:t>
            </a:r>
            <a: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하소서. 주님의 자비로 저희를 언제나 죄에서 구원</a:t>
            </a:r>
            <a:b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하시고 모든 시련에서 보호하시어 복된 희망을 품고 </a:t>
            </a:r>
            <a:b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en-AU" sz="3000" b="1" spc="-1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구세주 예수 그리스도의 재림을 기다리게 하소서.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6BB8C2A-F64F-FA22-9110-4F5D99C9C5CC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6486801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9001000" cy="30530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15681AFA-DAF4-47C8-5F78-5673A0D0F35C}"/>
              </a:ext>
            </a:extLst>
          </p:cNvPr>
          <p:cNvSpPr/>
          <p:nvPr/>
        </p:nvSpPr>
        <p:spPr>
          <a:xfrm>
            <a:off x="963841" y="1851670"/>
            <a:ext cx="7928639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주</a:t>
            </a:r>
            <a:r>
              <a:rPr lang="ko-KR" altLang="en-US" sz="10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      </a:t>
            </a:r>
            <a:r>
              <a:rPr lang="ko-KR" altLang="en-US" sz="35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님      </a:t>
            </a:r>
            <a:r>
              <a:rPr lang="ko-KR" altLang="en-US" sz="3500" b="1" spc="200" dirty="0" err="1">
                <a:latin typeface="궁서" panose="02030600000101010101" pitchFamily="18" charset="-127"/>
                <a:ea typeface="궁서" panose="02030600000101010101" pitchFamily="18" charset="-127"/>
              </a:rPr>
              <a:t>께</a:t>
            </a:r>
            <a:r>
              <a:rPr lang="ko-KR" altLang="en-US" sz="3500" b="1" spc="200" dirty="0">
                <a:latin typeface="궁서" panose="02030600000101010101" pitchFamily="18" charset="-127"/>
                <a:ea typeface="궁서" panose="02030600000101010101" pitchFamily="18" charset="-127"/>
              </a:rPr>
              <a:t>       나 라 와 권 능 과</a:t>
            </a:r>
            <a:endParaRPr lang="en-AU" sz="3500" b="1" spc="2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05B0F9A0-1323-B19A-2337-5AB3C7CF734C}"/>
              </a:ext>
            </a:extLst>
          </p:cNvPr>
          <p:cNvSpPr/>
          <p:nvPr/>
        </p:nvSpPr>
        <p:spPr>
          <a:xfrm>
            <a:off x="827585" y="3833341"/>
            <a:ext cx="8064895" cy="538609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영  광 이       영 원 히  </a:t>
            </a:r>
            <a:r>
              <a:rPr lang="ko-KR" altLang="en-US" sz="3500" b="1" spc="-100" dirty="0" err="1">
                <a:latin typeface="궁서" panose="02030600000101010101" pitchFamily="18" charset="-127"/>
                <a:ea typeface="궁서" panose="02030600000101010101" pitchFamily="18" charset="-127"/>
              </a:rPr>
              <a:t>있</a:t>
            </a:r>
            <a:r>
              <a:rPr lang="ko-KR" altLang="en-US" sz="3500" b="1" spc="-100" dirty="0">
                <a:latin typeface="궁서" panose="02030600000101010101" pitchFamily="18" charset="-127"/>
                <a:ea typeface="궁서" panose="02030600000101010101" pitchFamily="18" charset="-127"/>
              </a:rPr>
              <a:t>    나   이    다</a:t>
            </a:r>
            <a:endParaRPr lang="en-AU" sz="3500" b="1" spc="-100" dirty="0"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0BBEEAF5-EE5E-B5BD-5EB9-4C7C94E0E8EE}"/>
              </a:ext>
            </a:extLst>
          </p:cNvPr>
          <p:cNvSpPr/>
          <p:nvPr/>
        </p:nvSpPr>
        <p:spPr>
          <a:xfrm>
            <a:off x="74079" y="-20538"/>
            <a:ext cx="372890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주님께 나라와 권능과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389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58C66D2-27A9-B48E-98C7-B914790C179E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18978066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381253031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251520" y="1460568"/>
            <a:ext cx="8532440" cy="183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pPr algn="ctr"/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주님의 평화가 항상 여러분과 함께</a:t>
            </a:r>
            <a:endParaRPr lang="en-US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endParaRPr lang="en-US" sz="4000" b="1" dirty="0">
              <a:solidFill>
                <a:schemeClr val="accent3">
                  <a:lumMod val="60000"/>
                  <a:lumOff val="4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algn="ctr"/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 함께</a:t>
            </a:r>
            <a:r>
              <a:rPr 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9E68B9AF-B563-6713-581E-1298FCE24521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  <p:extLst>
      <p:ext uri="{BB962C8B-B14F-4D97-AF65-F5344CB8AC3E}">
        <p14:creationId xmlns="" xmlns:p14="http://schemas.microsoft.com/office/powerpoint/2010/main" val="3812530316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"/>
            <a:ext cx="9142914" cy="5140477"/>
          </a:xfrm>
          <a:custGeom>
            <a:avLst/>
            <a:gdLst/>
            <a:ahLst/>
            <a:cxnLst/>
            <a:rect l="l" t="t" r="r" b="b"/>
            <a:pathLst>
              <a:path w="10692130" h="7558405">
                <a:moveTo>
                  <a:pt x="0" y="7558024"/>
                </a:moveTo>
                <a:lnTo>
                  <a:pt x="10692003" y="7558024"/>
                </a:lnTo>
                <a:lnTo>
                  <a:pt x="10692003" y="0"/>
                </a:lnTo>
                <a:lnTo>
                  <a:pt x="0" y="0"/>
                </a:lnTo>
                <a:lnTo>
                  <a:pt x="0" y="7558024"/>
                </a:lnTo>
                <a:close/>
              </a:path>
            </a:pathLst>
          </a:custGeom>
          <a:solidFill>
            <a:srgbClr val="60799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/>
          <p:nvPr/>
        </p:nvSpPr>
        <p:spPr>
          <a:xfrm>
            <a:off x="1959185" y="1349"/>
            <a:ext cx="5354745" cy="513887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8948439" cy="3024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30155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하느님의 어린양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328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59632" y="1851670"/>
            <a:ext cx="770485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 </a:t>
            </a:r>
            <a:r>
              <a:rPr lang="ko-KR" altLang="en-US" sz="3500" b="1" spc="-300" dirty="0" err="1">
                <a:latin typeface="궁서" pitchFamily="18" charset="-127"/>
                <a:ea typeface="궁서" pitchFamily="18" charset="-127"/>
              </a:rPr>
              <a:t>느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 님 의  어 린  양     세 상의 죄 를 없 애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7584" y="3867894"/>
            <a:ext cx="8316416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시 는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en-US" altLang="ko-KR" sz="2800" spc="-300" dirty="0">
                <a:latin typeface="궁서" pitchFamily="18" charset="-127"/>
                <a:ea typeface="궁서" pitchFamily="18" charset="-127"/>
              </a:rPr>
              <a:t> 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주    님    자비를   자비를 베푸소  서</a:t>
            </a:r>
            <a:r>
              <a:rPr lang="en-US" altLang="ko-KR" sz="2000" b="1" spc="-300" dirty="0">
                <a:latin typeface="궁서" pitchFamily="18" charset="-127"/>
                <a:ea typeface="궁서" pitchFamily="18" charset="-127"/>
              </a:rPr>
              <a:t>(</a:t>
            </a:r>
            <a:r>
              <a:rPr lang="ko-KR" altLang="en-US" sz="2000" b="1" spc="-300" dirty="0">
                <a:latin typeface="궁서" pitchFamily="18" charset="-127"/>
                <a:ea typeface="궁서" pitchFamily="18" charset="-127"/>
              </a:rPr>
              <a:t>반복</a:t>
            </a:r>
            <a:r>
              <a:rPr lang="en-US" altLang="ko-KR" sz="2000" b="1" spc="-300" dirty="0">
                <a:latin typeface="궁서" pitchFamily="18" charset="-127"/>
                <a:ea typeface="궁서" pitchFamily="18" charset="-127"/>
              </a:rPr>
              <a:t>)</a:t>
            </a:r>
            <a:r>
              <a:rPr lang="ko-KR" altLang="en-US" sz="2000" b="1" spc="-300" dirty="0">
                <a:latin typeface="궁서" pitchFamily="18" charset="-127"/>
                <a:ea typeface="궁서" pitchFamily="18" charset="-127"/>
              </a:rPr>
              <a:t> </a:t>
            </a:r>
            <a:endParaRPr lang="en-US" sz="20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DA6DFA53-7C27-A33C-9314-7AA3B902755F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60431588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771550"/>
            <a:ext cx="9001000" cy="30963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899592" y="1889125"/>
            <a:ext cx="813690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하 느  님 의   어 린  양    세 상의 죄 를  없 애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7584" y="3939902"/>
            <a:ext cx="8136904" cy="538609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시 는 </a:t>
            </a:r>
            <a:r>
              <a:rPr lang="en-US" altLang="ko-KR" sz="2000" spc="-300" dirty="0">
                <a:latin typeface="궁서" pitchFamily="18" charset="-127"/>
                <a:ea typeface="궁서" pitchFamily="18" charset="-127"/>
              </a:rPr>
              <a:t>~</a:t>
            </a:r>
            <a:r>
              <a:rPr lang="en-US" altLang="ko-KR" sz="2800" spc="-300" dirty="0">
                <a:latin typeface="궁서" pitchFamily="18" charset="-127"/>
                <a:ea typeface="궁서" pitchFamily="18" charset="-127"/>
              </a:rPr>
              <a:t>  </a:t>
            </a:r>
            <a:r>
              <a:rPr lang="ko-KR" altLang="en-US" sz="3500" b="1" spc="-300" dirty="0">
                <a:latin typeface="궁서" pitchFamily="18" charset="-127"/>
                <a:ea typeface="궁서" pitchFamily="18" charset="-127"/>
              </a:rPr>
              <a:t>주   님   평화를  평 화를 주    소    서</a:t>
            </a:r>
            <a:endParaRPr lang="en-US" sz="3500" b="1" spc="-300" dirty="0"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="" xmlns:a16="http://schemas.microsoft.com/office/drawing/2014/main" id="{BE4C123F-7CA3-4CBC-B878-08D9E3EA2235}"/>
              </a:ext>
            </a:extLst>
          </p:cNvPr>
          <p:cNvSpPr/>
          <p:nvPr/>
        </p:nvSpPr>
        <p:spPr>
          <a:xfrm>
            <a:off x="74079" y="-20538"/>
            <a:ext cx="30155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하느님의 어린양 </a:t>
            </a:r>
            <a:r>
              <a:rPr lang="en-US" altLang="ko-K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328</a:t>
            </a:r>
            <a:endParaRPr lang="en-US" sz="2400" b="1" dirty="0">
              <a:solidFill>
                <a:schemeClr val="tx1">
                  <a:lumMod val="65000"/>
                  <a:lumOff val="35000"/>
                </a:schemeClr>
              </a:solidFill>
              <a:latin typeface="궁서" panose="02030600000101010101" pitchFamily="18" charset="-127"/>
              <a:ea typeface="궁서" panose="02030600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B32690F-0FC2-E471-1609-101E85A914A0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성가  © 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66206364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142805" y="9"/>
            <a:ext cx="0" cy="5140477"/>
          </a:xfrm>
          <a:custGeom>
            <a:avLst/>
            <a:gdLst/>
            <a:ahLst/>
            <a:cxnLst/>
            <a:rect l="l" t="t" r="r" b="b"/>
            <a:pathLst>
              <a:path h="7558405">
                <a:moveTo>
                  <a:pt x="0" y="0"/>
                </a:moveTo>
                <a:lnTo>
                  <a:pt x="0" y="7558024"/>
                </a:lnTo>
              </a:path>
            </a:pathLst>
          </a:custGeom>
          <a:ln w="3175">
            <a:solidFill>
              <a:srgbClr val="60799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37608" y="-7513"/>
            <a:ext cx="1410056" cy="5262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영성체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C2CED880-166D-4C65-A35C-79421FDDC11B}"/>
              </a:ext>
            </a:extLst>
          </p:cNvPr>
          <p:cNvSpPr/>
          <p:nvPr/>
        </p:nvSpPr>
        <p:spPr>
          <a:xfrm>
            <a:off x="5904010" y="83408"/>
            <a:ext cx="329128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RECEPTION OF COMMUNION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683568" y="1146201"/>
            <a:ext cx="8280920" cy="2937717"/>
          </a:xfrm>
          <a:prstGeom prst="rect">
            <a:avLst/>
          </a:prstGeom>
        </p:spPr>
        <p:txBody>
          <a:bodyPr wrap="square" lIns="71555" tIns="35777" rIns="71555" bIns="35777">
            <a:spAutoFit/>
          </a:bodyPr>
          <a:lstStyle/>
          <a:p>
            <a:pPr>
              <a:lnSpc>
                <a:spcPct val="160000"/>
              </a:lnSpc>
            </a:pP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주님</a:t>
            </a:r>
            <a:r>
              <a:rPr lang="en-US" altLang="ko-KR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제 안에 주님을 모시기에 </a:t>
            </a:r>
            <a:r>
              <a:rPr lang="en-US" altLang="ko-KR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en-US" altLang="ko-KR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합당치 않사오나 한 말씀만 하소서</a:t>
            </a:r>
            <a:endParaRPr lang="en-US" sz="4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>
              <a:lnSpc>
                <a:spcPct val="160000"/>
              </a:lnSpc>
            </a:pPr>
            <a:r>
              <a:rPr lang="ko-KR" altLang="en-US" sz="4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제 영혼이 곧 나으리다</a:t>
            </a:r>
            <a:endParaRPr lang="en-US" sz="41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EF8B8F96-E7C1-8AEB-3C72-35C11F445658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6" y="-7513"/>
            <a:ext cx="1626080" cy="5262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영성체송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8FF8F058-4A53-448D-923D-7B3CA886A99A}"/>
              </a:ext>
            </a:extLst>
          </p:cNvPr>
          <p:cNvSpPr/>
          <p:nvPr/>
        </p:nvSpPr>
        <p:spPr>
          <a:xfrm>
            <a:off x="6261891" y="83408"/>
            <a:ext cx="290310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chemeClr val="accent2"/>
                </a:solidFill>
              </a:rPr>
              <a:t>COMMUNION ANTIPHON</a:t>
            </a:r>
            <a:endParaRPr lang="en-AU" sz="2000" dirty="0"/>
          </a:p>
        </p:txBody>
      </p:sp>
      <p:sp>
        <p:nvSpPr>
          <p:cNvPr id="5" name="직사각형 2"/>
          <p:cNvSpPr/>
          <p:nvPr/>
        </p:nvSpPr>
        <p:spPr>
          <a:xfrm>
            <a:off x="827584" y="627534"/>
            <a:ext cx="8064896" cy="27956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lnSpc>
                <a:spcPct val="160000"/>
              </a:lnSpc>
              <a:spcAft>
                <a:spcPts val="1200"/>
              </a:spcAft>
            </a:pPr>
            <a:r>
              <a:rPr lang="ko-KR" altLang="en-US" sz="4000" b="1" dirty="0">
                <a:solidFill>
                  <a:schemeClr val="bg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내 영혼아, 주님을 찬미하여라. 그분의 온갖 은혜 하나도 잊지 마라.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9E6D268A-40E2-3725-3CBD-A367BB9CB609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16" y="1419622"/>
            <a:ext cx="9107488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성 체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altLang="ko-KR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156</a:t>
            </a:r>
            <a:endParaRPr lang="en-US" sz="4800" b="1" spc="1500" dirty="0">
              <a:solidFill>
                <a:srgbClr val="FFC000"/>
              </a:solidFill>
              <a:latin typeface="바탕" pitchFamily="18" charset="-127"/>
              <a:ea typeface="바탕" pitchFamily="18" charset="-127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882351544"/>
      </p:ext>
    </p:extLst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90C65F-F9B8-2A69-53BF-155AD420FE0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42645"/>
          <a:stretch/>
        </p:blipFill>
        <p:spPr>
          <a:xfrm>
            <a:off x="147637" y="570359"/>
            <a:ext cx="8848725" cy="106528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193A06A-5D83-E0AB-8978-DB2C9C307CF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41396"/>
          <a:stretch/>
        </p:blipFill>
        <p:spPr>
          <a:xfrm>
            <a:off x="147637" y="2574007"/>
            <a:ext cx="8848725" cy="122247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2CC8D70-BC15-35AE-8D45-2C6D04E288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598" y="1779662"/>
            <a:ext cx="7943850" cy="3905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2532A59-FADC-7533-0A8F-6632BC4F2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3856459"/>
            <a:ext cx="7458075" cy="371475"/>
          </a:xfrm>
          <a:prstGeom prst="rect">
            <a:avLst/>
          </a:prstGeom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DE1BEF-9041-911D-1752-CF53F2F14A3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40938"/>
          <a:stretch/>
        </p:blipFill>
        <p:spPr>
          <a:xfrm>
            <a:off x="161925" y="555526"/>
            <a:ext cx="8820150" cy="10801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3BA1BE1-4765-F469-7C6F-3C1BCD177C4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38182"/>
          <a:stretch/>
        </p:blipFill>
        <p:spPr>
          <a:xfrm>
            <a:off x="128587" y="2571750"/>
            <a:ext cx="8886825" cy="122473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99CBC48-59F0-28B6-B740-947A42D40B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92" y="1563638"/>
            <a:ext cx="7353300" cy="3905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23827BE-0611-AC59-72A7-3C5402BEE7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3723878"/>
            <a:ext cx="7972425" cy="381000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150EE2C9-95F4-748B-7F83-51D52D5698E5}"/>
              </a:ext>
            </a:extLst>
          </p:cNvPr>
          <p:cNvGrpSpPr/>
          <p:nvPr/>
        </p:nvGrpSpPr>
        <p:grpSpPr>
          <a:xfrm>
            <a:off x="133350" y="555527"/>
            <a:ext cx="8877300" cy="3888431"/>
            <a:chOff x="133350" y="555527"/>
            <a:chExt cx="8877300" cy="3888431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D9AD9E0-7796-5D1E-2B0D-AB0E791EE7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b="34412"/>
            <a:stretch/>
          </p:blipFill>
          <p:spPr>
            <a:xfrm>
              <a:off x="133350" y="555527"/>
              <a:ext cx="8877300" cy="136815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CA29EC47-2C36-656C-B173-5764598F594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b="35876"/>
            <a:stretch/>
          </p:blipFill>
          <p:spPr>
            <a:xfrm>
              <a:off x="142875" y="2715766"/>
              <a:ext cx="8858250" cy="1368152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55FCFA4-6B05-1562-B7D7-DF08652FEAE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3568" y="1923678"/>
              <a:ext cx="7610475" cy="428625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EC67174-1643-93C1-FEEB-C8197BCE16B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7567" y="4043908"/>
              <a:ext cx="7362825" cy="40005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C8C3306F-0750-D4EE-3BE7-8480BEBFF902}"/>
              </a:ext>
            </a:extLst>
          </p:cNvPr>
          <p:cNvGrpSpPr/>
          <p:nvPr/>
        </p:nvGrpSpPr>
        <p:grpSpPr>
          <a:xfrm>
            <a:off x="147637" y="570359"/>
            <a:ext cx="8848725" cy="4089623"/>
            <a:chOff x="147637" y="570359"/>
            <a:chExt cx="8848725" cy="408962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F90C65F-F9B8-2A69-53BF-155AD420FE0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7637" y="570359"/>
              <a:ext cx="8848725" cy="185737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193A06A-5D83-E0AB-8978-DB2C9C307C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7637" y="2574007"/>
              <a:ext cx="8848725" cy="208597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C56592D1-B003-7DA4-CA94-F1549F95F381}"/>
              </a:ext>
            </a:extLst>
          </p:cNvPr>
          <p:cNvGrpSpPr/>
          <p:nvPr/>
        </p:nvGrpSpPr>
        <p:grpSpPr>
          <a:xfrm>
            <a:off x="128587" y="555526"/>
            <a:ext cx="8886825" cy="3997424"/>
            <a:chOff x="128587" y="555526"/>
            <a:chExt cx="8886825" cy="399742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8DE1BEF-9041-911D-1752-CF53F2F14A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1925" y="555526"/>
              <a:ext cx="8820150" cy="18288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3BA1BE1-4765-F469-7C6F-3C1BCD177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8587" y="2571750"/>
              <a:ext cx="8886825" cy="19812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2800" kern="0" spc="300" dirty="0">
                <a:solidFill>
                  <a:schemeClr val="bg1"/>
                </a:solidFill>
                <a:latin typeface="궁서" pitchFamily="18" charset="-127"/>
                <a:ea typeface="궁서" pitchFamily="18" charset="-127"/>
              </a:rPr>
              <a:t>성체</a:t>
            </a:r>
            <a:r>
              <a:rPr lang="ko-KR" altLang="en-US" sz="2800" kern="0" spc="300" dirty="0">
                <a:solidFill>
                  <a:schemeClr val="bg2">
                    <a:lumMod val="75000"/>
                  </a:schemeClr>
                </a:solidFill>
                <a:latin typeface="궁서" pitchFamily="18" charset="-127"/>
                <a:ea typeface="궁서" pitchFamily="18" charset="-127"/>
              </a:rPr>
              <a:t> </a:t>
            </a:r>
            <a:r>
              <a:rPr lang="en-US" altLang="ko-KR" sz="2800" kern="0" spc="3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156</a:t>
            </a:r>
            <a:r>
              <a:rPr lang="en-US" altLang="ko-KR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     </a:t>
            </a:r>
            <a:r>
              <a:rPr lang="ko-KR" altLang="en-US" sz="2800" kern="0" spc="500" dirty="0">
                <a:solidFill>
                  <a:srgbClr val="FFC000"/>
                </a:solidFill>
                <a:latin typeface="궁서" pitchFamily="18" charset="-127"/>
                <a:ea typeface="궁서" pitchFamily="18" charset="-127"/>
              </a:rPr>
              <a:t>한 말씀만 하소서</a:t>
            </a:r>
            <a:endParaRPr lang="en-US" sz="2800" b="1" dirty="0">
              <a:solidFill>
                <a:schemeClr val="bg2">
                  <a:lumMod val="25000"/>
                </a:schemeClr>
              </a:solidFill>
              <a:latin typeface="대한" pitchFamily="50" charset="-127"/>
              <a:ea typeface="대한" pitchFamily="50" charset="-12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77BDC6-83C7-6687-BEB5-F3E56C41F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908906"/>
            <a:ext cx="2704309" cy="22279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7520861-091A-0F68-A8B7-682ADB215F1D}"/>
              </a:ext>
            </a:extLst>
          </p:cNvPr>
          <p:cNvGrpSpPr/>
          <p:nvPr/>
        </p:nvGrpSpPr>
        <p:grpSpPr>
          <a:xfrm>
            <a:off x="133350" y="555526"/>
            <a:ext cx="8877300" cy="4293840"/>
            <a:chOff x="133350" y="555526"/>
            <a:chExt cx="8877300" cy="4293840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D9AD9E0-7796-5D1E-2B0D-AB0E791EE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3350" y="555526"/>
              <a:ext cx="8877300" cy="2085975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CA29EC47-2C36-656C-B173-5764598F59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875" y="2715766"/>
              <a:ext cx="8858250" cy="21336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16" y="1419622"/>
            <a:ext cx="9107488" cy="1656184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lang="en-US" altLang="ko-KR" sz="5200" b="1" spc="1000" dirty="0">
                <a:latin typeface="바탕" pitchFamily="18" charset="-127"/>
                <a:ea typeface="바탕" pitchFamily="18" charset="-127"/>
              </a:rPr>
              <a:t>2</a:t>
            </a:r>
            <a:r>
              <a:rPr lang="ko-KR" altLang="en-US" sz="5200" b="1" spc="1000" dirty="0">
                <a:latin typeface="바탕" pitchFamily="18" charset="-127"/>
                <a:ea typeface="바탕" pitchFamily="18" charset="-127"/>
              </a:rPr>
              <a:t>차 봉헌</a:t>
            </a:r>
            <a:endParaRPr lang="en-US" altLang="ko-KR" sz="5200" b="1" spc="10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  <a:spcAft>
                <a:spcPts val="1200"/>
              </a:spcAft>
            </a:pPr>
            <a:r>
              <a:rPr lang="en-US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221</a:t>
            </a:r>
          </a:p>
        </p:txBody>
      </p:sp>
    </p:spTree>
    <p:extLst>
      <p:ext uri="{BB962C8B-B14F-4D97-AF65-F5344CB8AC3E}">
        <p14:creationId xmlns="" xmlns:p14="http://schemas.microsoft.com/office/powerpoint/2010/main" val="3338771621"/>
      </p:ext>
    </p:extLst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25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사랑의 하느님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268305-D81A-49F4-A0BD-63935B8485AC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FD6EB48-B6E1-4ED7-9C9A-3C778204C3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09"/>
          <a:stretch/>
        </p:blipFill>
        <p:spPr>
          <a:xfrm>
            <a:off x="65772" y="699542"/>
            <a:ext cx="8898716" cy="3960440"/>
          </a:xfrm>
          <a:prstGeom prst="rect">
            <a:avLst/>
          </a:prstGeom>
        </p:spPr>
      </p:pic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2차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봉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헌 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92485-029D-D0F7-6E1E-BA75ADD61814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860638-85A3-5C27-F012-CC25495CC42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0" r="2750"/>
          <a:stretch>
            <a:fillRect/>
          </a:stretch>
        </p:blipFill>
        <p:spPr>
          <a:xfrm>
            <a:off x="0" y="807654"/>
            <a:ext cx="9108504" cy="3780320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2차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봉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헌 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92485-029D-D0F7-6E1E-BA75ADD61814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2EDF4F-A12D-DAA0-5B7A-CE44D24E997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58821"/>
            <a:ext cx="9144000" cy="3625858"/>
          </a:xfrm>
          <a:prstGeom prst="rect">
            <a:avLst/>
          </a:prstGeom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Rectangle 11">
            <a:extLst>
              <a:ext uri="{FF2B5EF4-FFF2-40B4-BE49-F238E27FC236}">
                <a16:creationId xmlns:a16="http://schemas.microsoft.com/office/drawing/2014/main" id="{5A7D84C2-204A-4D0B-9651-2443F086A869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2차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봉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헌 221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</a:t>
            </a:r>
            <a:r>
              <a:rPr kumimoji="0" lang="ko-KR" altLang="en-US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받아주소서</a:t>
            </a:r>
            <a:endParaRPr kumimoji="0" lang="en-US" altLang="en-US" sz="2800" b="0" i="0" u="none" strike="noStrike" kern="0" cap="none" spc="30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AEE3DA-7C87-B136-DF5A-2E054AAE19A6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96136" y="4855514"/>
            <a:ext cx="3352381" cy="2761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B9BABFB-EB38-FCF9-9514-5B5CE0E3FE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8" r="3538"/>
          <a:stretch>
            <a:fillRect/>
          </a:stretch>
        </p:blipFill>
        <p:spPr>
          <a:xfrm>
            <a:off x="35496" y="594008"/>
            <a:ext cx="9001000" cy="4190129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179103444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9"/>
          <p:cNvSpPr txBox="1">
            <a:spLocks noChangeArrowheads="1"/>
          </p:cNvSpPr>
          <p:nvPr/>
        </p:nvSpPr>
        <p:spPr bwMode="auto">
          <a:xfrm>
            <a:off x="683568" y="478585"/>
            <a:ext cx="8208912" cy="40718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34" tIns="45716" rIns="91434" bIns="45716">
            <a:spAutoFit/>
          </a:bodyPr>
          <a:lstStyle/>
          <a:p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주님께서 여러분과 함께</a:t>
            </a:r>
            <a:endParaRPr lang="en-US" altLang="ko-KR" sz="29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endParaRPr lang="en-US" altLang="ko-KR" sz="20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</a:t>
            </a:r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또한 사제의 영과</a:t>
            </a:r>
            <a:r>
              <a:rPr lang="en-AU" altLang="ko-KR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</a:t>
            </a:r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함께</a:t>
            </a:r>
            <a:endParaRPr lang="en-AU" altLang="ko-KR" sz="40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endParaRPr lang="en-AU" altLang="ko-KR" sz="40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 marL="269875" indent="-269875">
              <a:lnSpc>
                <a:spcPct val="114000"/>
              </a:lnSpc>
            </a:pP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† </a:t>
            </a:r>
            <a:r>
              <a:rPr lang="ko-KR" altLang="en-US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전능하신 천주 성부와 ✜ 성자와 성령께서는    여기 모인 모든 이에게 강복하소서</a:t>
            </a:r>
            <a:r>
              <a:rPr lang="en-US" altLang="ko-KR" sz="29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endParaRPr lang="en-US" altLang="ko-KR" sz="2000" b="1" dirty="0">
              <a:solidFill>
                <a:schemeClr val="tx1">
                  <a:lumMod val="50000"/>
                  <a:lumOff val="5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◎ </a:t>
            </a:r>
            <a:r>
              <a:rPr lang="ko-KR" altLang="en-US" sz="4000" b="1" spc="3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아멘</a:t>
            </a:r>
            <a:endParaRPr lang="en-US" sz="4000" b="1" spc="3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E66693FA-D74F-440F-EB24-A24A50F0C3BB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09615" y="-7513"/>
            <a:ext cx="1719533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>
              <a:lnSpc>
                <a:spcPct val="150000"/>
              </a:lnSpc>
            </a:pPr>
            <a:r>
              <a:rPr lang="ko-KR" altLang="en-US" sz="2600" b="0" spc="157" dirty="0">
                <a:solidFill>
                  <a:schemeClr val="bg2">
                    <a:lumMod val="50000"/>
                  </a:schemeClr>
                </a:solidFill>
                <a:latin typeface="궁서" pitchFamily="18" charset="-127"/>
                <a:ea typeface="궁서" pitchFamily="18" charset="-127"/>
              </a:rPr>
              <a:t>파 견</a:t>
            </a:r>
            <a:endParaRPr sz="2600" b="0" spc="157" dirty="0">
              <a:solidFill>
                <a:schemeClr val="bg2">
                  <a:lumMod val="50000"/>
                </a:schemeClr>
              </a:solidFill>
              <a:latin typeface="궁서" pitchFamily="18" charset="-127"/>
              <a:ea typeface="궁서" pitchFamily="18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8FF8F058-4A53-448D-923D-7B3CA886A99A}"/>
              </a:ext>
            </a:extLst>
          </p:cNvPr>
          <p:cNvSpPr/>
          <p:nvPr/>
        </p:nvSpPr>
        <p:spPr>
          <a:xfrm>
            <a:off x="6261890" y="83408"/>
            <a:ext cx="306994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직사각형 2"/>
          <p:cNvSpPr/>
          <p:nvPr/>
        </p:nvSpPr>
        <p:spPr>
          <a:xfrm>
            <a:off x="683568" y="813708"/>
            <a:ext cx="8280920" cy="2030132"/>
          </a:xfrm>
          <a:prstGeom prst="rect">
            <a:avLst/>
          </a:prstGeom>
        </p:spPr>
        <p:txBody>
          <a:bodyPr wrap="square" lIns="70445" tIns="35223" rIns="70445" bIns="35223">
            <a:spAutoFit/>
          </a:bodyPr>
          <a:lstStyle/>
          <a:p>
            <a:pPr lvl="0">
              <a:lnSpc>
                <a:spcPct val="140000"/>
              </a:lnSpc>
              <a:spcAft>
                <a:spcPts val="3600"/>
              </a:spcAft>
              <a:tabLst>
                <a:tab pos="719138" algn="l"/>
              </a:tabLst>
              <a:defRPr/>
            </a:pPr>
            <a:r>
              <a:rPr lang="en-US" altLang="ko-KR" sz="3200" b="1" dirty="0">
                <a:solidFill>
                  <a:schemeClr val="bg2">
                    <a:lumMod val="75000"/>
                  </a:schemeClr>
                </a:solidFill>
                <a:latin typeface="Batang" pitchFamily="18" charset="-127"/>
                <a:ea typeface="Batang" pitchFamily="18" charset="-127"/>
              </a:rPr>
              <a:t>† 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	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미사가 끝났으니 가서 복음을 전합시다</a:t>
            </a:r>
            <a:r>
              <a:rPr lang="en-US" altLang="ko-KR" sz="32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kumimoji="0" lang="en-AU" altLang="ko-KR" sz="32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	</a:t>
            </a:r>
            <a:endParaRPr kumimoji="0" lang="en-US" altLang="ko-KR" sz="3200" b="1" i="0" u="none" strike="noStrike" kern="1200" cap="none" spc="100" normalizeH="0" noProof="0" dirty="0">
              <a:ln>
                <a:noFill/>
              </a:ln>
              <a:solidFill>
                <a:srgbClr val="EEECE1">
                  <a:lumMod val="75000"/>
                </a:srgbClr>
              </a:solidFill>
              <a:effectLst/>
              <a:uLnTx/>
              <a:uFillTx/>
              <a:latin typeface="바탕" pitchFamily="18" charset="-127"/>
              <a:ea typeface="바탕" pitchFamily="18" charset="-127"/>
            </a:endParaRPr>
          </a:p>
          <a:p>
            <a:pPr marL="715963" marR="0" lvl="0" indent="-715963" algn="l" defTabSz="715558" rtl="0" eaLnBrk="1" fontAlgn="auto" latinLnBrk="0" hangingPunct="1">
              <a:lnSpc>
                <a:spcPct val="150000"/>
              </a:lnSpc>
              <a:spcBef>
                <a:spcPts val="0"/>
              </a:spcBef>
              <a:buClrTx/>
              <a:buSzTx/>
              <a:buFontTx/>
              <a:buNone/>
              <a:tabLst/>
              <a:defRPr/>
            </a:pPr>
            <a:r>
              <a:rPr kumimoji="0" lang="ko-KR" altLang="en-US" sz="35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◎</a:t>
            </a:r>
            <a:r>
              <a:rPr kumimoji="0" lang="en-US" altLang="ko-KR" sz="35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	</a:t>
            </a:r>
            <a:r>
              <a:rPr kumimoji="0" lang="ko-KR" altLang="en-US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하느님</a:t>
            </a:r>
            <a:r>
              <a:rPr kumimoji="0" lang="en-AU" altLang="ko-KR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, </a:t>
            </a:r>
            <a:r>
              <a:rPr kumimoji="0" lang="ko-KR" altLang="en-US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감사합니다</a:t>
            </a:r>
            <a:r>
              <a:rPr kumimoji="0" lang="en-US" altLang="ko-KR" sz="3500" b="1" i="0" u="none" strike="noStrike" kern="1200" cap="none" spc="20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</a:rPr>
              <a:t>.</a:t>
            </a:r>
            <a:endParaRPr kumimoji="0" lang="en-US" altLang="ko-KR" sz="3500" b="1" i="0" u="none" strike="noStrike" kern="1200" cap="none" spc="300" normalizeH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바탕" panose="02030600000101010101" pitchFamily="18" charset="-127"/>
              <a:ea typeface="바탕" panose="02030600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B549EDB5-2CD9-21CC-EB6E-8DF2F3014864}"/>
              </a:ext>
            </a:extLst>
          </p:cNvPr>
          <p:cNvSpPr txBox="1"/>
          <p:nvPr/>
        </p:nvSpPr>
        <p:spPr>
          <a:xfrm>
            <a:off x="6479260" y="4804578"/>
            <a:ext cx="26292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1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전례문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1657977245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63638"/>
            <a:ext cx="9144000" cy="14401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lang="ko-KR" altLang="en-US" sz="5200" b="1" spc="1500" dirty="0">
                <a:latin typeface="바탕" pitchFamily="18" charset="-127"/>
                <a:ea typeface="바탕" pitchFamily="18" charset="-127"/>
              </a:rPr>
              <a:t>파 견</a:t>
            </a:r>
            <a:endParaRPr lang="en-US" altLang="ko-KR" sz="5200" b="1" spc="1500" dirty="0">
              <a:latin typeface="바탕" pitchFamily="18" charset="-127"/>
              <a:ea typeface="바탕" pitchFamily="18" charset="-127"/>
            </a:endParaRPr>
          </a:p>
          <a:p>
            <a:pPr algn="ctr">
              <a:lnSpc>
                <a:spcPct val="120000"/>
              </a:lnSpc>
            </a:pPr>
            <a:r>
              <a:rPr lang="en-US" sz="4800" b="1" spc="1500" dirty="0">
                <a:solidFill>
                  <a:srgbClr val="FFC000"/>
                </a:solidFill>
                <a:latin typeface="바탕" pitchFamily="18" charset="-127"/>
                <a:ea typeface="바탕" pitchFamily="18" charset="-127"/>
              </a:rPr>
              <a:t>25</a:t>
            </a:r>
          </a:p>
        </p:txBody>
      </p:sp>
    </p:spTree>
    <p:extLst>
      <p:ext uri="{BB962C8B-B14F-4D97-AF65-F5344CB8AC3E}">
        <p14:creationId xmlns="" xmlns:p14="http://schemas.microsoft.com/office/powerpoint/2010/main" val="3794957418"/>
      </p:ext>
    </p:extLst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EB5B0F21-29A1-459A-80BE-70062092A6BF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08EA39E4-6235-4947-AF65-14AA136F11C7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25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사랑의 하느님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CF0CC04-AD74-42EA-9C4E-3B76B8856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699542"/>
            <a:ext cx="8671036" cy="3963755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952BC0B1-3584-4FAE-A13B-C4027DF73985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8DA32E55-BA5C-4656-899A-831B0DD156C2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25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사랑의 하느님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A6A7DCE-A658-457A-854F-C6762B964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843558"/>
            <a:ext cx="8784976" cy="3600400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AB376844-FDA9-432B-A158-35F751CA1FD1}"/>
              </a:ext>
            </a:extLst>
          </p:cNvPr>
          <p:cNvSpPr txBox="1"/>
          <p:nvPr/>
        </p:nvSpPr>
        <p:spPr>
          <a:xfrm>
            <a:off x="6300192" y="487658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2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가톨릭 성가  ©  한국천주교중앙협의회</a:t>
            </a:r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id="{BE760BF8-AE1A-4736-A404-05B378CDF248}"/>
              </a:ext>
            </a:extLst>
          </p:cNvPr>
          <p:cNvSpPr/>
          <p:nvPr/>
        </p:nvSpPr>
        <p:spPr>
          <a:xfrm>
            <a:off x="0" y="0"/>
            <a:ext cx="914400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파견</a:t>
            </a:r>
            <a:r>
              <a:rPr kumimoji="0" lang="ko-KR" altLang="en-US" sz="2800" b="0" i="0" u="none" strike="noStrike" kern="0" cap="none" spc="300" normalizeH="0" baseline="0" noProof="0" dirty="0">
                <a:ln>
                  <a:noFill/>
                </a:ln>
                <a:solidFill>
                  <a:srgbClr val="EEECE1">
                    <a:lumMod val="75000"/>
                  </a:srgb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0" cap="none" spc="3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25</a:t>
            </a:r>
            <a:r>
              <a:rPr kumimoji="0" lang="en-US" altLang="ko-KR" sz="2800" b="0" i="0" u="none" strike="noStrike" kern="0" cap="none" spc="5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          </a:t>
            </a:r>
            <a:r>
              <a:rPr kumimoji="0" lang="ko-KR" altLang="en-US" sz="2800" b="0" i="0" u="none" strike="noStrike" kern="0" cap="none" spc="10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n-cs"/>
              </a:rPr>
              <a:t>사랑의 하느님</a:t>
            </a:r>
            <a:endParaRPr kumimoji="0" lang="en-US" sz="2800" b="1" i="0" u="none" strike="noStrike" kern="1200" cap="none" spc="10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대한" pitchFamily="50" charset="-127"/>
              <a:ea typeface="대한" pitchFamily="50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92CB380-3E7F-4229-932A-BD2241DC43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843558"/>
            <a:ext cx="8856984" cy="3528392"/>
          </a:xfrm>
          <a:prstGeom prst="rect">
            <a:avLst/>
          </a:prstGeom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66349976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5500" y="-170585"/>
            <a:ext cx="8798695" cy="51552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en-US" altLang="ko-KR" sz="1800" b="1" u="sng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ko-KR" altLang="en-US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바탕" pitchFamily="18" charset="-127"/>
                <a:ea typeface="바탕" pitchFamily="18" charset="-127"/>
              </a:rPr>
              <a:t>   </a:t>
            </a:r>
            <a:r>
              <a:rPr lang="ko-KR" altLang="en-US" sz="4000" b="1" u="sng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삼종 기도</a:t>
            </a:r>
            <a:endParaRPr lang="en-US" altLang="ko-KR" sz="4000" b="1" u="sng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endParaRPr lang="ko-KR" altLang="en-US" sz="1600" b="1" u="sng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000"/>
              </a:spcAft>
            </a:pPr>
            <a:r>
              <a:rPr lang="ko-KR" altLang="en-US" sz="11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100" b="1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주님의 천사가 마리아께 아뢰니</a:t>
            </a:r>
            <a:endParaRPr lang="en-US" altLang="ko-KR" sz="2400" b="1" spc="-2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000"/>
              </a:spcAft>
            </a:pPr>
            <a:r>
              <a:rPr lang="ko-KR" altLang="en-US" sz="30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성령으로 잉태하셨나이다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lang="ko-KR" altLang="en-US" sz="31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31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</a:t>
            </a:r>
            <a:r>
              <a:rPr lang="ko-KR" altLang="en-US" sz="28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성모송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)</a:t>
            </a: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4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4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</a:rPr>
              <a:t>주님의 종이오니</a:t>
            </a:r>
            <a:endParaRPr lang="en-US" altLang="ko-KR" sz="2400" b="1" spc="-2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200"/>
              </a:spcAft>
            </a:pPr>
            <a:r>
              <a:rPr lang="ko-KR" altLang="en-US" sz="30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그대로 제게 이루어지소서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!</a:t>
            </a:r>
            <a:r>
              <a:rPr lang="ko-KR" altLang="en-US" sz="28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성모송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)</a:t>
            </a:r>
            <a: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endParaRPr lang="en-US" sz="2800" b="1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="" xmlns:a16="http://schemas.microsoft.com/office/drawing/2014/main" id="{FE387B44-EFCE-CE46-92B1-E681950A9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056" y="305141"/>
            <a:ext cx="3817203" cy="4484305"/>
          </a:xfrm>
          <a:prstGeom prst="rect">
            <a:avLst/>
          </a:prstGeom>
          <a:noFill/>
          <a:ln>
            <a:solidFill>
              <a:schemeClr val="bg1"/>
            </a:solidFill>
            <a:prstDash val="lgDash"/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1" hangingPunct="1"/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(</a:t>
            </a:r>
            <a:r>
              <a:rPr kumimoji="0" lang="ko-KR" altLang="en-US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성모송</a:t>
            </a:r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)</a:t>
            </a:r>
          </a:p>
          <a:p>
            <a:pPr lvl="0" algn="ctr" eaLnBrk="1" hangingPunct="1"/>
            <a:endParaRPr kumimoji="0" lang="en-US" altLang="ko-KR" sz="11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은총이 가득하신 마리아님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기뻐하소서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!</a:t>
            </a:r>
            <a:endParaRPr lang="en-US" altLang="ko-KR" sz="2000" b="1" spc="-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주님께서 함께 계시니</a:t>
            </a:r>
            <a:endParaRPr kumimoji="0" lang="en-US" altLang="ko-KR" sz="2000" b="1" i="0" u="none" strike="noStrike" cap="none" spc="-100" normalizeH="0" baseline="0" dirty="0">
              <a:ln>
                <a:noFill/>
              </a:ln>
              <a:solidFill>
                <a:schemeClr val="bg2">
                  <a:lumMod val="90000"/>
                </a:schemeClr>
              </a:solidFill>
              <a:effectLst/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>
              <a:lnSpc>
                <a:spcPct val="120000"/>
              </a:lnSpc>
              <a:spcAft>
                <a:spcPts val="1200"/>
              </a:spcAft>
            </a:pP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여인 중에 복되시며 태중의 </a:t>
            </a:r>
            <a:r>
              <a:rPr kumimoji="0" lang="ko-KR" altLang="en-US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아들 예수님 또한 복되시나이다</a:t>
            </a:r>
            <a:r>
              <a:rPr kumimoji="0" lang="en-US" altLang="ko-KR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</a:p>
          <a:p>
            <a:pPr lvl="0" algn="ctr" eaLnBrk="1" hangingPunct="1">
              <a:lnSpc>
                <a:spcPct val="110000"/>
              </a:lnSpc>
            </a:pP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천주의 성모 마리아님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이</a:t>
            </a:r>
            <a:r>
              <a:rPr kumimoji="0" lang="ko-KR" altLang="en-US" sz="3100" b="1" i="0" u="none" strike="noStrike" cap="none" spc="-20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제와 저희 죽을 때에 저희 죄인을 위하여 빌어주소서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 </a:t>
            </a:r>
            <a:r>
              <a:rPr kumimoji="0" lang="ko-KR" altLang="en-US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아멘</a:t>
            </a:r>
            <a:r>
              <a:rPr kumimoji="0" lang="en-US" altLang="ko-KR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  <a:endParaRPr kumimoji="0" lang="en-US" altLang="ko-KR" sz="3100" b="1" i="0" u="none" strike="noStrike" cap="none" spc="-150" normalizeH="0" baseline="0" dirty="0">
              <a:ln>
                <a:noFill/>
              </a:ln>
              <a:solidFill>
                <a:schemeClr val="bg1"/>
              </a:solidFill>
              <a:effectLst/>
              <a:latin typeface="바탕" pitchFamily="18" charset="-127"/>
              <a:ea typeface="바탕" pitchFamily="18" charset="-127"/>
              <a:cs typeface="Arial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C45D9A13-3F59-F542-6D92-D14A3AC40C06}"/>
              </a:ext>
            </a:extLst>
          </p:cNvPr>
          <p:cNvSpPr txBox="1"/>
          <p:nvPr/>
        </p:nvSpPr>
        <p:spPr>
          <a:xfrm>
            <a:off x="6300192" y="48449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30888062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5500" y="-170589"/>
            <a:ext cx="8798695" cy="50424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en-US" altLang="ko-KR" sz="1800" b="1" u="sng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ko-KR" altLang="en-US" sz="4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</a:t>
            </a:r>
            <a:r>
              <a:rPr lang="ko-KR" altLang="en-US" sz="4000" b="1" u="sng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삼종 기도</a:t>
            </a:r>
          </a:p>
          <a:p>
            <a:pPr>
              <a:spcAft>
                <a:spcPts val="1000"/>
              </a:spcAft>
            </a:pPr>
            <a:r>
              <a:rPr lang="ko-KR" altLang="en-US" sz="1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1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en-AU" altLang="ko-KR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        </a:t>
            </a:r>
            <a:r>
              <a:rPr lang="en-AU" altLang="ko-KR" sz="20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0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고개를 숙이며</a:t>
            </a:r>
            <a:r>
              <a:rPr lang="en-US" altLang="ko-KR" sz="20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) </a:t>
            </a:r>
            <a:r>
              <a:rPr lang="ko-KR" altLang="en-US" sz="1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이에 말씀이 사람이 되시어</a:t>
            </a:r>
            <a:endParaRPr lang="en-US" altLang="ko-KR" sz="2400" b="1" spc="-2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spcAft>
                <a:spcPts val="1800"/>
              </a:spcAft>
            </a:pPr>
            <a:r>
              <a:rPr lang="ko-KR" altLang="en-US" sz="30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저희 가운데 계시나이다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28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</a:t>
            </a:r>
            <a:r>
              <a:rPr lang="ko-KR" altLang="en-US" sz="2400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ko-KR" altLang="en-US" sz="24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(</a:t>
            </a:r>
            <a:r>
              <a:rPr lang="ko-KR" altLang="en-US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성모송</a:t>
            </a:r>
            <a:r>
              <a:rPr lang="en-US" altLang="ko-KR" sz="2400" b="1" spc="-200" dirty="0">
                <a:solidFill>
                  <a:srgbClr val="00B0F0"/>
                </a:solidFill>
                <a:latin typeface="바탕" pitchFamily="18" charset="-127"/>
                <a:ea typeface="바탕" pitchFamily="18" charset="-127"/>
              </a:rPr>
              <a:t>)</a:t>
            </a:r>
          </a:p>
          <a:p>
            <a:r>
              <a:rPr lang="ko-KR" altLang="en-US" sz="28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○ </a:t>
            </a:r>
            <a:r>
              <a:rPr lang="ko-KR" altLang="en-US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천주의 성모님</a:t>
            </a:r>
            <a:r>
              <a:rPr lang="en-US" altLang="ko-KR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, </a:t>
            </a:r>
          </a:p>
          <a:p>
            <a:pPr>
              <a:spcAft>
                <a:spcPts val="1000"/>
              </a:spcAft>
            </a:pPr>
            <a:r>
              <a:rPr lang="en-US" altLang="ko-KR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    </a:t>
            </a:r>
            <a:r>
              <a:rPr lang="ko-KR" altLang="en-US" sz="2400" b="1" spc="-2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저희를 위하여 빌어주시어</a:t>
            </a:r>
            <a:endParaRPr lang="en-US" altLang="ko-KR" sz="2400" b="1" spc="-200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ko-KR" altLang="en-US" sz="30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● 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그리스도께서 약속하신 </a:t>
            </a:r>
            <a:endParaRPr lang="en-US" altLang="ko-KR" sz="3100" b="1" spc="-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  <a:p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 </a:t>
            </a:r>
            <a:r>
              <a:rPr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영원한 생명을 얻게 하소서</a:t>
            </a:r>
            <a:r>
              <a:rPr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endParaRPr lang="en-US" sz="3100" b="1" spc="-200" dirty="0">
              <a:solidFill>
                <a:schemeClr val="bg1"/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="" xmlns:a16="http://schemas.microsoft.com/office/drawing/2014/main" id="{FE387B44-EFCE-CE46-92B1-E681950A9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6056" y="305141"/>
            <a:ext cx="3817203" cy="4484305"/>
          </a:xfrm>
          <a:prstGeom prst="rect">
            <a:avLst/>
          </a:prstGeom>
          <a:noFill/>
          <a:ln>
            <a:solidFill>
              <a:schemeClr val="bg1"/>
            </a:solidFill>
            <a:prstDash val="lgDash"/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1" hangingPunct="1"/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(</a:t>
            </a:r>
            <a:r>
              <a:rPr kumimoji="0" lang="ko-KR" altLang="en-US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성모송</a:t>
            </a:r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rgbClr val="0070C0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)</a:t>
            </a:r>
          </a:p>
          <a:p>
            <a:pPr lvl="0" algn="ctr" eaLnBrk="1" hangingPunct="1"/>
            <a:endParaRPr kumimoji="0" lang="en-US" altLang="ko-KR" sz="11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은총이 가득하신 마리아님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기뻐하소서</a:t>
            </a:r>
            <a:r>
              <a:rPr kumimoji="0" lang="en-US" altLang="ko-KR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!</a:t>
            </a:r>
            <a:endParaRPr lang="en-US" altLang="ko-KR" sz="2000" b="1" spc="-100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/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주님께서 함께 계시니</a:t>
            </a:r>
            <a:endParaRPr kumimoji="0" lang="en-US" altLang="ko-KR" sz="2000" b="1" i="0" u="none" strike="noStrike" cap="none" spc="-100" normalizeH="0" baseline="0" dirty="0">
              <a:ln>
                <a:noFill/>
              </a:ln>
              <a:solidFill>
                <a:schemeClr val="bg2">
                  <a:lumMod val="90000"/>
                </a:schemeClr>
              </a:solidFill>
              <a:effectLst/>
              <a:latin typeface="바탕" pitchFamily="18" charset="-127"/>
              <a:ea typeface="바탕" pitchFamily="18" charset="-127"/>
              <a:cs typeface="Times New Roman" pitchFamily="18" charset="0"/>
            </a:endParaRPr>
          </a:p>
          <a:p>
            <a:pPr lvl="0" algn="ctr" eaLnBrk="1" hangingPunct="1">
              <a:lnSpc>
                <a:spcPct val="120000"/>
              </a:lnSpc>
              <a:spcAft>
                <a:spcPts val="1200"/>
              </a:spcAft>
            </a:pPr>
            <a:r>
              <a:rPr kumimoji="0" lang="ko-KR" altLang="en-US" sz="2000" b="1" i="0" u="none" strike="noStrike" cap="none" spc="-100" normalizeH="0" baseline="0" dirty="0">
                <a:ln>
                  <a:noFill/>
                </a:ln>
                <a:solidFill>
                  <a:schemeClr val="bg2">
                    <a:lumMod val="90000"/>
                  </a:schemeClr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여인 중에 복되시며 태중의 </a:t>
            </a:r>
            <a:r>
              <a:rPr kumimoji="0" lang="ko-KR" altLang="en-US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아들 예수님 또한 복되시나이다</a:t>
            </a:r>
            <a:r>
              <a:rPr kumimoji="0" lang="en-US" altLang="ko-KR" sz="2000" b="1" spc="-100" dirty="0">
                <a:solidFill>
                  <a:schemeClr val="bg2">
                    <a:lumMod val="90000"/>
                  </a:schemeClr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</a:p>
          <a:p>
            <a:pPr lvl="0" algn="ctr" eaLnBrk="1" hangingPunct="1">
              <a:lnSpc>
                <a:spcPct val="110000"/>
              </a:lnSpc>
            </a:pP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천주의 성모 마리아님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, </a:t>
            </a:r>
            <a:r>
              <a:rPr kumimoji="0" lang="ko-KR" altLang="en-US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이</a:t>
            </a:r>
            <a:r>
              <a:rPr kumimoji="0" lang="ko-KR" altLang="en-US" sz="3100" b="1" i="0" u="none" strike="noStrike" cap="none" spc="-20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제와 저희 죽을 때에 저희 죄인을 위하여 빌어주소서</a:t>
            </a:r>
            <a:r>
              <a:rPr kumimoji="0" lang="en-US" altLang="ko-KR" sz="3100" b="1" spc="-200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  <a:cs typeface="Times New Roman" pitchFamily="18" charset="0"/>
              </a:rPr>
              <a:t>. </a:t>
            </a:r>
            <a:r>
              <a:rPr kumimoji="0" lang="ko-KR" altLang="en-US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아멘</a:t>
            </a:r>
            <a:r>
              <a:rPr kumimoji="0" lang="en-US" altLang="ko-KR" sz="3100" b="1" i="0" u="none" strike="noStrike" cap="none" spc="-150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바탕" pitchFamily="18" charset="-127"/>
                <a:ea typeface="바탕" pitchFamily="18" charset="-127"/>
                <a:cs typeface="Times New Roman" pitchFamily="18" charset="0"/>
              </a:rPr>
              <a:t>.</a:t>
            </a:r>
            <a:endParaRPr kumimoji="0" lang="en-US" altLang="ko-KR" sz="3100" b="1" i="0" u="none" strike="noStrike" cap="none" spc="-150" normalizeH="0" baseline="0" dirty="0">
              <a:ln>
                <a:noFill/>
              </a:ln>
              <a:solidFill>
                <a:schemeClr val="bg1"/>
              </a:solidFill>
              <a:effectLst/>
              <a:latin typeface="바탕" pitchFamily="18" charset="-127"/>
              <a:ea typeface="바탕" pitchFamily="18" charset="-127"/>
              <a:cs typeface="Arial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DA81389A-C9F3-9331-04D3-3D9FC43220E6}"/>
              </a:ext>
            </a:extLst>
          </p:cNvPr>
          <p:cNvSpPr txBox="1"/>
          <p:nvPr/>
        </p:nvSpPr>
        <p:spPr>
          <a:xfrm>
            <a:off x="6300192" y="48449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58210258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251520" y="-20538"/>
            <a:ext cx="8604449" cy="5150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3600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  † </a:t>
            </a:r>
            <a:r>
              <a:rPr lang="ko-KR" altLang="en-US" sz="3300" b="1" dirty="0">
                <a:solidFill>
                  <a:schemeClr val="bg2">
                    <a:lumMod val="75000"/>
                  </a:schemeClr>
                </a:solidFill>
                <a:latin typeface="바탕" pitchFamily="18" charset="-127"/>
                <a:ea typeface="바탕" pitchFamily="18" charset="-127"/>
              </a:rPr>
              <a:t> 기도합시다</a:t>
            </a:r>
            <a:endParaRPr lang="en-US" altLang="ko-KR" sz="3300" b="1" dirty="0">
              <a:solidFill>
                <a:schemeClr val="bg2">
                  <a:lumMod val="75000"/>
                </a:schemeClr>
              </a:solidFill>
              <a:latin typeface="바탕" pitchFamily="18" charset="-127"/>
              <a:ea typeface="바탕" pitchFamily="18" charset="-127"/>
            </a:endParaRPr>
          </a:p>
          <a:p>
            <a:pPr>
              <a:lnSpc>
                <a:spcPct val="109000"/>
              </a:lnSpc>
              <a:spcAft>
                <a:spcPts val="1200"/>
              </a:spcAft>
            </a:pPr>
            <a:r>
              <a:rPr lang="ko-KR" altLang="en-US" sz="12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12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3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   </a:t>
            </a:r>
            <a:r>
              <a:rPr lang="ko-KR" altLang="en-US" sz="2800" b="1" dirty="0">
                <a:solidFill>
                  <a:schemeClr val="bg1">
                    <a:lumMod val="85000"/>
                  </a:schemeClr>
                </a:solidFill>
                <a:latin typeface="바탕" pitchFamily="18" charset="-127"/>
                <a:ea typeface="바탕" pitchFamily="18" charset="-127"/>
              </a:rPr>
              <a:t>  </a:t>
            </a: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하느님</a:t>
            </a:r>
            <a:r>
              <a:rPr lang="en-US" altLang="ko-KR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, </a:t>
            </a: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천사의 아룀으로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성자께서 사람이 되심을 알았으니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성자의 수난과 십자가로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부활의 영광에 이르는 은총을</a:t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저희에게 내려주소서</a:t>
            </a:r>
            <a:r>
              <a:rPr lang="en-US" altLang="ko-KR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/>
            </a:r>
            <a:b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</a:b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    우리 주 그리스도를 통하여 비나이다</a:t>
            </a:r>
            <a:r>
              <a:rPr lang="en-US" altLang="ko-KR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.</a:t>
            </a:r>
          </a:p>
          <a:p>
            <a:pPr>
              <a:lnSpc>
                <a:spcPct val="109000"/>
              </a:lnSpc>
            </a:pPr>
            <a:r>
              <a:rPr lang="ko-KR" altLang="en-US" sz="35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    ◎ 아 멘</a:t>
            </a:r>
            <a:endParaRPr lang="en-US" sz="3300" b="1" dirty="0">
              <a:solidFill>
                <a:schemeClr val="bg1">
                  <a:lumMod val="85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BA811EDA-B07E-E0E5-BF81-7CB51F32B966}"/>
              </a:ext>
            </a:extLst>
          </p:cNvPr>
          <p:cNvSpPr txBox="1"/>
          <p:nvPr/>
        </p:nvSpPr>
        <p:spPr>
          <a:xfrm>
            <a:off x="6300192" y="4844906"/>
            <a:ext cx="2808312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ko-KR" altLang="en-US" spc="-200" dirty="0">
                <a:solidFill>
                  <a:schemeClr val="bg1">
                    <a:lumMod val="50000"/>
                  </a:schemeClr>
                </a:solidFill>
                <a:latin typeface="궁서" panose="02030600000101010101" pitchFamily="18" charset="-127"/>
                <a:ea typeface="궁서" panose="02030600000101010101" pitchFamily="18" charset="-127"/>
              </a:rPr>
              <a:t>가톨릭 기도서 © 한국천주교중앙협의회</a:t>
            </a:r>
          </a:p>
        </p:txBody>
      </p:sp>
    </p:spTree>
    <p:extLst>
      <p:ext uri="{BB962C8B-B14F-4D97-AF65-F5344CB8AC3E}">
        <p14:creationId xmlns="" xmlns:p14="http://schemas.microsoft.com/office/powerpoint/2010/main" val="244401918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428642273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/>
          </p:cNvSpPr>
          <p:nvPr/>
        </p:nvSpPr>
        <p:spPr>
          <a:xfrm>
            <a:off x="0" y="1543324"/>
            <a:ext cx="9144000" cy="170816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784" marR="0" lvl="0" indent="0" algn="ctr" defTabSz="914400" eaLnBrk="1" fontAlgn="auto" latinLnBrk="0" hangingPunct="1">
              <a:lnSpc>
                <a:spcPct val="150000"/>
              </a:lnSpc>
              <a:spcBef>
                <a:spcPts val="924"/>
              </a:spcBef>
              <a:spcAft>
                <a:spcPts val="924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미사가 끝났으니 </a:t>
            </a:r>
            <a:b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</a:br>
            <a:r>
              <a:rPr kumimoji="0" lang="ko-KR" altLang="en-US" sz="3700" b="1" i="0" u="none" strike="noStrike" kern="0" cap="none" spc="231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바탕" pitchFamily="18" charset="-127"/>
                <a:ea typeface="바탕" pitchFamily="18" charset="-127"/>
                <a:cs typeface="+mj-cs"/>
              </a:rPr>
              <a:t>안녕히 돌아가십시오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99" name="Black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object 3"/>
          <p:cNvSpPr txBox="1">
            <a:spLocks/>
          </p:cNvSpPr>
          <p:nvPr/>
        </p:nvSpPr>
        <p:spPr>
          <a:xfrm>
            <a:off x="179512" y="1059582"/>
            <a:ext cx="8784976" cy="216674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06450" indent="-715963" defTabSz="914400">
              <a:lnSpc>
                <a:spcPct val="110000"/>
              </a:lnSpc>
              <a:spcAft>
                <a:spcPts val="1800"/>
              </a:spcAft>
              <a:tabLst>
                <a:tab pos="398463" algn="l"/>
              </a:tabLst>
            </a:pPr>
            <a:r>
              <a:rPr lang="ko-KR" altLang="en-US" sz="3000" b="1" dirty="0">
                <a:solidFill>
                  <a:schemeClr val="bg1"/>
                </a:solidFill>
                <a:latin typeface="바탕" pitchFamily="18" charset="-127"/>
                <a:ea typeface="바탕" pitchFamily="18" charset="-127"/>
              </a:rPr>
              <a:t>○	당신의 법 하도 놀라워, 제 영혼 그 법을 따르나이다. 당신 말씀 밝히시면 그 빛으로, 미련한 이들이 깨치나이다. ◎</a:t>
            </a:r>
            <a:endParaRPr lang="en-US" altLang="ko-KR" sz="3200" b="1" dirty="0">
              <a:solidFill>
                <a:schemeClr val="bg2">
                  <a:lumMod val="90000"/>
                </a:schemeClr>
              </a:solidFill>
              <a:latin typeface="바탕" pitchFamily="18" charset="-127"/>
              <a:ea typeface="바탕" pitchFamily="18" charset="-127"/>
            </a:endParaRPr>
          </a:p>
        </p:txBody>
      </p:sp>
      <p:sp>
        <p:nvSpPr>
          <p:cNvPr id="5" name="object 3"/>
          <p:cNvSpPr txBox="1">
            <a:spLocks/>
          </p:cNvSpPr>
          <p:nvPr/>
        </p:nvSpPr>
        <p:spPr>
          <a:xfrm>
            <a:off x="179512" y="-20538"/>
            <a:ext cx="7560840" cy="50674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938" lvl="0" defTabSz="914400">
              <a:lnSpc>
                <a:spcPct val="150000"/>
              </a:lnSpc>
              <a:defRPr/>
            </a:pPr>
            <a:r>
              <a:rPr kumimoji="0" lang="ko-KR" altLang="en-US" sz="2600" i="0" u="none" strike="noStrike" kern="0" cap="none" spc="-117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궁서" pitchFamily="18" charset="-127"/>
                <a:ea typeface="궁서" pitchFamily="18" charset="-127"/>
                <a:cs typeface="+mj-cs"/>
              </a:rPr>
              <a:t>화 답 송   시편 119(118)</a:t>
            </a:r>
            <a:endParaRPr kumimoji="0" lang="ko-KR" altLang="en-US" sz="2300" i="0" u="none" strike="noStrike" kern="0" cap="none" spc="100" normalizeH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궁서" pitchFamily="18" charset="-127"/>
              <a:ea typeface="궁서" pitchFamily="18" charset="-127"/>
              <a:cs typeface="+mj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D4766CF3-9F91-47A3-BADF-F0FA5677B86A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AU" sz="2000" b="1" dirty="0">
                <a:solidFill>
                  <a:schemeClr val="accent2"/>
                </a:solidFill>
                <a:latin typeface="dotum" panose="020B0600000101010101" pitchFamily="50" charset="-127"/>
                <a:ea typeface="dotum" panose="020B0600000101010101" pitchFamily="50" charset="-127"/>
              </a:rPr>
              <a:t>Responsorial Psalm</a:t>
            </a:r>
            <a:endParaRPr lang="en-AU" sz="2000" dirty="0">
              <a:solidFill>
                <a:schemeClr val="accent2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2F8B2C58-5C76-5761-5958-79D4735498C9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tx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object 3">
            <a:extLst>
              <a:ext uri="{FF2B5EF4-FFF2-40B4-BE49-F238E27FC236}">
                <a16:creationId xmlns="" xmlns:a16="http://schemas.microsoft.com/office/drawing/2014/main" id="{E41B86AD-665A-50DD-8DF6-B91BB4908BC9}"/>
              </a:ext>
            </a:extLst>
          </p:cNvPr>
          <p:cNvSpPr txBox="1">
            <a:spLocks/>
          </p:cNvSpPr>
          <p:nvPr/>
        </p:nvSpPr>
        <p:spPr>
          <a:xfrm>
            <a:off x="179512" y="-20538"/>
            <a:ext cx="7344816" cy="46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 답 송   시편 119(118)</a:t>
            </a:r>
            <a:endParaRPr kumimoji="0" lang="ko-KR" altLang="en-US" sz="22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="" xmlns:a16="http://schemas.microsoft.com/office/drawing/2014/main" id="{7DAC4F81-59A4-178C-C8E2-CD2C45116914}"/>
              </a:ext>
            </a:extLst>
          </p:cNvPr>
          <p:cNvSpPr/>
          <p:nvPr/>
        </p:nvSpPr>
        <p:spPr>
          <a:xfrm>
            <a:off x="6602690" y="21371"/>
            <a:ext cx="250581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2000" b="1" i="0" u="none" strike="noStrike" kern="120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dotum" panose="020B0600000101010101" pitchFamily="50" charset="-127"/>
                <a:ea typeface="dotum" panose="020B0600000101010101" pitchFamily="50" charset="-127"/>
                <a:cs typeface="+mn-cs"/>
              </a:rPr>
              <a:t>Responsorial Psalm</a:t>
            </a:r>
            <a:endParaRPr kumimoji="0" lang="en-AU" sz="2000" b="0" i="0" u="none" strike="noStrike" kern="120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93DB0FDA-8A24-E7A6-74B2-97CDE3EDB122}"/>
              </a:ext>
            </a:extLst>
          </p:cNvPr>
          <p:cNvSpPr txBox="1"/>
          <p:nvPr/>
        </p:nvSpPr>
        <p:spPr>
          <a:xfrm>
            <a:off x="3203848" y="4804578"/>
            <a:ext cx="590465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715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전례문 © 한국천주교중앙협의회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,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출처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: 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박원주 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&lt;</a:t>
            </a:r>
            <a:r>
              <a:rPr kumimoji="0" lang="ko-KR" altLang="en-US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화답송과 시편의 노래</a:t>
            </a:r>
            <a:r>
              <a:rPr kumimoji="0" lang="en-AU" altLang="ko-KR" sz="1400" b="0" i="0" u="none" strike="noStrike" kern="1200" cap="none" spc="-10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궁서" panose="02030600000101010101" pitchFamily="18" charset="-127"/>
                <a:ea typeface="궁서" panose="02030600000101010101" pitchFamily="18" charset="-127"/>
                <a:cs typeface="+mn-cs"/>
              </a:rPr>
              <a:t>&gt; 2022</a:t>
            </a:r>
            <a:endParaRPr kumimoji="0" lang="ko-KR" altLang="en-US" sz="1400" b="0" i="0" u="none" strike="noStrike" kern="1200" cap="none" spc="-10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궁서" panose="02030600000101010101" pitchFamily="18" charset="-127"/>
              <a:ea typeface="궁서" panose="02030600000101010101" pitchFamily="18" charset="-127"/>
              <a:cs typeface="+mn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7504" y="893632"/>
            <a:ext cx="6912768" cy="17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31640" y="2715766"/>
            <a:ext cx="7713746" cy="17281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4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5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6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7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8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9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40243</TotalTime>
  <Words>2209</Words>
  <Application>Microsoft Office PowerPoint</Application>
  <PresentationFormat>화면 슬라이드 쇼(16:9)</PresentationFormat>
  <Paragraphs>567</Paragraphs>
  <Slides>143</Slides>
  <Notes>95</Notes>
  <HiddenSlides>0</HiddenSlides>
  <MMClips>0</MMClips>
  <ScaleCrop>false</ScaleCrop>
  <HeadingPairs>
    <vt:vector size="4" baseType="variant">
      <vt:variant>
        <vt:lpstr>테마</vt:lpstr>
      </vt:variant>
      <vt:variant>
        <vt:i4>10</vt:i4>
      </vt:variant>
      <vt:variant>
        <vt:lpstr>슬라이드 제목</vt:lpstr>
      </vt:variant>
      <vt:variant>
        <vt:i4>152</vt:i4>
      </vt:variant>
    </vt:vector>
  </HeadingPairs>
  <TitlesOfParts>
    <vt:vector size="162" baseType="lpstr">
      <vt:lpstr>Office Theme</vt:lpstr>
      <vt:lpstr>1_Office Theme</vt:lpstr>
      <vt:lpstr>2_Office Theme</vt:lpstr>
      <vt:lpstr>3_Office Theme</vt:lpstr>
      <vt:lpstr>4_Office Theme</vt:lpstr>
      <vt:lpstr>5_Office Theme</vt:lpstr>
      <vt:lpstr>6_Office Theme</vt:lpstr>
      <vt:lpstr>7_Office Theme</vt:lpstr>
      <vt:lpstr>8_Office Theme</vt:lpstr>
      <vt:lpstr>9_Office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성모 찬송</vt:lpstr>
      <vt:lpstr>성모 찬송</vt:lpstr>
      <vt:lpstr>성모 찬송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입당송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  <vt:lpstr>슬라이드 45</vt:lpstr>
      <vt:lpstr>슬라이드 46</vt:lpstr>
      <vt:lpstr>슬라이드 47</vt:lpstr>
      <vt:lpstr>제 1 독서   열왕기 하권의 말씀입니다.</vt:lpstr>
      <vt:lpstr>슬라이드 49</vt:lpstr>
      <vt:lpstr>슬라이드 50</vt:lpstr>
      <vt:lpstr>슬라이드 51</vt:lpstr>
      <vt:lpstr>슬라이드 52</vt:lpstr>
      <vt:lpstr>슬라이드 53</vt:lpstr>
      <vt:lpstr>슬라이드 54</vt:lpstr>
      <vt:lpstr>슬라이드 55</vt:lpstr>
      <vt:lpstr>슬라이드 56</vt:lpstr>
      <vt:lpstr>슬라이드 57</vt:lpstr>
      <vt:lpstr>슬라이드 58</vt:lpstr>
      <vt:lpstr>슬라이드 59</vt:lpstr>
      <vt:lpstr>슬라이드 60</vt:lpstr>
      <vt:lpstr>슬라이드 61</vt:lpstr>
      <vt:lpstr>제 2 독서  사도 바오로의 로마서 말씀입니다.</vt:lpstr>
      <vt:lpstr>슬라이드 63</vt:lpstr>
      <vt:lpstr>슬라이드 64</vt:lpstr>
      <vt:lpstr>슬라이드 65</vt:lpstr>
      <vt:lpstr>슬라이드 66</vt:lpstr>
      <vt:lpstr>슬라이드 67</vt:lpstr>
      <vt:lpstr>슬라이드 68</vt:lpstr>
      <vt:lpstr>슬라이드 69</vt:lpstr>
      <vt:lpstr>슬라이드 70</vt:lpstr>
      <vt:lpstr>슬라이드 71</vt:lpstr>
      <vt:lpstr>슬라이드 72</vt:lpstr>
      <vt:lpstr>슬라이드 73</vt:lpstr>
      <vt:lpstr>슬라이드 74</vt:lpstr>
      <vt:lpstr>슬라이드 75</vt:lpstr>
      <vt:lpstr>슬라이드 76</vt:lpstr>
      <vt:lpstr>슬라이드 77</vt:lpstr>
      <vt:lpstr>슬라이드 78</vt:lpstr>
      <vt:lpstr>슬라이드 79</vt:lpstr>
      <vt:lpstr>슬라이드 80</vt:lpstr>
      <vt:lpstr>슬라이드 81</vt:lpstr>
      <vt:lpstr>슬라이드 82</vt:lpstr>
      <vt:lpstr>슬라이드 83</vt:lpstr>
      <vt:lpstr>슬라이드 84</vt:lpstr>
      <vt:lpstr>슬라이드 85</vt:lpstr>
      <vt:lpstr>슬라이드 86</vt:lpstr>
      <vt:lpstr>슬라이드 87</vt:lpstr>
      <vt:lpstr>슬라이드 88</vt:lpstr>
      <vt:lpstr>슬라이드 89</vt:lpstr>
      <vt:lpstr>슬라이드 90</vt:lpstr>
      <vt:lpstr>슬라이드 91</vt:lpstr>
      <vt:lpstr>슬라이드 92</vt:lpstr>
      <vt:lpstr>슬라이드 93</vt:lpstr>
      <vt:lpstr>슬라이드 94</vt:lpstr>
      <vt:lpstr>슬라이드 95</vt:lpstr>
      <vt:lpstr>슬라이드 96</vt:lpstr>
      <vt:lpstr>슬라이드 97</vt:lpstr>
      <vt:lpstr>슬라이드 98</vt:lpstr>
      <vt:lpstr>슬라이드 99</vt:lpstr>
      <vt:lpstr>슬라이드 100</vt:lpstr>
      <vt:lpstr>슬라이드 101</vt:lpstr>
      <vt:lpstr>슬라이드 102</vt:lpstr>
      <vt:lpstr>슬라이드 103</vt:lpstr>
      <vt:lpstr>슬라이드 104</vt:lpstr>
      <vt:lpstr>슬라이드 105</vt:lpstr>
      <vt:lpstr>슬라이드 106</vt:lpstr>
      <vt:lpstr>슬라이드 107</vt:lpstr>
      <vt:lpstr>슬라이드 108</vt:lpstr>
      <vt:lpstr>슬라이드 109</vt:lpstr>
      <vt:lpstr>슬라이드 110</vt:lpstr>
      <vt:lpstr>슬라이드 111</vt:lpstr>
      <vt:lpstr>슬라이드 112</vt:lpstr>
      <vt:lpstr>슬라이드 113</vt:lpstr>
      <vt:lpstr>슬라이드 114</vt:lpstr>
      <vt:lpstr>슬라이드 115</vt:lpstr>
      <vt:lpstr>슬라이드 116</vt:lpstr>
      <vt:lpstr>영성체</vt:lpstr>
      <vt:lpstr>슬라이드 118</vt:lpstr>
      <vt:lpstr>영성체송</vt:lpstr>
      <vt:lpstr>슬라이드 120</vt:lpstr>
      <vt:lpstr>슬라이드 121</vt:lpstr>
      <vt:lpstr>슬라이드 122</vt:lpstr>
      <vt:lpstr>슬라이드 123</vt:lpstr>
      <vt:lpstr>슬라이드 124</vt:lpstr>
      <vt:lpstr>슬라이드 125</vt:lpstr>
      <vt:lpstr>슬라이드 126</vt:lpstr>
      <vt:lpstr>슬라이드 127</vt:lpstr>
      <vt:lpstr>슬라이드 128</vt:lpstr>
      <vt:lpstr>슬라이드 129</vt:lpstr>
      <vt:lpstr>슬라이드 130</vt:lpstr>
      <vt:lpstr>슬라이드 131</vt:lpstr>
      <vt:lpstr>슬라이드 132</vt:lpstr>
      <vt:lpstr>슬라이드 133</vt:lpstr>
      <vt:lpstr>슬라이드 134</vt:lpstr>
      <vt:lpstr>슬라이드 135</vt:lpstr>
      <vt:lpstr>슬라이드 136</vt:lpstr>
      <vt:lpstr>슬라이드 137</vt:lpstr>
      <vt:lpstr>파 견</vt:lpstr>
      <vt:lpstr>슬라이드 139</vt:lpstr>
      <vt:lpstr>슬라이드 140</vt:lpstr>
      <vt:lpstr>슬라이드 141</vt:lpstr>
      <vt:lpstr>슬라이드 142</vt:lpstr>
      <vt:lpstr>슬라이드 143</vt:lpstr>
      <vt:lpstr>슬라이드 144</vt:lpstr>
      <vt:lpstr>슬라이드 145</vt:lpstr>
      <vt:lpstr>슬라이드 146</vt:lpstr>
      <vt:lpstr>슬라이드 147</vt:lpstr>
      <vt:lpstr>슬라이드 148</vt:lpstr>
      <vt:lpstr>슬라이드 149</vt:lpstr>
      <vt:lpstr>슬라이드 150</vt:lpstr>
      <vt:lpstr>슬라이드 151</vt:lpstr>
      <vt:lpstr>슬라이드 152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Scott</cp:lastModifiedBy>
  <cp:revision>2046</cp:revision>
  <dcterms:created xsi:type="dcterms:W3CDTF">2016-08-30T00:06:00Z</dcterms:created>
  <dcterms:modified xsi:type="dcterms:W3CDTF">2026-07-15T21:59:00Z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2016-08-27T00:00:00Z</vt:filetime>
  </property>
  <property fmtid="{D5CDD505-2E9C-101B-9397-08002B2CF9AE}" pid="3" name="Creator">
    <vt:lpwstr>Adobe InDesign CC 2015 (Macintosh)</vt:lpwstr>
  </property>
  <property fmtid="{D5CDD505-2E9C-101B-9397-08002B2CF9AE}" pid="4" name="LastSaved">
    <vt:filetime>2016-08-30T00:00:00Z</vt:filetime>
  </property>
</Properties>
</file>
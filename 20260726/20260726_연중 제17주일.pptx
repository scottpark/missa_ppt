
<file path=[Content_Types].xml><?xml version="1.0" encoding="utf-8"?>
<Types xmlns="http://schemas.openxmlformats.org/package/2006/content-types">
  <Override PartName="/ppt/slideMasters/slideMaster3.xml" ContentType="application/vnd.openxmlformats-officedocument.presentationml.slideMaster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94.xml" ContentType="application/vnd.openxmlformats-officedocument.presentationml.slide+xml"/>
  <Override PartName="/ppt/slides/slide142.xml" ContentType="application/vnd.openxmlformats-officedocument.presentationml.slide+xml"/>
  <Override PartName="/ppt/theme/theme5.xml" ContentType="application/vnd.openxmlformats-officedocument.theme+xml"/>
  <Override PartName="/ppt/slideLayouts/slideLayout57.xml" ContentType="application/vnd.openxmlformats-officedocument.presentationml.slideLayout+xml"/>
  <Override PartName="/ppt/notesSlides/notesSlide2.xml" ContentType="application/vnd.openxmlformats-officedocument.presentationml.notesSlide+xml"/>
  <Override PartName="/ppt/slides/slide36.xml" ContentType="application/vnd.openxmlformats-officedocument.presentationml.slide+xml"/>
  <Override PartName="/ppt/slides/slide83.xml" ContentType="application/vnd.openxmlformats-officedocument.presentationml.slide+xml"/>
  <Override PartName="/ppt/slides/slide120.xml" ContentType="application/vnd.openxmlformats-officedocument.presentationml.slide+xml"/>
  <Override PartName="/ppt/slides/slide131.xml" ContentType="application/vnd.openxmlformats-officedocument.presentationml.slide+xml"/>
  <Override PartName="/ppt/slideLayouts/slideLayout46.xml" ContentType="application/vnd.openxmlformats-officedocument.presentationml.slideLayout+xml"/>
  <Override PartName="/ppt/slideLayouts/slideLayout93.xml" ContentType="application/vnd.openxmlformats-officedocument.presentationml.slideLayout+xml"/>
  <Override PartName="/ppt/notesSlides/notesSlide38.xml" ContentType="application/vnd.openxmlformats-officedocument.presentationml.notesSlide+xml"/>
  <Override PartName="/ppt/notesSlides/notesSlide49.xml" ContentType="application/vnd.openxmlformats-officedocument.presentationml.notesSlide+xml"/>
  <Override PartName="/ppt/slides/slide25.xml" ContentType="application/vnd.openxmlformats-officedocument.presentationml.slide+xml"/>
  <Override PartName="/ppt/slides/slide72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82.xml" ContentType="application/vnd.openxmlformats-officedocument.presentationml.slideLayout+xml"/>
  <Override PartName="/ppt/notesSlides/notesSlide27.xml" ContentType="application/vnd.openxmlformats-officedocument.presentationml.notesSlide+xml"/>
  <Default Extension="xml" ContentType="application/xml"/>
  <Override PartName="/ppt/slides/slide14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1.xml" ContentType="application/vnd.openxmlformats-officedocument.presentationml.slideLayout+xml"/>
  <Override PartName="/ppt/notesSlides/notesSlide16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slideMasters/slideMaster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47.xml" ContentType="application/vnd.openxmlformats-officedocument.presentationml.slide+xml"/>
  <Override PartName="/ppt/slides/slide158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99.xml" ContentType="application/vnd.openxmlformats-officedocument.presentationml.slide+xml"/>
  <Override PartName="/ppt/slides/slide13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25.xml" ContentType="application/vnd.openxmlformats-officedocument.presentationml.slide+xml"/>
  <Override PartName="/ppt/theme/theme10.xml" ContentType="application/vnd.openxmlformats-officedocument.theme+xml"/>
  <Override PartName="/ppt/slideLayouts/slideLayout87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66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s/slide150.xml" ContentType="application/vnd.openxmlformats-officedocument.presentationml.slide+xml"/>
  <Default Extension="png" ContentType="image/png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s/slide55.xml" ContentType="application/vnd.openxmlformats-officedocument.presentationml.slide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Layouts/slideLayout4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0.xml" ContentType="application/vnd.openxmlformats-officedocument.presentationml.slideLayout+xml"/>
  <Override PartName="/ppt/notesSlides/notesSlide46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slideMaster16.xml" ContentType="application/vnd.openxmlformats-officedocument.presentationml.slideMaster+xml"/>
  <Override PartName="/ppt/slides/slide22.xml" ContentType="application/vnd.openxmlformats-officedocument.presentationml.slide+xml"/>
  <Override PartName="/ppt/slideLayouts/slideLayout32.xml" ContentType="application/vnd.openxmlformats-officedocument.presentationml.slideLayout+xml"/>
  <Override PartName="/ppt/notesSlides/notesSlide2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Layouts/slideLayout21.xml" ContentType="application/vnd.openxmlformats-officedocument.presentationml.slideLayout+xml"/>
  <Override PartName="/ppt/notesSlides/notesSlide13.xml" ContentType="application/vnd.openxmlformats-officedocument.presentationml.notes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theme/theme15.xml" ContentType="application/vnd.openxmlformats-officedocument.theme+xml"/>
  <Override PartName="/ppt/slides/slide108.xml" ContentType="application/vnd.openxmlformats-officedocument.presentationml.slide+xml"/>
  <Override PartName="/ppt/slides/slide155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49.xml" ContentType="application/vnd.openxmlformats-officedocument.presentationml.slide+xml"/>
  <Override PartName="/ppt/slides/slide96.xml" ContentType="application/vnd.openxmlformats-officedocument.presentationml.slide+xml"/>
  <Override PartName="/ppt/slides/slide144.xml" ContentType="application/vnd.openxmlformats-officedocument.presentationml.slide+xml"/>
  <Override PartName="/ppt/theme/theme7.xml" ContentType="application/vnd.openxmlformats-officedocument.theme+xml"/>
  <Override PartName="/ppt/slideLayouts/slideLayout59.xml" ContentType="application/vnd.openxmlformats-officedocument.presentationml.slideLayout+xml"/>
  <Override PartName="/ppt/notesSlides/notesSlide4.xml" ContentType="application/vnd.openxmlformats-officedocument.presentationml.notesSlide+xml"/>
  <Override PartName="/ppt/slides/slide38.xml" ContentType="application/vnd.openxmlformats-officedocument.presentationml.slide+xml"/>
  <Override PartName="/ppt/slides/slide85.xml" ContentType="application/vnd.openxmlformats-officedocument.presentationml.slide+xml"/>
  <Override PartName="/ppt/slides/slide122.xml" ContentType="application/vnd.openxmlformats-officedocument.presentationml.slide+xml"/>
  <Override PartName="/ppt/slides/slide133.xml" ContentType="application/vnd.openxmlformats-officedocument.presentationml.slide+xml"/>
  <Override PartName="/ppt/slideLayouts/slideLayout48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s/slide27.xml" ContentType="application/vnd.openxmlformats-officedocument.presentationml.slide+xml"/>
  <Override PartName="/ppt/slides/slide74.xml" ContentType="application/vnd.openxmlformats-officedocument.presentationml.slide+xml"/>
  <Override PartName="/ppt/slides/slide111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4.xml" ContentType="application/vnd.openxmlformats-officedocument.presentationml.slideLayout+xml"/>
  <Override PartName="/ppt/notesSlides/notesSlide29.xml" ContentType="application/vnd.openxmlformats-officedocument.presentationml.notes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100.xml" ContentType="application/vnd.openxmlformats-officedocument.presentationml.slide+xml"/>
  <Override PartName="/ppt/slideLayouts/slideLayout1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73.xml" ContentType="application/vnd.openxmlformats-officedocument.presentationml.slideLayout+xml"/>
  <Override PartName="/ppt/notesSlides/notesSlide18.xml" ContentType="application/vnd.openxmlformats-officedocument.presentationml.notesSlide+xml"/>
  <Override PartName="/ppt/slides/slide41.xml" ContentType="application/vnd.openxmlformats-officedocument.presentationml.slide+xml"/>
  <Override PartName="/ppt/slideLayouts/slideLayout51.xml" ContentType="application/vnd.openxmlformats-officedocument.presentationml.slideLayout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slides/slide30.xml" ContentType="application/vnd.openxmlformats-officedocument.presentationml.slide+xml"/>
  <Override PartName="/ppt/slides/slide149.xml" ContentType="application/vnd.openxmlformats-officedocument.presentationml.slide+xml"/>
  <Override PartName="/ppt/slideLayouts/slideLayout40.xml" ContentType="application/vnd.openxmlformats-officedocument.presentationml.slideLayout+xml"/>
  <Override PartName="/ppt/notesSlides/notesSlide32.xml" ContentType="application/vnd.openxmlformats-officedocument.presentationml.notesSlide+xml"/>
  <Override PartName="/ppt/slideMasters/slideMaster13.xml" ContentType="application/vnd.openxmlformats-officedocument.presentationml.slideMaster+xml"/>
  <Override PartName="/ppt/slides/slide138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21.xml" ContentType="application/vnd.openxmlformats-officedocument.presentationml.notesSlide+xml"/>
  <Override PartName="/ppt/slides/slide79.xml" ContentType="application/vnd.openxmlformats-officedocument.presentationml.slide+xml"/>
  <Override PartName="/ppt/slides/slide127.xml" ContentType="application/vnd.openxmlformats-officedocument.presentationml.slide+xml"/>
  <Override PartName="/ppt/theme/theme12.xml" ContentType="application/vnd.openxmlformats-officedocument.theme+xml"/>
  <Override PartName="/ppt/slideLayouts/slideLayout89.xml" ContentType="application/vnd.openxmlformats-officedocument.presentationml.slideLayout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116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57.xml" ContentType="application/vnd.openxmlformats-officedocument.presentationml.slide+xml"/>
  <Override PartName="/ppt/slides/slide105.xml" ContentType="application/vnd.openxmlformats-officedocument.presentationml.slide+xml"/>
  <Override PartName="/ppt/slides/slide141.xml" ContentType="application/vnd.openxmlformats-officedocument.presentationml.slide+xml"/>
  <Override PartName="/ppt/slides/slide152.xml" ContentType="application/vnd.openxmlformats-officedocument.presentationml.slide+xml"/>
  <Override PartName="/ppt/theme/theme4.xml" ContentType="application/vnd.openxmlformats-officedocument.theme+xml"/>
  <Override PartName="/ppt/slideLayouts/slideLayout6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46.xml" ContentType="application/vnd.openxmlformats-officedocument.presentationml.slide+xml"/>
  <Override PartName="/ppt/slides/slide93.xml" ContentType="application/vnd.openxmlformats-officedocument.presentationml.slide+xml"/>
  <Override PartName="/ppt/slides/slide130.xml" ContentType="application/vnd.openxmlformats-officedocument.presentationml.slide+xml"/>
  <Override PartName="/ppt/slideLayouts/slideLayout45.xml" ContentType="application/vnd.openxmlformats-officedocument.presentationml.slideLayout+xml"/>
  <Override PartName="/ppt/slideLayouts/slideLayout56.xml" ContentType="application/vnd.openxmlformats-officedocument.presentationml.slideLayout+xml"/>
  <Override PartName="/ppt/notesSlides/notesSlide48.xml" ContentType="application/vnd.openxmlformats-officedocument.presentationml.notesSlide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Override PartName="/ppt/slideLayouts/slideLayout34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92.xml" ContentType="application/vnd.openxmlformats-officedocument.presentationml.slideLayout+xml"/>
  <Override PartName="/ppt/notesSlides/notesSlide37.xml" ContentType="application/vnd.openxmlformats-officedocument.presentationml.notesSlide+xml"/>
  <Override PartName="/ppt/slides/slide13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70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6.xml" ContentType="application/vnd.openxmlformats-officedocument.presentationml.notesSlide+xml"/>
  <Override PartName="/ppt/slideMasters/slideMaster14.xml" ContentType="application/vnd.openxmlformats-officedocument.presentationml.slideMaster+xml"/>
  <Override PartName="/ppt/slides/slide20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17.xml" ContentType="application/vnd.openxmlformats-officedocument.theme+xml"/>
  <Override PartName="/ppt/notesSlides/notesSlide2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slides/slide139.xml" ContentType="application/vnd.openxmlformats-officedocument.presentationml.slide+xml"/>
  <Override PartName="/ppt/slides/slide15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40.xml" ContentType="application/vnd.openxmlformats-officedocument.presentationml.notesSlide+xml"/>
  <Override PartName="/ppt/slideMasters/slideMaster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98.xml" ContentType="application/vnd.openxmlformats-officedocument.presentationml.slide+xml"/>
  <Override PartName="/ppt/slides/slide117.xml" ContentType="application/vnd.openxmlformats-officedocument.presentationml.slide+xml"/>
  <Override PartName="/ppt/slides/slide128.xml" ContentType="application/vnd.openxmlformats-officedocument.presentationml.slide+xml"/>
  <Override PartName="/ppt/slides/slide146.xml" ContentType="application/vnd.openxmlformats-officedocument.presentationml.slide+xml"/>
  <Override PartName="/ppt/theme/theme9.xml" ContentType="application/vnd.openxmlformats-officedocument.theme+xml"/>
  <Override PartName="/ppt/theme/theme13.xml" ContentType="application/vnd.openxmlformats-officedocument.them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slides/slide69.xml" ContentType="application/vnd.openxmlformats-officedocument.presentationml.slide+xml"/>
  <Override PartName="/ppt/slides/slide87.xml" ContentType="application/vnd.openxmlformats-officedocument.presentationml.slide+xml"/>
  <Override PartName="/ppt/slides/slide106.xml" ContentType="application/vnd.openxmlformats-officedocument.presentationml.slide+xml"/>
  <Override PartName="/ppt/slides/slide124.xml" ContentType="application/vnd.openxmlformats-officedocument.presentationml.slide+xml"/>
  <Override PartName="/ppt/slides/slide135.xml" ContentType="application/vnd.openxmlformats-officedocument.presentationml.slide+xml"/>
  <Override PartName="/ppt/slides/slide153.xml" ContentType="application/vnd.openxmlformats-officedocument.presentationml.slide+xml"/>
  <Override PartName="/ppt/slideLayouts/slideLayout6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s/slide29.xml" ContentType="application/vnd.openxmlformats-officedocument.presentationml.slide+xml"/>
  <Override PartName="/ppt/slides/slide76.xml" ContentType="application/vnd.openxmlformats-officedocument.presentationml.slide+xml"/>
  <Override PartName="/ppt/slides/slide113.xml" ContentType="application/vnd.openxmlformats-officedocument.presentationml.slide+xml"/>
  <Override PartName="/ppt/slideLayouts/slideLayout39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102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s/slide43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53.xml" ContentType="application/vnd.openxmlformats-officedocument.presentationml.slideLayout+xml"/>
  <Override PartName="/ppt/notesSlides/notesSlide45.xml" ContentType="application/vnd.openxmlformats-officedocument.presentationml.notesSlide+xml"/>
  <Override PartName="/ppt/notesSlides/notesSlide56.xml" ContentType="application/vnd.openxmlformats-officedocument.presentationml.notesSlide+xml"/>
  <Override PartName="/ppt/slides/slide32.xml" ContentType="application/vnd.openxmlformats-officedocument.presentationml.slide+xml"/>
  <Override PartName="/ppt/slideLayouts/slideLayout42.xml" ContentType="application/vnd.openxmlformats-officedocument.presentationml.slideLayout+xml"/>
  <Override PartName="/ppt/notesSlides/notesSlide34.xml" ContentType="application/vnd.openxmlformats-officedocument.presentationml.notesSlide+xml"/>
  <Override PartName="/ppt/slideMasters/slideMaster15.xml" ContentType="application/vnd.openxmlformats-officedocument.presentationml.slide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notesSlides/notesSlide23.xml" ContentType="application/vnd.openxmlformats-officedocument.presentationml.notesSlide+xml"/>
  <Override PartName="/docProps/custom.xml" ContentType="application/vnd.openxmlformats-officedocument.custom-properties+xml"/>
  <Override PartName="/ppt/slides/slide129.xml" ContentType="application/vnd.openxmlformats-officedocument.presentationml.slide+xml"/>
  <Override PartName="/ppt/theme/theme14.xml" ContentType="application/vnd.openxmlformats-officedocument.theme+xml"/>
  <Override PartName="/ppt/notesSlides/notesSlide12.xml" ContentType="application/vnd.openxmlformats-officedocument.presentationml.notesSlide+xml"/>
  <Override PartName="/ppt/slides/slide118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107.xml" ContentType="application/vnd.openxmlformats-officedocument.presentationml.slide+xml"/>
  <Override PartName="/ppt/slides/slide143.xml" ContentType="application/vnd.openxmlformats-officedocument.presentationml.slide+xml"/>
  <Override PartName="/ppt/slides/slide154.xml" ContentType="application/vnd.openxmlformats-officedocument.presentationml.slide+xml"/>
  <Override PartName="/ppt/viewProps.xml" ContentType="application/vnd.openxmlformats-officedocument.presentationml.viewProps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s/slide48.xml" ContentType="application/vnd.openxmlformats-officedocument.presentationml.slide+xml"/>
  <Override PartName="/ppt/slides/slide95.xml" ContentType="application/vnd.openxmlformats-officedocument.presentationml.slide+xml"/>
  <Override PartName="/ppt/slides/slide132.xml" ContentType="application/vnd.openxmlformats-officedocument.presentationml.slide+xml"/>
  <Override PartName="/ppt/slideLayouts/slideLayout58.xml" ContentType="application/vnd.openxmlformats-officedocument.presentationml.slideLayout+xml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slideLayouts/slideLayout3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94.xml" ContentType="application/vnd.openxmlformats-officedocument.presentationml.slideLayout+xml"/>
  <Override PartName="/ppt/notesSlides/notesSlide3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2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2.xml" ContentType="application/vnd.openxmlformats-officedocument.presentationml.slideLayout+xml"/>
  <Override PartName="/ppt/notesSlides/notesSlide17.xml" ContentType="application/vnd.openxmlformats-officedocument.presentationml.notesSlide+xml"/>
  <Override PartName="/ppt/notesSlides/notesSlide28.xml" ContentType="application/vnd.openxmlformats-officedocument.presentationml.notesSlide+xml"/>
  <Override PartName="/ppt/slides/slide51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61.xml" ContentType="application/vnd.openxmlformats-officedocument.presentationml.slideLayout+xml"/>
  <Override PartName="/ppt/notesSlides/notesSlide53.xml" ContentType="application/vnd.openxmlformats-officedocument.presentationml.notesSlide+xml"/>
  <Override PartName="/ppt/slides/slide40.xml" ContentType="application/vnd.openxmlformats-officedocument.presentationml.slide+xml"/>
  <Override PartName="/ppt/slides/slide159.xml" ContentType="application/vnd.openxmlformats-officedocument.presentationml.slide+xml"/>
  <Override PartName="/ppt/slideLayouts/slideLayout50.xml" ContentType="application/vnd.openxmlformats-officedocument.presentationml.slideLayout+xml"/>
  <Override PartName="/ppt/notesSlides/notesSlide42.xml" ContentType="application/vnd.openxmlformats-officedocument.presentationml.notesSlide+xml"/>
  <Override PartName="/ppt/slideMasters/slideMaster9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48.xml" ContentType="application/vnd.openxmlformats-officedocument.presentationml.slide+xml"/>
  <Override PartName="/ppt/notesSlides/notesSlide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1.xml" ContentType="application/vnd.openxmlformats-officedocument.presentationml.notesSlide+xml"/>
  <Override PartName="/ppt/slides/slide89.xml" ContentType="application/vnd.openxmlformats-officedocument.presentationml.slide+xml"/>
  <Override PartName="/ppt/slides/slide126.xml" ContentType="application/vnd.openxmlformats-officedocument.presentationml.slide+xml"/>
  <Override PartName="/ppt/slides/slide137.xml" ContentType="application/vnd.openxmlformats-officedocument.presentationml.slide+xml"/>
  <Override PartName="/ppt/slides/slide78.xml" ContentType="application/vnd.openxmlformats-officedocument.presentationml.slide+xml"/>
  <Override PartName="/ppt/slides/slide115.xml" ContentType="application/vnd.openxmlformats-officedocument.presentationml.slide+xml"/>
  <Override PartName="/ppt/theme/theme11.xml" ContentType="application/vnd.openxmlformats-officedocument.theme+xml"/>
  <Override PartName="/ppt/slideLayouts/slideLayout88.xml" ContentType="application/vnd.openxmlformats-officedocument.presentationml.slideLayout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104.xml" ContentType="application/vnd.openxmlformats-officedocument.presentationml.slide+xml"/>
  <Override PartName="/ppt/slides/slide151.xml" ContentType="application/vnd.openxmlformats-officedocument.presentationml.slide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5.xml" ContentType="application/vnd.openxmlformats-officedocument.presentationml.slide+xml"/>
  <Override PartName="/ppt/slides/slide92.xml" ContentType="application/vnd.openxmlformats-officedocument.presentationml.slide+xml"/>
  <Override PartName="/ppt/slides/slide140.xml" ContentType="application/vnd.openxmlformats-officedocument.presentationml.slide+xml"/>
  <Override PartName="/ppt/theme/theme3.xml" ContentType="application/vnd.openxmlformats-officedocument.theme+xml"/>
  <Override PartName="/ppt/slideLayouts/slideLayout55.xml" ContentType="application/vnd.openxmlformats-officedocument.presentationml.slideLayout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81.xml" ContentType="application/vnd.openxmlformats-officedocument.presentationml.slide+xml"/>
  <Override PartName="/ppt/slideLayouts/slideLayout44.xml" ContentType="application/vnd.openxmlformats-officedocument.presentationml.slideLayout+xml"/>
  <Override PartName="/ppt/slideLayouts/slideLayout91.xml" ContentType="application/vnd.openxmlformats-officedocument.presentationml.slideLayout+xml"/>
  <Override PartName="/ppt/notesSlides/notesSlide36.xml" ContentType="application/vnd.openxmlformats-officedocument.presentationml.notes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70.xml" ContentType="application/vnd.openxmlformats-officedocument.presentationml.slide+xml"/>
  <Override PartName="/ppt/slideLayouts/slideLayout2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80.xml" ContentType="application/vnd.openxmlformats-officedocument.presentationml.slideLayout+xml"/>
  <Override PartName="/ppt/notesSlides/notesSlide25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1.xml" ContentType="application/vnd.openxmlformats-officedocument.presentationml.slideLayout+xml"/>
  <Override PartName="/ppt/theme/theme16.xml" ContentType="application/vnd.openxmlformats-officedocument.theme+xml"/>
  <Override PartName="/ppt/notesSlides/notesSlide14.xml" ContentType="application/vnd.openxmlformats-officedocument.presentationml.notesSlide+xml"/>
  <Override PartName="/ppt/notesSlides/notesSlide50.xml" ContentType="application/vnd.openxmlformats-officedocument.presentationml.notesSlide+xml"/>
  <Override PartName="/ppt/slideMasters/slideMaster6.xml" ContentType="application/vnd.openxmlformats-officedocument.presentationml.slideMaster+xml"/>
  <Override PartName="/ppt/slides/slide109.xml" ContentType="application/vnd.openxmlformats-officedocument.presentationml.slide+xml"/>
  <Override PartName="/ppt/slides/slide145.xml" ContentType="application/vnd.openxmlformats-officedocument.presentationml.slide+xml"/>
  <Override PartName="/ppt/slides/slide156.xml" ContentType="application/vnd.openxmlformats-officedocument.presentationml.slide+xml"/>
  <Override PartName="/ppt/theme/theme8.xml" ContentType="application/vnd.openxmlformats-officedocument.theme+xml"/>
  <Override PartName="/ppt/slides/slide97.xml" ContentType="application/vnd.openxmlformats-officedocument.presentationml.slide+xml"/>
  <Override PartName="/ppt/slides/slide13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23.xml" ContentType="application/vnd.openxmlformats-officedocument.presentationml.slide+xml"/>
  <Override PartName="/ppt/slideLayouts/slideLayout3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64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4.xml" ContentType="application/vnd.openxmlformats-officedocument.presentationml.slideLayout+xml"/>
  <Override PartName="/ppt/notesSlides/notesSlide19.xml" ContentType="application/vnd.openxmlformats-officedocument.presentationml.notesSlide+xml"/>
  <Override PartName="/ppt/slides/slide53.xml" ContentType="application/vnd.openxmlformats-officedocument.presentationml.slide+xml"/>
  <Default Extension="jpeg" ContentType="image/jpeg"/>
  <Override PartName="/ppt/slideLayouts/slideLayout16.xml" ContentType="application/vnd.openxmlformats-officedocument.presentationml.slideLayout+xml"/>
  <Override PartName="/ppt/slideLayouts/slideLayout63.xml" ContentType="application/vnd.openxmlformats-officedocument.presentationml.slideLayout+xml"/>
  <Override PartName="/ppt/notesSlides/notesSlide55.xml" ContentType="application/vnd.openxmlformats-officedocument.presentationml.notes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41.xml" ContentType="application/vnd.openxmlformats-officedocument.presentationml.slideLayout+xml"/>
  <Override PartName="/ppt/slideLayouts/slideLayout52.xml" ContentType="application/vnd.openxmlformats-officedocument.presentationml.slideLayout+xml"/>
  <Override PartName="/ppt/notesSlides/notesSlide4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  <p:sldMasterId id="2147483688" r:id="rId5"/>
    <p:sldMasterId id="2147483695" r:id="rId6"/>
    <p:sldMasterId id="2147483702" r:id="rId7"/>
    <p:sldMasterId id="2147483709" r:id="rId8"/>
    <p:sldMasterId id="2147483716" r:id="rId9"/>
    <p:sldMasterId id="2147483723" r:id="rId10"/>
    <p:sldMasterId id="2147483730" r:id="rId11"/>
    <p:sldMasterId id="2147483737" r:id="rId12"/>
    <p:sldMasterId id="2147483744" r:id="rId13"/>
    <p:sldMasterId id="2147483751" r:id="rId14"/>
    <p:sldMasterId id="2147483758" r:id="rId15"/>
    <p:sldMasterId id="2147483765" r:id="rId16"/>
  </p:sldMasterIdLst>
  <p:notesMasterIdLst>
    <p:notesMasterId r:id="rId176"/>
  </p:notesMasterIdLst>
  <p:sldIdLst>
    <p:sldId id="1697" r:id="rId17"/>
    <p:sldId id="1372" r:id="rId18"/>
    <p:sldId id="1373" r:id="rId19"/>
    <p:sldId id="1374" r:id="rId20"/>
    <p:sldId id="1375" r:id="rId21"/>
    <p:sldId id="1376" r:id="rId22"/>
    <p:sldId id="2532" r:id="rId23"/>
    <p:sldId id="2533" r:id="rId24"/>
    <p:sldId id="2534" r:id="rId25"/>
    <p:sldId id="1377" r:id="rId26"/>
    <p:sldId id="3138" r:id="rId27"/>
    <p:sldId id="1062" r:id="rId28"/>
    <p:sldId id="1063" r:id="rId29"/>
    <p:sldId id="3112" r:id="rId30"/>
    <p:sldId id="3113" r:id="rId31"/>
    <p:sldId id="3114" r:id="rId32"/>
    <p:sldId id="1511" r:id="rId33"/>
    <p:sldId id="2068" r:id="rId34"/>
    <p:sldId id="2195" r:id="rId35"/>
    <p:sldId id="2194" r:id="rId36"/>
    <p:sldId id="3115" r:id="rId37"/>
    <p:sldId id="3116" r:id="rId38"/>
    <p:sldId id="3117" r:id="rId39"/>
    <p:sldId id="3139" r:id="rId40"/>
    <p:sldId id="3140" r:id="rId41"/>
    <p:sldId id="3141" r:id="rId42"/>
    <p:sldId id="3118" r:id="rId43"/>
    <p:sldId id="3119" r:id="rId44"/>
    <p:sldId id="1565" r:id="rId45"/>
    <p:sldId id="1566" r:id="rId46"/>
    <p:sldId id="1575" r:id="rId47"/>
    <p:sldId id="1576" r:id="rId48"/>
    <p:sldId id="1528" r:id="rId49"/>
    <p:sldId id="2337" r:id="rId50"/>
    <p:sldId id="1334" r:id="rId51"/>
    <p:sldId id="2339" r:id="rId52"/>
    <p:sldId id="2340" r:id="rId53"/>
    <p:sldId id="1336" r:id="rId54"/>
    <p:sldId id="2342" r:id="rId55"/>
    <p:sldId id="2343" r:id="rId56"/>
    <p:sldId id="2344" r:id="rId57"/>
    <p:sldId id="2345" r:id="rId58"/>
    <p:sldId id="2346" r:id="rId59"/>
    <p:sldId id="2347" r:id="rId60"/>
    <p:sldId id="2348" r:id="rId61"/>
    <p:sldId id="2349" r:id="rId62"/>
    <p:sldId id="2350" r:id="rId63"/>
    <p:sldId id="2351" r:id="rId64"/>
    <p:sldId id="1670" r:id="rId65"/>
    <p:sldId id="1020" r:id="rId66"/>
    <p:sldId id="1757" r:id="rId67"/>
    <p:sldId id="3059" r:id="rId68"/>
    <p:sldId id="3060" r:id="rId69"/>
    <p:sldId id="3040" r:id="rId70"/>
    <p:sldId id="1737" r:id="rId71"/>
    <p:sldId id="3106" r:id="rId72"/>
    <p:sldId id="1729" r:id="rId73"/>
    <p:sldId id="3107" r:id="rId74"/>
    <p:sldId id="3062" r:id="rId75"/>
    <p:sldId id="3108" r:id="rId76"/>
    <p:sldId id="3061" r:id="rId77"/>
    <p:sldId id="3109" r:id="rId78"/>
    <p:sldId id="3104" r:id="rId79"/>
    <p:sldId id="3110" r:id="rId80"/>
    <p:sldId id="787" r:id="rId81"/>
    <p:sldId id="1138" r:id="rId82"/>
    <p:sldId id="1730" r:id="rId83"/>
    <p:sldId id="3063" r:id="rId84"/>
    <p:sldId id="1427" r:id="rId85"/>
    <p:sldId id="1555" r:id="rId86"/>
    <p:sldId id="3046" r:id="rId87"/>
    <p:sldId id="344" r:id="rId88"/>
    <p:sldId id="1556" r:id="rId89"/>
    <p:sldId id="3065" r:id="rId90"/>
    <p:sldId id="3111" r:id="rId91"/>
    <p:sldId id="1462" r:id="rId92"/>
    <p:sldId id="1770" r:id="rId93"/>
    <p:sldId id="1771" r:id="rId94"/>
    <p:sldId id="1772" r:id="rId95"/>
    <p:sldId id="1773" r:id="rId96"/>
    <p:sldId id="1680" r:id="rId97"/>
    <p:sldId id="1598" r:id="rId98"/>
    <p:sldId id="348" r:id="rId99"/>
    <p:sldId id="2206" r:id="rId100"/>
    <p:sldId id="3120" r:id="rId101"/>
    <p:sldId id="3121" r:id="rId102"/>
    <p:sldId id="3142" r:id="rId103"/>
    <p:sldId id="3143" r:id="rId104"/>
    <p:sldId id="3122" r:id="rId105"/>
    <p:sldId id="3123" r:id="rId106"/>
    <p:sldId id="1128" r:id="rId107"/>
    <p:sldId id="1129" r:id="rId108"/>
    <p:sldId id="1130" r:id="rId109"/>
    <p:sldId id="1131" r:id="rId110"/>
    <p:sldId id="1132" r:id="rId111"/>
    <p:sldId id="1599" r:id="rId112"/>
    <p:sldId id="1600" r:id="rId113"/>
    <p:sldId id="1601" r:id="rId114"/>
    <p:sldId id="1602" r:id="rId115"/>
    <p:sldId id="1774" r:id="rId116"/>
    <p:sldId id="286" r:id="rId117"/>
    <p:sldId id="1604" r:id="rId118"/>
    <p:sldId id="1605" r:id="rId119"/>
    <p:sldId id="1606" r:id="rId120"/>
    <p:sldId id="1607" r:id="rId121"/>
    <p:sldId id="1608" r:id="rId122"/>
    <p:sldId id="1609" r:id="rId123"/>
    <p:sldId id="1610" r:id="rId124"/>
    <p:sldId id="1144" r:id="rId125"/>
    <p:sldId id="706" r:id="rId126"/>
    <p:sldId id="1611" r:id="rId127"/>
    <p:sldId id="707" r:id="rId128"/>
    <p:sldId id="497" r:id="rId129"/>
    <p:sldId id="1149" r:id="rId130"/>
    <p:sldId id="739" r:id="rId131"/>
    <p:sldId id="428" r:id="rId132"/>
    <p:sldId id="1612" r:id="rId133"/>
    <p:sldId id="1613" r:id="rId134"/>
    <p:sldId id="1146" r:id="rId135"/>
    <p:sldId id="423" r:id="rId136"/>
    <p:sldId id="424" r:id="rId137"/>
    <p:sldId id="1033" r:id="rId138"/>
    <p:sldId id="302" r:id="rId139"/>
    <p:sldId id="1633" r:id="rId140"/>
    <p:sldId id="3124" r:id="rId141"/>
    <p:sldId id="3125" r:id="rId142"/>
    <p:sldId id="3126" r:id="rId143"/>
    <p:sldId id="3144" r:id="rId144"/>
    <p:sldId id="3145" r:id="rId145"/>
    <p:sldId id="3146" r:id="rId146"/>
    <p:sldId id="3127" r:id="rId147"/>
    <p:sldId id="3128" r:id="rId148"/>
    <p:sldId id="3129" r:id="rId149"/>
    <p:sldId id="1701" r:id="rId150"/>
    <p:sldId id="1634" r:id="rId151"/>
    <p:sldId id="3130" r:id="rId152"/>
    <p:sldId id="3131" r:id="rId153"/>
    <p:sldId id="3132" r:id="rId154"/>
    <p:sldId id="3147" r:id="rId155"/>
    <p:sldId id="3148" r:id="rId156"/>
    <p:sldId id="3149" r:id="rId157"/>
    <p:sldId id="3133" r:id="rId158"/>
    <p:sldId id="3134" r:id="rId159"/>
    <p:sldId id="3135" r:id="rId160"/>
    <p:sldId id="1413" r:id="rId161"/>
    <p:sldId id="498" r:id="rId162"/>
    <p:sldId id="1742" r:id="rId163"/>
    <p:sldId id="499" r:id="rId164"/>
    <p:sldId id="1363" r:id="rId165"/>
    <p:sldId id="3136" r:id="rId166"/>
    <p:sldId id="3137" r:id="rId167"/>
    <p:sldId id="3150" r:id="rId168"/>
    <p:sldId id="3151" r:id="rId169"/>
    <p:sldId id="542" r:id="rId170"/>
    <p:sldId id="1775" r:id="rId171"/>
    <p:sldId id="1776" r:id="rId172"/>
    <p:sldId id="1777" r:id="rId173"/>
    <p:sldId id="1356" r:id="rId174"/>
    <p:sldId id="893" r:id="rId175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50" autoAdjust="0"/>
    <p:restoredTop sz="99785" autoAdjust="0"/>
  </p:normalViewPr>
  <p:slideViewPr>
    <p:cSldViewPr>
      <p:cViewPr varScale="1">
        <p:scale>
          <a:sx n="85" d="100"/>
          <a:sy n="85" d="100"/>
        </p:scale>
        <p:origin x="-84" y="-1146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0.xml"/><Relationship Id="rId117" Type="http://schemas.openxmlformats.org/officeDocument/2006/relationships/slide" Target="slides/slide101.xml"/><Relationship Id="rId21" Type="http://schemas.openxmlformats.org/officeDocument/2006/relationships/slide" Target="slides/slide5.xml"/><Relationship Id="rId42" Type="http://schemas.openxmlformats.org/officeDocument/2006/relationships/slide" Target="slides/slide26.xml"/><Relationship Id="rId47" Type="http://schemas.openxmlformats.org/officeDocument/2006/relationships/slide" Target="slides/slide31.xml"/><Relationship Id="rId63" Type="http://schemas.openxmlformats.org/officeDocument/2006/relationships/slide" Target="slides/slide47.xml"/><Relationship Id="rId68" Type="http://schemas.openxmlformats.org/officeDocument/2006/relationships/slide" Target="slides/slide52.xml"/><Relationship Id="rId84" Type="http://schemas.openxmlformats.org/officeDocument/2006/relationships/slide" Target="slides/slide68.xml"/><Relationship Id="rId89" Type="http://schemas.openxmlformats.org/officeDocument/2006/relationships/slide" Target="slides/slide73.xml"/><Relationship Id="rId112" Type="http://schemas.openxmlformats.org/officeDocument/2006/relationships/slide" Target="slides/slide96.xml"/><Relationship Id="rId133" Type="http://schemas.openxmlformats.org/officeDocument/2006/relationships/slide" Target="slides/slide117.xml"/><Relationship Id="rId138" Type="http://schemas.openxmlformats.org/officeDocument/2006/relationships/slide" Target="slides/slide122.xml"/><Relationship Id="rId154" Type="http://schemas.openxmlformats.org/officeDocument/2006/relationships/slide" Target="slides/slide138.xml"/><Relationship Id="rId159" Type="http://schemas.openxmlformats.org/officeDocument/2006/relationships/slide" Target="slides/slide143.xml"/><Relationship Id="rId175" Type="http://schemas.openxmlformats.org/officeDocument/2006/relationships/slide" Target="slides/slide159.xml"/><Relationship Id="rId170" Type="http://schemas.openxmlformats.org/officeDocument/2006/relationships/slide" Target="slides/slide154.xml"/><Relationship Id="rId16" Type="http://schemas.openxmlformats.org/officeDocument/2006/relationships/slideMaster" Target="slideMasters/slideMaster16.xml"/><Relationship Id="rId107" Type="http://schemas.openxmlformats.org/officeDocument/2006/relationships/slide" Target="slides/slide91.xml"/><Relationship Id="rId11" Type="http://schemas.openxmlformats.org/officeDocument/2006/relationships/slideMaster" Target="slideMasters/slideMaster11.xml"/><Relationship Id="rId32" Type="http://schemas.openxmlformats.org/officeDocument/2006/relationships/slide" Target="slides/slide16.xml"/><Relationship Id="rId37" Type="http://schemas.openxmlformats.org/officeDocument/2006/relationships/slide" Target="slides/slide21.xml"/><Relationship Id="rId53" Type="http://schemas.openxmlformats.org/officeDocument/2006/relationships/slide" Target="slides/slide37.xml"/><Relationship Id="rId58" Type="http://schemas.openxmlformats.org/officeDocument/2006/relationships/slide" Target="slides/slide42.xml"/><Relationship Id="rId74" Type="http://schemas.openxmlformats.org/officeDocument/2006/relationships/slide" Target="slides/slide58.xml"/><Relationship Id="rId79" Type="http://schemas.openxmlformats.org/officeDocument/2006/relationships/slide" Target="slides/slide63.xml"/><Relationship Id="rId102" Type="http://schemas.openxmlformats.org/officeDocument/2006/relationships/slide" Target="slides/slide86.xml"/><Relationship Id="rId123" Type="http://schemas.openxmlformats.org/officeDocument/2006/relationships/slide" Target="slides/slide107.xml"/><Relationship Id="rId128" Type="http://schemas.openxmlformats.org/officeDocument/2006/relationships/slide" Target="slides/slide112.xml"/><Relationship Id="rId144" Type="http://schemas.openxmlformats.org/officeDocument/2006/relationships/slide" Target="slides/slide128.xml"/><Relationship Id="rId149" Type="http://schemas.openxmlformats.org/officeDocument/2006/relationships/slide" Target="slides/slide133.xml"/><Relationship Id="rId5" Type="http://schemas.openxmlformats.org/officeDocument/2006/relationships/slideMaster" Target="slideMasters/slideMaster5.xml"/><Relationship Id="rId90" Type="http://schemas.openxmlformats.org/officeDocument/2006/relationships/slide" Target="slides/slide74.xml"/><Relationship Id="rId95" Type="http://schemas.openxmlformats.org/officeDocument/2006/relationships/slide" Target="slides/slide79.xml"/><Relationship Id="rId160" Type="http://schemas.openxmlformats.org/officeDocument/2006/relationships/slide" Target="slides/slide144.xml"/><Relationship Id="rId165" Type="http://schemas.openxmlformats.org/officeDocument/2006/relationships/slide" Target="slides/slide149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43" Type="http://schemas.openxmlformats.org/officeDocument/2006/relationships/slide" Target="slides/slide27.xml"/><Relationship Id="rId48" Type="http://schemas.openxmlformats.org/officeDocument/2006/relationships/slide" Target="slides/slide32.xml"/><Relationship Id="rId64" Type="http://schemas.openxmlformats.org/officeDocument/2006/relationships/slide" Target="slides/slide48.xml"/><Relationship Id="rId69" Type="http://schemas.openxmlformats.org/officeDocument/2006/relationships/slide" Target="slides/slide53.xml"/><Relationship Id="rId113" Type="http://schemas.openxmlformats.org/officeDocument/2006/relationships/slide" Target="slides/slide97.xml"/><Relationship Id="rId118" Type="http://schemas.openxmlformats.org/officeDocument/2006/relationships/slide" Target="slides/slide102.xml"/><Relationship Id="rId134" Type="http://schemas.openxmlformats.org/officeDocument/2006/relationships/slide" Target="slides/slide118.xml"/><Relationship Id="rId139" Type="http://schemas.openxmlformats.org/officeDocument/2006/relationships/slide" Target="slides/slide123.xml"/><Relationship Id="rId80" Type="http://schemas.openxmlformats.org/officeDocument/2006/relationships/slide" Target="slides/slide64.xml"/><Relationship Id="rId85" Type="http://schemas.openxmlformats.org/officeDocument/2006/relationships/slide" Target="slides/slide69.xml"/><Relationship Id="rId150" Type="http://schemas.openxmlformats.org/officeDocument/2006/relationships/slide" Target="slides/slide134.xml"/><Relationship Id="rId155" Type="http://schemas.openxmlformats.org/officeDocument/2006/relationships/slide" Target="slides/slide139.xml"/><Relationship Id="rId171" Type="http://schemas.openxmlformats.org/officeDocument/2006/relationships/slide" Target="slides/slide155.xml"/><Relationship Id="rId176" Type="http://schemas.openxmlformats.org/officeDocument/2006/relationships/notesMaster" Target="notesMasters/notesMaster1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1.xml"/><Relationship Id="rId33" Type="http://schemas.openxmlformats.org/officeDocument/2006/relationships/slide" Target="slides/slide17.xml"/><Relationship Id="rId38" Type="http://schemas.openxmlformats.org/officeDocument/2006/relationships/slide" Target="slides/slide22.xml"/><Relationship Id="rId59" Type="http://schemas.openxmlformats.org/officeDocument/2006/relationships/slide" Target="slides/slide43.xml"/><Relationship Id="rId103" Type="http://schemas.openxmlformats.org/officeDocument/2006/relationships/slide" Target="slides/slide87.xml"/><Relationship Id="rId108" Type="http://schemas.openxmlformats.org/officeDocument/2006/relationships/slide" Target="slides/slide92.xml"/><Relationship Id="rId124" Type="http://schemas.openxmlformats.org/officeDocument/2006/relationships/slide" Target="slides/slide108.xml"/><Relationship Id="rId129" Type="http://schemas.openxmlformats.org/officeDocument/2006/relationships/slide" Target="slides/slide113.xml"/><Relationship Id="rId54" Type="http://schemas.openxmlformats.org/officeDocument/2006/relationships/slide" Target="slides/slide38.xml"/><Relationship Id="rId70" Type="http://schemas.openxmlformats.org/officeDocument/2006/relationships/slide" Target="slides/slide54.xml"/><Relationship Id="rId75" Type="http://schemas.openxmlformats.org/officeDocument/2006/relationships/slide" Target="slides/slide59.xml"/><Relationship Id="rId91" Type="http://schemas.openxmlformats.org/officeDocument/2006/relationships/slide" Target="slides/slide75.xml"/><Relationship Id="rId96" Type="http://schemas.openxmlformats.org/officeDocument/2006/relationships/slide" Target="slides/slide80.xml"/><Relationship Id="rId140" Type="http://schemas.openxmlformats.org/officeDocument/2006/relationships/slide" Target="slides/slide124.xml"/><Relationship Id="rId145" Type="http://schemas.openxmlformats.org/officeDocument/2006/relationships/slide" Target="slides/slide129.xml"/><Relationship Id="rId161" Type="http://schemas.openxmlformats.org/officeDocument/2006/relationships/slide" Target="slides/slide145.xml"/><Relationship Id="rId166" Type="http://schemas.openxmlformats.org/officeDocument/2006/relationships/slide" Target="slides/slide15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49" Type="http://schemas.openxmlformats.org/officeDocument/2006/relationships/slide" Target="slides/slide33.xml"/><Relationship Id="rId114" Type="http://schemas.openxmlformats.org/officeDocument/2006/relationships/slide" Target="slides/slide98.xml"/><Relationship Id="rId119" Type="http://schemas.openxmlformats.org/officeDocument/2006/relationships/slide" Target="slides/slide103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5.xml"/><Relationship Id="rId44" Type="http://schemas.openxmlformats.org/officeDocument/2006/relationships/slide" Target="slides/slide28.xml"/><Relationship Id="rId52" Type="http://schemas.openxmlformats.org/officeDocument/2006/relationships/slide" Target="slides/slide36.xml"/><Relationship Id="rId60" Type="http://schemas.openxmlformats.org/officeDocument/2006/relationships/slide" Target="slides/slide44.xml"/><Relationship Id="rId65" Type="http://schemas.openxmlformats.org/officeDocument/2006/relationships/slide" Target="slides/slide49.xml"/><Relationship Id="rId73" Type="http://schemas.openxmlformats.org/officeDocument/2006/relationships/slide" Target="slides/slide57.xml"/><Relationship Id="rId78" Type="http://schemas.openxmlformats.org/officeDocument/2006/relationships/slide" Target="slides/slide62.xml"/><Relationship Id="rId81" Type="http://schemas.openxmlformats.org/officeDocument/2006/relationships/slide" Target="slides/slide65.xml"/><Relationship Id="rId86" Type="http://schemas.openxmlformats.org/officeDocument/2006/relationships/slide" Target="slides/slide70.xml"/><Relationship Id="rId94" Type="http://schemas.openxmlformats.org/officeDocument/2006/relationships/slide" Target="slides/slide78.xml"/><Relationship Id="rId99" Type="http://schemas.openxmlformats.org/officeDocument/2006/relationships/slide" Target="slides/slide83.xml"/><Relationship Id="rId101" Type="http://schemas.openxmlformats.org/officeDocument/2006/relationships/slide" Target="slides/slide85.xml"/><Relationship Id="rId122" Type="http://schemas.openxmlformats.org/officeDocument/2006/relationships/slide" Target="slides/slide106.xml"/><Relationship Id="rId130" Type="http://schemas.openxmlformats.org/officeDocument/2006/relationships/slide" Target="slides/slide114.xml"/><Relationship Id="rId135" Type="http://schemas.openxmlformats.org/officeDocument/2006/relationships/slide" Target="slides/slide119.xml"/><Relationship Id="rId143" Type="http://schemas.openxmlformats.org/officeDocument/2006/relationships/slide" Target="slides/slide127.xml"/><Relationship Id="rId148" Type="http://schemas.openxmlformats.org/officeDocument/2006/relationships/slide" Target="slides/slide132.xml"/><Relationship Id="rId151" Type="http://schemas.openxmlformats.org/officeDocument/2006/relationships/slide" Target="slides/slide135.xml"/><Relationship Id="rId156" Type="http://schemas.openxmlformats.org/officeDocument/2006/relationships/slide" Target="slides/slide140.xml"/><Relationship Id="rId164" Type="http://schemas.openxmlformats.org/officeDocument/2006/relationships/slide" Target="slides/slide148.xml"/><Relationship Id="rId169" Type="http://schemas.openxmlformats.org/officeDocument/2006/relationships/slide" Target="slides/slide153.xml"/><Relationship Id="rId177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72" Type="http://schemas.openxmlformats.org/officeDocument/2006/relationships/slide" Target="slides/slide156.xml"/><Relationship Id="rId180" Type="http://schemas.openxmlformats.org/officeDocument/2006/relationships/tableStyles" Target="tableStyles.xml"/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2.xml"/><Relationship Id="rId39" Type="http://schemas.openxmlformats.org/officeDocument/2006/relationships/slide" Target="slides/slide23.xml"/><Relationship Id="rId109" Type="http://schemas.openxmlformats.org/officeDocument/2006/relationships/slide" Target="slides/slide93.xml"/><Relationship Id="rId34" Type="http://schemas.openxmlformats.org/officeDocument/2006/relationships/slide" Target="slides/slide18.xml"/><Relationship Id="rId50" Type="http://schemas.openxmlformats.org/officeDocument/2006/relationships/slide" Target="slides/slide34.xml"/><Relationship Id="rId55" Type="http://schemas.openxmlformats.org/officeDocument/2006/relationships/slide" Target="slides/slide39.xml"/><Relationship Id="rId76" Type="http://schemas.openxmlformats.org/officeDocument/2006/relationships/slide" Target="slides/slide60.xml"/><Relationship Id="rId97" Type="http://schemas.openxmlformats.org/officeDocument/2006/relationships/slide" Target="slides/slide81.xml"/><Relationship Id="rId104" Type="http://schemas.openxmlformats.org/officeDocument/2006/relationships/slide" Target="slides/slide88.xml"/><Relationship Id="rId120" Type="http://schemas.openxmlformats.org/officeDocument/2006/relationships/slide" Target="slides/slide104.xml"/><Relationship Id="rId125" Type="http://schemas.openxmlformats.org/officeDocument/2006/relationships/slide" Target="slides/slide109.xml"/><Relationship Id="rId141" Type="http://schemas.openxmlformats.org/officeDocument/2006/relationships/slide" Target="slides/slide125.xml"/><Relationship Id="rId146" Type="http://schemas.openxmlformats.org/officeDocument/2006/relationships/slide" Target="slides/slide130.xml"/><Relationship Id="rId167" Type="http://schemas.openxmlformats.org/officeDocument/2006/relationships/slide" Target="slides/slide151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55.xml"/><Relationship Id="rId92" Type="http://schemas.openxmlformats.org/officeDocument/2006/relationships/slide" Target="slides/slide76.xml"/><Relationship Id="rId162" Type="http://schemas.openxmlformats.org/officeDocument/2006/relationships/slide" Target="slides/slide14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13.xml"/><Relationship Id="rId24" Type="http://schemas.openxmlformats.org/officeDocument/2006/relationships/slide" Target="slides/slide8.xml"/><Relationship Id="rId40" Type="http://schemas.openxmlformats.org/officeDocument/2006/relationships/slide" Target="slides/slide24.xml"/><Relationship Id="rId45" Type="http://schemas.openxmlformats.org/officeDocument/2006/relationships/slide" Target="slides/slide29.xml"/><Relationship Id="rId66" Type="http://schemas.openxmlformats.org/officeDocument/2006/relationships/slide" Target="slides/slide50.xml"/><Relationship Id="rId87" Type="http://schemas.openxmlformats.org/officeDocument/2006/relationships/slide" Target="slides/slide71.xml"/><Relationship Id="rId110" Type="http://schemas.openxmlformats.org/officeDocument/2006/relationships/slide" Target="slides/slide94.xml"/><Relationship Id="rId115" Type="http://schemas.openxmlformats.org/officeDocument/2006/relationships/slide" Target="slides/slide99.xml"/><Relationship Id="rId131" Type="http://schemas.openxmlformats.org/officeDocument/2006/relationships/slide" Target="slides/slide115.xml"/><Relationship Id="rId136" Type="http://schemas.openxmlformats.org/officeDocument/2006/relationships/slide" Target="slides/slide120.xml"/><Relationship Id="rId157" Type="http://schemas.openxmlformats.org/officeDocument/2006/relationships/slide" Target="slides/slide141.xml"/><Relationship Id="rId178" Type="http://schemas.openxmlformats.org/officeDocument/2006/relationships/viewProps" Target="viewProps.xml"/><Relationship Id="rId61" Type="http://schemas.openxmlformats.org/officeDocument/2006/relationships/slide" Target="slides/slide45.xml"/><Relationship Id="rId82" Type="http://schemas.openxmlformats.org/officeDocument/2006/relationships/slide" Target="slides/slide66.xml"/><Relationship Id="rId152" Type="http://schemas.openxmlformats.org/officeDocument/2006/relationships/slide" Target="slides/slide136.xml"/><Relationship Id="rId173" Type="http://schemas.openxmlformats.org/officeDocument/2006/relationships/slide" Target="slides/slide157.xml"/><Relationship Id="rId19" Type="http://schemas.openxmlformats.org/officeDocument/2006/relationships/slide" Target="slides/slide3.xml"/><Relationship Id="rId14" Type="http://schemas.openxmlformats.org/officeDocument/2006/relationships/slideMaster" Target="slideMasters/slideMaster14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56" Type="http://schemas.openxmlformats.org/officeDocument/2006/relationships/slide" Target="slides/slide40.xml"/><Relationship Id="rId77" Type="http://schemas.openxmlformats.org/officeDocument/2006/relationships/slide" Target="slides/slide61.xml"/><Relationship Id="rId100" Type="http://schemas.openxmlformats.org/officeDocument/2006/relationships/slide" Target="slides/slide84.xml"/><Relationship Id="rId105" Type="http://schemas.openxmlformats.org/officeDocument/2006/relationships/slide" Target="slides/slide89.xml"/><Relationship Id="rId126" Type="http://schemas.openxmlformats.org/officeDocument/2006/relationships/slide" Target="slides/slide110.xml"/><Relationship Id="rId147" Type="http://schemas.openxmlformats.org/officeDocument/2006/relationships/slide" Target="slides/slide131.xml"/><Relationship Id="rId168" Type="http://schemas.openxmlformats.org/officeDocument/2006/relationships/slide" Target="slides/slide152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5.xml"/><Relationship Id="rId72" Type="http://schemas.openxmlformats.org/officeDocument/2006/relationships/slide" Target="slides/slide56.xml"/><Relationship Id="rId93" Type="http://schemas.openxmlformats.org/officeDocument/2006/relationships/slide" Target="slides/slide77.xml"/><Relationship Id="rId98" Type="http://schemas.openxmlformats.org/officeDocument/2006/relationships/slide" Target="slides/slide82.xml"/><Relationship Id="rId121" Type="http://schemas.openxmlformats.org/officeDocument/2006/relationships/slide" Target="slides/slide105.xml"/><Relationship Id="rId142" Type="http://schemas.openxmlformats.org/officeDocument/2006/relationships/slide" Target="slides/slide126.xml"/><Relationship Id="rId163" Type="http://schemas.openxmlformats.org/officeDocument/2006/relationships/slide" Target="slides/slide147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9.xml"/><Relationship Id="rId46" Type="http://schemas.openxmlformats.org/officeDocument/2006/relationships/slide" Target="slides/slide30.xml"/><Relationship Id="rId67" Type="http://schemas.openxmlformats.org/officeDocument/2006/relationships/slide" Target="slides/slide51.xml"/><Relationship Id="rId116" Type="http://schemas.openxmlformats.org/officeDocument/2006/relationships/slide" Target="slides/slide100.xml"/><Relationship Id="rId137" Type="http://schemas.openxmlformats.org/officeDocument/2006/relationships/slide" Target="slides/slide121.xml"/><Relationship Id="rId158" Type="http://schemas.openxmlformats.org/officeDocument/2006/relationships/slide" Target="slides/slide142.xml"/><Relationship Id="rId20" Type="http://schemas.openxmlformats.org/officeDocument/2006/relationships/slide" Target="slides/slide4.xml"/><Relationship Id="rId41" Type="http://schemas.openxmlformats.org/officeDocument/2006/relationships/slide" Target="slides/slide25.xml"/><Relationship Id="rId62" Type="http://schemas.openxmlformats.org/officeDocument/2006/relationships/slide" Target="slides/slide46.xml"/><Relationship Id="rId83" Type="http://schemas.openxmlformats.org/officeDocument/2006/relationships/slide" Target="slides/slide67.xml"/><Relationship Id="rId88" Type="http://schemas.openxmlformats.org/officeDocument/2006/relationships/slide" Target="slides/slide72.xml"/><Relationship Id="rId111" Type="http://schemas.openxmlformats.org/officeDocument/2006/relationships/slide" Target="slides/slide95.xml"/><Relationship Id="rId132" Type="http://schemas.openxmlformats.org/officeDocument/2006/relationships/slide" Target="slides/slide116.xml"/><Relationship Id="rId153" Type="http://schemas.openxmlformats.org/officeDocument/2006/relationships/slide" Target="slides/slide137.xml"/><Relationship Id="rId174" Type="http://schemas.openxmlformats.org/officeDocument/2006/relationships/slide" Target="slides/slide158.xml"/><Relationship Id="rId179" Type="http://schemas.openxmlformats.org/officeDocument/2006/relationships/theme" Target="theme/theme1.xml"/><Relationship Id="rId15" Type="http://schemas.openxmlformats.org/officeDocument/2006/relationships/slideMaster" Target="slideMasters/slideMaster15.xml"/><Relationship Id="rId36" Type="http://schemas.openxmlformats.org/officeDocument/2006/relationships/slide" Target="slides/slide20.xml"/><Relationship Id="rId57" Type="http://schemas.openxmlformats.org/officeDocument/2006/relationships/slide" Target="slides/slide41.xml"/><Relationship Id="rId106" Type="http://schemas.openxmlformats.org/officeDocument/2006/relationships/slide" Target="slides/slide90.xml"/><Relationship Id="rId127" Type="http://schemas.openxmlformats.org/officeDocument/2006/relationships/slide" Target="slides/slide1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21/07/2026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945548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612491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3681911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846607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620614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61032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9906149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35135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832084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344330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75566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904707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7024549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462987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7840644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7604639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7604639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7604639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3761158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169440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69786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95098407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9597544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2029018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845074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0797166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0919468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0265455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8299005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81905623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7836656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81351077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3694521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43010580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418032093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4186232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3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8.xml"/><Relationship Id="rId4" Type="http://schemas.openxmlformats.org/officeDocument/2006/relationships/image" Target="../media/image3.png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9.xml"/><Relationship Id="rId4" Type="http://schemas.openxmlformats.org/officeDocument/2006/relationships/image" Target="../media/image3.png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0.xml"/><Relationship Id="rId4" Type="http://schemas.openxmlformats.org/officeDocument/2006/relationships/image" Target="../media/image3.png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0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1.xml"/><Relationship Id="rId4" Type="http://schemas.openxmlformats.org/officeDocument/2006/relationships/image" Target="../media/image3.png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2.xml"/><Relationship Id="rId4" Type="http://schemas.openxmlformats.org/officeDocument/2006/relationships/image" Target="../media/image3.pn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3.xml"/><Relationship Id="rId4" Type="http://schemas.openxmlformats.org/officeDocument/2006/relationships/image" Target="../media/image3.png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4.xml"/><Relationship Id="rId4" Type="http://schemas.openxmlformats.org/officeDocument/2006/relationships/image" Target="../media/image3.png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5.xml"/><Relationship Id="rId4" Type="http://schemas.openxmlformats.org/officeDocument/2006/relationships/image" Target="../media/image3.png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5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6.xml"/><Relationship Id="rId4" Type="http://schemas.openxmlformats.org/officeDocument/2006/relationships/image" Target="../media/image3.png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6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7/21/2026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7/21/2026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7/21/2026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70548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7.xml"/><Relationship Id="rId7" Type="http://schemas.openxmlformats.org/officeDocument/2006/relationships/theme" Target="../theme/theme10.xml"/><Relationship Id="rId2" Type="http://schemas.openxmlformats.org/officeDocument/2006/relationships/slideLayout" Target="../slideLayouts/slideLayout56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8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3.xml"/><Relationship Id="rId7" Type="http://schemas.openxmlformats.org/officeDocument/2006/relationships/theme" Target="../theme/theme11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4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9.xml"/><Relationship Id="rId7" Type="http://schemas.openxmlformats.org/officeDocument/2006/relationships/theme" Target="../theme/theme12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5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0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5.xml"/><Relationship Id="rId7" Type="http://schemas.openxmlformats.org/officeDocument/2006/relationships/theme" Target="../theme/theme13.xml"/><Relationship Id="rId2" Type="http://schemas.openxmlformats.org/officeDocument/2006/relationships/slideLayout" Target="../slideLayouts/slideLayout74.xml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6.xml"/></Relationships>
</file>

<file path=ppt/slideMasters/_rels/slideMaster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1.xml"/><Relationship Id="rId7" Type="http://schemas.openxmlformats.org/officeDocument/2006/relationships/theme" Target="../theme/theme14.xml"/><Relationship Id="rId2" Type="http://schemas.openxmlformats.org/officeDocument/2006/relationships/slideLayout" Target="../slideLayouts/slideLayout80.xml"/><Relationship Id="rId1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3.xml"/><Relationship Id="rId4" Type="http://schemas.openxmlformats.org/officeDocument/2006/relationships/slideLayout" Target="../slideLayouts/slideLayout82.xml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7.xml"/><Relationship Id="rId7" Type="http://schemas.openxmlformats.org/officeDocument/2006/relationships/theme" Target="../theme/theme15.xml"/><Relationship Id="rId2" Type="http://schemas.openxmlformats.org/officeDocument/2006/relationships/slideLayout" Target="../slideLayouts/slideLayout86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5" Type="http://schemas.openxmlformats.org/officeDocument/2006/relationships/slideLayout" Target="../slideLayouts/slideLayout89.xml"/><Relationship Id="rId4" Type="http://schemas.openxmlformats.org/officeDocument/2006/relationships/slideLayout" Target="../slideLayouts/slideLayout88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3.xml"/><Relationship Id="rId7" Type="http://schemas.openxmlformats.org/officeDocument/2006/relationships/theme" Target="../theme/theme16.xml"/><Relationship Id="rId2" Type="http://schemas.openxmlformats.org/officeDocument/2006/relationships/slideLayout" Target="../slideLayouts/slideLayout92.xml"/><Relationship Id="rId1" Type="http://schemas.openxmlformats.org/officeDocument/2006/relationships/slideLayout" Target="../slideLayouts/slideLayout91.xml"/><Relationship Id="rId6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5.xml"/><Relationship Id="rId4" Type="http://schemas.openxmlformats.org/officeDocument/2006/relationships/slideLayout" Target="../slideLayouts/slideLayout9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7/21/2026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8.xml"/><Relationship Id="rId4" Type="http://schemas.openxmlformats.org/officeDocument/2006/relationships/image" Target="../media/image4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8.xml"/><Relationship Id="rId5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46.png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84.xml"/><Relationship Id="rId4" Type="http://schemas.openxmlformats.org/officeDocument/2006/relationships/image" Target="../media/image43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4.xml"/><Relationship Id="rId4" Type="http://schemas.openxmlformats.org/officeDocument/2006/relationships/image" Target="../media/image43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8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90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0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90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2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96.xml"/><Relationship Id="rId4" Type="http://schemas.openxmlformats.org/officeDocument/2006/relationships/image" Target="../media/image81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96.xml"/><Relationship Id="rId4" Type="http://schemas.openxmlformats.org/officeDocument/2006/relationships/image" Target="../media/image82.png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7월 26일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연중 제17</a:t>
            </a:r>
            <a:r>
              <a:rPr lang="ko-KR" altLang="en-US" sz="2200" b="1" spc="500" dirty="0" smtClean="0">
                <a:latin typeface="궁서" pitchFamily="18" charset="-127"/>
                <a:ea typeface="궁서" pitchFamily="18" charset="-127"/>
              </a:rPr>
              <a:t>주일 </a:t>
            </a:r>
            <a:r>
              <a:rPr lang="en-US" sz="2200" b="1" spc="500" dirty="0" smtClean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200" b="1" spc="500" dirty="0" smtClean="0">
                <a:latin typeface="궁서" pitchFamily="18" charset="-127"/>
                <a:ea typeface="궁서" pitchFamily="18" charset="-127"/>
              </a:rPr>
              <a:t>조부모와 노인의 날</a:t>
            </a:r>
            <a:r>
              <a:rPr lang="en-US" altLang="ko-KR" sz="2200" b="1" spc="500" dirty="0" smtClean="0">
                <a:latin typeface="궁서" pitchFamily="18" charset="-127"/>
                <a:ea typeface="궁서" pitchFamily="18" charset="-127"/>
              </a:rPr>
              <a:t>)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:a16="http://schemas.microsoft.com/office/drawing/2014/main" xmlns="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:a16="http://schemas.microsoft.com/office/drawing/2014/main" xmlns="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:a16="http://schemas.microsoft.com/office/drawing/2014/main" xmlns="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:a16="http://schemas.microsoft.com/office/drawing/2014/main" xmlns="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8" name="Picture 4" descr="C:\Users\Scott\Downloads\Untitle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1024996"/>
            <a:ext cx="8951616" cy="1575353"/>
          </a:xfrm>
          <a:prstGeom prst="rect">
            <a:avLst/>
          </a:prstGeom>
          <a:noFill/>
        </p:spPr>
      </p:pic>
      <p:grpSp>
        <p:nvGrpSpPr>
          <p:cNvPr id="2" name="그룹 15"/>
          <p:cNvGrpSpPr/>
          <p:nvPr/>
        </p:nvGrpSpPr>
        <p:grpSpPr>
          <a:xfrm>
            <a:off x="3347864" y="2715766"/>
            <a:ext cx="5688632" cy="1829696"/>
            <a:chOff x="3347864" y="2777942"/>
            <a:chExt cx="5688632" cy="1829696"/>
          </a:xfrm>
        </p:grpSpPr>
        <p:pic>
          <p:nvPicPr>
            <p:cNvPr id="1031" name="Picture 7" descr="C:\Users\Scott\Downloads\Untitled.pn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47864" y="2883961"/>
              <a:ext cx="5654873" cy="1651079"/>
            </a:xfrm>
            <a:prstGeom prst="rect">
              <a:avLst/>
            </a:prstGeom>
            <a:noFill/>
          </p:spPr>
        </p:pic>
        <p:sp>
          <p:nvSpPr>
            <p:cNvPr id="13" name="직사각형 12"/>
            <p:cNvSpPr/>
            <p:nvPr/>
          </p:nvSpPr>
          <p:spPr>
            <a:xfrm>
              <a:off x="8964488" y="2777942"/>
              <a:ext cx="72008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>
                <a:solidFill>
                  <a:prstClr val="white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964488" y="3887558"/>
              <a:ext cx="72008" cy="7200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:a16="http://schemas.microsoft.com/office/drawing/2014/main" xmlns="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338885811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7504" y="771550"/>
            <a:ext cx="8856984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lvl="0" indent="-625475">
              <a:defRPr/>
            </a:pPr>
            <a:r>
              <a:rPr kumimoji="0" lang="ko-KR" altLang="en-US" sz="3200" b="1" i="0" u="none" strike="noStrike" kern="1200" cap="none" spc="0" normalizeH="0" baseline="0" noProof="0" dirty="0" smtClean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200" b="1" i="0" u="none" strike="noStrike" kern="1200" cap="none" spc="0" normalizeH="0" baseline="0" noProof="0" dirty="0" smtClean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거룩하신 아버지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이를 굽어살피시니 제가 나이 들어도 저를 굽어살피소서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. </a:t>
            </a: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아버지께서는 그리스도를 통하여 그 이름을 드러내시고 제가 나약해도 실망하지 </a:t>
            </a:r>
            <a:r>
              <a:rPr lang="ko-KR" altLang="en-US" sz="3200" b="1" dirty="0" err="1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않으셨나이다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.                            </a:t>
            </a: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아버지께서는 자애로운 손으로 저를 품어 안으시고 주름진 저를 어루만져 주시나이다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. </a:t>
            </a: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아버지께서는 저를 잊지 않으시나이다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251520" y="123478"/>
            <a:ext cx="871296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lvl="0" defTabSz="914400">
              <a:defRPr/>
            </a:pPr>
            <a:r>
              <a:rPr lang="ko-KR" altLang="en-US" sz="2800" kern="0" dirty="0" smtClean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제 </a:t>
            </a:r>
            <a:r>
              <a:rPr lang="en-US" altLang="ko-KR" sz="2800" kern="0" dirty="0" smtClean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6 </a:t>
            </a:r>
            <a:r>
              <a:rPr lang="ko-KR" altLang="en-US" sz="2800" kern="0" dirty="0" smtClean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차 세계 조부모와 노인의 날 기도</a:t>
            </a:r>
            <a:endParaRPr kumimoji="0" lang="ko-KR" altLang="en-US" sz="2800" b="0" i="0" u="none" strike="noStrike" kern="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7504" y="771550"/>
            <a:ext cx="8856984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6400">
              <a:defRPr/>
            </a:pPr>
            <a:r>
              <a:rPr lang="ko-KR" altLang="en-US" sz="3200" dirty="0" smtClean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kumimoji="0" lang="en-US" altLang="ko-KR" sz="32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제가 저의 나약함을 두려워하지 않게 하소서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아버지께서 저의 나약함을 사랑하신 것처럼 저 또한 그 나약함을 사랑하게 하소서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저의 나약함에 귀 기울이신 것처럼 저 또한        그 나약함에 귀 기울이게 하소서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625475" indent="-626400">
              <a:defRPr/>
            </a:pPr>
            <a:r>
              <a:rPr lang="en-US" altLang="ko-KR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온갖 권능을 지니시고도 스스로 비천함을 입으시고 저의 나약함을 선택하신 것처럼    저 또한 그 나약함을 받아들이게 하소서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7504" y="771550"/>
            <a:ext cx="8856984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defRPr/>
            </a:pP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 나이 들수록 저희가 모든 교만과 분열에서 벗어나 아버지 안에서 하나 되어 이 시간을 살아가게 하소서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625475" indent="-625475">
              <a:defRPr/>
            </a:pP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아버지께서는 결코 저희를 잊지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3200" b="1" dirty="0" err="1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않으시리이다</a:t>
            </a:r>
            <a:r>
              <a:rPr lang="en-US" altLang="ko-KR" sz="3200" b="1" dirty="0" smtClean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625475" indent="-625475">
              <a:defRPr/>
            </a:pPr>
            <a:endParaRPr kumimoji="0" lang="en-US" altLang="ko-KR" sz="3200" b="1" i="0" u="none" strike="noStrike" kern="1200" cap="none" spc="0" normalizeH="0" baseline="0" noProof="0" dirty="0" smtClean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5475" lvl="0" indent="-625475">
              <a:defRPr/>
            </a:pPr>
            <a:r>
              <a:rPr lang="ko-KR" altLang="en-US" sz="3200" b="1" dirty="0" smtClean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◎</a:t>
            </a:r>
            <a:r>
              <a:rPr lang="en-US" altLang="ko-KR" sz="3200" b="1" dirty="0" smtClean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 </a:t>
            </a:r>
            <a:r>
              <a:rPr lang="ko-KR" altLang="en-US" sz="3200" b="1" dirty="0" smtClean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r>
              <a:rPr lang="en-US" altLang="ko-KR" sz="3200" b="1" dirty="0" smtClean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marL="625475" indent="-625475">
              <a:defRPr/>
            </a:pP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DDD9C3"/>
              </a:solidFill>
              <a:effectLst/>
              <a:uLnTx/>
              <a:uFillTx/>
              <a:latin typeface="Batang" panose="02030600000101010101" pitchFamily="18" charset="-127"/>
              <a:ea typeface="Batang" panose="02030600000101010101" pitchFamily="18" charset="-127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0BA9BD2-10BD-5B7F-E2DF-F04A69A1B9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84168" y="4852894"/>
            <a:ext cx="3014412" cy="25586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1310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하느님은 거룩한 거처에 계시네. 하느님은 한마음으로 모인 이들에게 집을 마련해 주시고, 백성에게 권능과 힘을 주시네.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21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76640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지극히 전능하신 주여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CFFFE754-F985-13F0-64B1-6D7EC5A97F8B}"/>
              </a:ext>
            </a:extLst>
          </p:cNvPr>
          <p:cNvGrpSpPr/>
          <p:nvPr/>
        </p:nvGrpSpPr>
        <p:grpSpPr>
          <a:xfrm>
            <a:off x="69279" y="771550"/>
            <a:ext cx="9039225" cy="3600400"/>
            <a:chOff x="52387" y="699542"/>
            <a:chExt cx="9039225" cy="36004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xmlns="" id="{A0D7EAB0-3E1A-8A7F-E731-9818494BB3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87" y="699542"/>
              <a:ext cx="9039225" cy="168592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xmlns="" id="{592758F4-5595-2B65-CEF5-6A7DD863B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6675" y="2604492"/>
              <a:ext cx="9010650" cy="16954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지극히 전능하신 주여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xmlns="" id="{6E77D07F-9FD6-FFE0-7043-E82EE00F39D4}"/>
              </a:ext>
            </a:extLst>
          </p:cNvPr>
          <p:cNvGrpSpPr/>
          <p:nvPr/>
        </p:nvGrpSpPr>
        <p:grpSpPr>
          <a:xfrm>
            <a:off x="185737" y="627534"/>
            <a:ext cx="8772525" cy="3816424"/>
            <a:chOff x="185737" y="627534"/>
            <a:chExt cx="8772525" cy="3816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F19D10E5-101D-BA0D-860B-7195BF2C3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0025" y="627534"/>
              <a:ext cx="8743950" cy="180022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xmlns="" id="{B6E100AF-1D0F-8F79-D0B2-689A0B5FC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5737" y="2672308"/>
              <a:ext cx="8772525" cy="17716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지극히 전능하신 주여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5822A2F-B996-6EFD-F529-BE1DF355321D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4787" y="699542"/>
            <a:ext cx="873442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입당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지극히 전능하신 주여</a:t>
            </a:r>
            <a:endParaRPr lang="en-US" sz="2800" b="1" spc="300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grpSp>
        <p:nvGrpSpPr>
          <p:cNvPr id="2" name="Group 8">
            <a:extLst>
              <a:ext uri="{FF2B5EF4-FFF2-40B4-BE49-F238E27FC236}">
                <a16:creationId xmlns:a16="http://schemas.microsoft.com/office/drawing/2014/main" xmlns="" id="{CFFFE754-F985-13F0-64B1-6D7EC5A97F8B}"/>
              </a:ext>
            </a:extLst>
          </p:cNvPr>
          <p:cNvGrpSpPr/>
          <p:nvPr/>
        </p:nvGrpSpPr>
        <p:grpSpPr>
          <a:xfrm>
            <a:off x="69279" y="771550"/>
            <a:ext cx="9039225" cy="3600400"/>
            <a:chOff x="52387" y="699542"/>
            <a:chExt cx="9039225" cy="36004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xmlns="" id="{A0D7EAB0-3E1A-8A7F-E731-9818494BB3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87" y="699542"/>
              <a:ext cx="9039225" cy="168592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xmlns="" id="{592758F4-5595-2B65-CEF5-6A7DD863B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6675" y="2604492"/>
              <a:ext cx="9010650" cy="16954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입당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지극히 전능하신 주여</a:t>
            </a:r>
            <a:endParaRPr lang="en-US" sz="2800" b="1" spc="300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xmlns="" id="{6E77D07F-9FD6-FFE0-7043-E82EE00F39D4}"/>
              </a:ext>
            </a:extLst>
          </p:cNvPr>
          <p:cNvGrpSpPr/>
          <p:nvPr/>
        </p:nvGrpSpPr>
        <p:grpSpPr>
          <a:xfrm>
            <a:off x="185737" y="627534"/>
            <a:ext cx="8772525" cy="3816424"/>
            <a:chOff x="185737" y="627534"/>
            <a:chExt cx="8772525" cy="3816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F19D10E5-101D-BA0D-860B-7195BF2C3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0025" y="627534"/>
              <a:ext cx="8743950" cy="180022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xmlns="" id="{B6E100AF-1D0F-8F79-D0B2-689A0B5FC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5737" y="2672308"/>
              <a:ext cx="8772525" cy="17716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입당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21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지극히 전능하신 주여</a:t>
            </a:r>
            <a:endParaRPr lang="en-US" sz="2800" b="1" spc="300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5822A2F-B996-6EFD-F529-BE1DF355321D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4787" y="699542"/>
            <a:ext cx="873442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xmlns="" id="{A54A8C85-A1A5-439F-48A3-C95BC4F2A126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지극히 전능하신 주여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1ED469E8-51D9-F0E4-9E22-D0B817C4C63D}"/>
              </a:ext>
            </a:extLst>
          </p:cNvPr>
          <p:cNvGrpSpPr/>
          <p:nvPr/>
        </p:nvGrpSpPr>
        <p:grpSpPr>
          <a:xfrm>
            <a:off x="52387" y="699543"/>
            <a:ext cx="9039225" cy="4144464"/>
            <a:chOff x="52387" y="699543"/>
            <a:chExt cx="9039225" cy="414446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xmlns="" id="{A0D7EAB0-3E1A-8A7F-E731-9818494BB3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/>
            <a:srcRect b="44475"/>
            <a:stretch/>
          </p:blipFill>
          <p:spPr>
            <a:xfrm>
              <a:off x="52387" y="699543"/>
              <a:ext cx="9039225" cy="936104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xmlns="" id="{592758F4-5595-2B65-CEF5-6A7DD863B05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/>
            <a:srcRect b="44787"/>
            <a:stretch/>
          </p:blipFill>
          <p:spPr>
            <a:xfrm>
              <a:off x="66675" y="2067694"/>
              <a:ext cx="9010650" cy="936104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AABC2E3B-1C90-BB39-E939-5641DF19C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71600" y="1614686"/>
              <a:ext cx="7610475" cy="381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3D9CE9F0-0124-BDCE-097C-1BDD32C3F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0565" y="2969146"/>
              <a:ext cx="7381875" cy="36195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964B46A-6C1D-2408-956B-594F8290C5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/>
            <a:srcRect b="40001"/>
            <a:stretch/>
          </p:blipFill>
          <p:spPr>
            <a:xfrm>
              <a:off x="200025" y="3363838"/>
              <a:ext cx="8743950" cy="108012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xmlns="" id="{22C3074B-08DA-0D01-7E07-6D4A1AA72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43608" y="4443957"/>
              <a:ext cx="7153275" cy="4000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지극히 전능하신 주여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B6E100AF-1D0F-8F79-D0B2-689A0B5FCCC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rcRect b="39033"/>
          <a:stretch/>
        </p:blipFill>
        <p:spPr>
          <a:xfrm>
            <a:off x="185737" y="771550"/>
            <a:ext cx="8772525" cy="10801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FA36338-21AB-7639-2F5D-7250AF5ED670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71600" y="1893218"/>
            <a:ext cx="6648450" cy="3619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79F9D95E-A544-C6EB-4C36-79E9686B985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/>
          <a:srcRect b="40938"/>
          <a:stretch/>
        </p:blipFill>
        <p:spPr>
          <a:xfrm>
            <a:off x="204787" y="2355726"/>
            <a:ext cx="8734425" cy="108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FFCF735-D6F6-DC31-7B24-63E28EAD2C5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115616" y="3363838"/>
            <a:ext cx="6657975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101477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40567919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844739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86441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06729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-20538"/>
            <a:ext cx="9108504" cy="4806372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하느님과 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형제들에게 고백하오니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생각과 말과 행위로 죄를 많이 지었으며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자주 의무를 소홀히 하였나이다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&lt;</a:t>
            </a:r>
            <a:r>
              <a:rPr kumimoji="0" lang="ko-KR" altLang="en-US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가슴을  치며</a:t>
            </a: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&gt;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저의 큰 탓이옵니다</a:t>
            </a:r>
            <a:endParaRPr kumimoji="0" lang="en-US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그러므로 간절히 바라오니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평생 동정이신 성모 마리아와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천사와 성인과 형제들은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저를 위하여 하느님께 빌어주소서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7092280" y="0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0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PENITENTIAL RITE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ABAC996-AA42-4F21-942B-574FBF1BFFE3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6150073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17049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92841" y="411510"/>
            <a:ext cx="8653675" cy="3804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71600" y="2715766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      자비를    자  비를 베푸소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5656" y="1215211"/>
            <a:ext cx="7560840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자비를      자   비를   베푸 소    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227934"/>
            <a:ext cx="7992888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자비를       자   비를   베푸 소  </a:t>
            </a:r>
            <a:r>
              <a:rPr kumimoji="0" lang="en-US" altLang="ko-KR" sz="25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xmlns="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D42881FA-BE69-4B59-9382-5C3F35A8C04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628011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23529" y="411510"/>
            <a:ext cx="8640959" cy="378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9552" y="1206500"/>
            <a:ext cx="828092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</a:t>
            </a: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자비를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비를   베푸 소    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4230836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자비를    자  비를  베푸소 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2764834"/>
            <a:ext cx="8136904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 자비를      자    비를  베푸 소      서</a:t>
            </a:r>
            <a:endParaRPr kumimoji="0" lang="en-US" sz="32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0AC91CC-0085-4083-A3C7-789DD5EF07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695332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936631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230038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7105754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4712557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7699355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4401645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9316969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4878089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5840130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510385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42540167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74762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열왕기 상권의 말씀입니다.</a:t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무렵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주님께서 한밤중 꿈에 솔로몬에게 나타나셨다. 하느님께서 “내가 너에게 무엇을 해 주기를 바라느냐?” 하고 물으셨다.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솔로몬이 대답하였다.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“주 저의 하느님, 당신께서는 당신 종을 제 아버지 다윗을 이어 임금으로 세우셨습니다만, 저는 어린아이에 지나지 않아서 백성을 이끄는 법을 알지 못합니다.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 종은 당신께서 뽑으신 백성, 그 수가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3281120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너무 많아 셀 수도 헤아릴 수도 없는 당신 백성 가운데에 있습니다.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9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그러니 당신 종에게 듣는 마음을 주시어 당신 백성을 통치하고 선과 악을 분별할 수 있게 해 주십시오. 어느 누가 이렇게 큰 당신 백성을 통치할 수 있겠습니까?”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솔로몬이 이렇게 청한 것이 주님 보시기에 좋았다.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그래서 하느님께서는 그에게 이렇게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3281120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말씀하셨다. “네가 그것을 청하였으니, 곧 자신을 위해 장수를 청하지도 않고, 자신을 위해 부를 청하지도 않고, 네 원수들의 목숨을 청하지도 않고, 그 대신 이처럼 옳은 것을 가려내는 분별력을 청하였으니, </a:t>
            </a:r>
            <a:r>
              <a:rPr lang="ko-KR" altLang="en-US" sz="3200" b="1" dirty="0" err="1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자, 내가 네 말대로 해 주겠다. 이제 너에게 지혜롭고 분별하는 마음을 준다. 너 같은 사람은 네 앞에도 없었고, 너 같은 사람은 네 뒤에도 다시 나오지 않을 것이다.”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3281120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8B57CD69-B6F1-AC3B-8A41-A0099EB3E13A}"/>
              </a:ext>
            </a:extLst>
          </p:cNvPr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3277317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74762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8" name="Picture 4" descr="C:\Users\Scott\Downloads\Untitle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1024996"/>
            <a:ext cx="8951616" cy="1575353"/>
          </a:xfrm>
          <a:prstGeom prst="rect">
            <a:avLst/>
          </a:prstGeom>
          <a:noFill/>
        </p:spPr>
      </p:pic>
      <p:grpSp>
        <p:nvGrpSpPr>
          <p:cNvPr id="16" name="그룹 15"/>
          <p:cNvGrpSpPr/>
          <p:nvPr/>
        </p:nvGrpSpPr>
        <p:grpSpPr>
          <a:xfrm>
            <a:off x="3347864" y="2715766"/>
            <a:ext cx="5688632" cy="1829696"/>
            <a:chOff x="3347864" y="2777942"/>
            <a:chExt cx="5688632" cy="1829696"/>
          </a:xfrm>
        </p:grpSpPr>
        <p:pic>
          <p:nvPicPr>
            <p:cNvPr id="1031" name="Picture 7" descr="C:\Users\Scott\Downloads\Untitled.pn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47864" y="2883961"/>
              <a:ext cx="5654873" cy="1651079"/>
            </a:xfrm>
            <a:prstGeom prst="rect">
              <a:avLst/>
            </a:prstGeom>
            <a:noFill/>
          </p:spPr>
        </p:pic>
        <p:sp>
          <p:nvSpPr>
            <p:cNvPr id="13" name="직사각형 12"/>
            <p:cNvSpPr/>
            <p:nvPr/>
          </p:nvSpPr>
          <p:spPr>
            <a:xfrm>
              <a:off x="8964488" y="2777942"/>
              <a:ext cx="72008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964488" y="3887558"/>
              <a:ext cx="72008" cy="7200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주님은 저의 몫이오니, 당신 말씀 지키기로 약속하였나이다. 당신 입에서 나온 가르침, 수천 냥 금은보다 제게는 값지옵니다.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947809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8" name="Picture 4" descr="C:\Users\Scott\Downloads\Untitle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1024996"/>
            <a:ext cx="8951616" cy="1575353"/>
          </a:xfrm>
          <a:prstGeom prst="rect">
            <a:avLst/>
          </a:prstGeom>
          <a:noFill/>
        </p:spPr>
      </p:pic>
      <p:grpSp>
        <p:nvGrpSpPr>
          <p:cNvPr id="16" name="그룹 15"/>
          <p:cNvGrpSpPr/>
          <p:nvPr/>
        </p:nvGrpSpPr>
        <p:grpSpPr>
          <a:xfrm>
            <a:off x="3347864" y="2715766"/>
            <a:ext cx="5688632" cy="1829696"/>
            <a:chOff x="3347864" y="2777942"/>
            <a:chExt cx="5688632" cy="1829696"/>
          </a:xfrm>
        </p:grpSpPr>
        <p:pic>
          <p:nvPicPr>
            <p:cNvPr id="1031" name="Picture 7" descr="C:\Users\Scott\Downloads\Untitled.pn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47864" y="2883961"/>
              <a:ext cx="5654873" cy="1651079"/>
            </a:xfrm>
            <a:prstGeom prst="rect">
              <a:avLst/>
            </a:prstGeom>
            <a:noFill/>
          </p:spPr>
        </p:pic>
        <p:sp>
          <p:nvSpPr>
            <p:cNvPr id="13" name="직사각형 12"/>
            <p:cNvSpPr/>
            <p:nvPr/>
          </p:nvSpPr>
          <p:spPr>
            <a:xfrm>
              <a:off x="8964488" y="2777942"/>
              <a:ext cx="72008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964488" y="3887558"/>
              <a:ext cx="72008" cy="7200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 종에게 하신 말씀대로, 자애를 베푸시어 저를 위로하소서. 당신 자비 저에게 이르게 하소서. 제가 살리이다. 당신 가르침은 저의 즐거움이옵니다.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8" name="Picture 4" descr="C:\Users\Scott\Downloads\Untitle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1024996"/>
            <a:ext cx="8951616" cy="1575353"/>
          </a:xfrm>
          <a:prstGeom prst="rect">
            <a:avLst/>
          </a:prstGeom>
          <a:noFill/>
        </p:spPr>
      </p:pic>
      <p:grpSp>
        <p:nvGrpSpPr>
          <p:cNvPr id="16" name="그룹 15"/>
          <p:cNvGrpSpPr/>
          <p:nvPr/>
        </p:nvGrpSpPr>
        <p:grpSpPr>
          <a:xfrm>
            <a:off x="3347864" y="2715766"/>
            <a:ext cx="5688632" cy="1829696"/>
            <a:chOff x="3347864" y="2777942"/>
            <a:chExt cx="5688632" cy="1829696"/>
          </a:xfrm>
        </p:grpSpPr>
        <p:pic>
          <p:nvPicPr>
            <p:cNvPr id="1031" name="Picture 7" descr="C:\Users\Scott\Downloads\Untitled.pn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47864" y="2883961"/>
              <a:ext cx="5654873" cy="1651079"/>
            </a:xfrm>
            <a:prstGeom prst="rect">
              <a:avLst/>
            </a:prstGeom>
            <a:noFill/>
          </p:spPr>
        </p:pic>
        <p:sp>
          <p:nvSpPr>
            <p:cNvPr id="13" name="직사각형 12"/>
            <p:cNvSpPr/>
            <p:nvPr/>
          </p:nvSpPr>
          <p:spPr>
            <a:xfrm>
              <a:off x="8964488" y="2777942"/>
              <a:ext cx="72008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964488" y="3887558"/>
              <a:ext cx="72008" cy="7200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저는 당신 계명을, 금보다 순금보다 더 사랑하나이다. 당신의 모든 규정을 바르게 따르며, 저는 온갖 거짓된 길을 미워하나이다.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947809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8" name="Picture 4" descr="C:\Users\Scott\Downloads\Untitle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1024996"/>
            <a:ext cx="8951616" cy="1575353"/>
          </a:xfrm>
          <a:prstGeom prst="rect">
            <a:avLst/>
          </a:prstGeom>
          <a:noFill/>
        </p:spPr>
      </p:pic>
      <p:grpSp>
        <p:nvGrpSpPr>
          <p:cNvPr id="16" name="그룹 15"/>
          <p:cNvGrpSpPr/>
          <p:nvPr/>
        </p:nvGrpSpPr>
        <p:grpSpPr>
          <a:xfrm>
            <a:off x="3347864" y="2715766"/>
            <a:ext cx="5688632" cy="1829696"/>
            <a:chOff x="3347864" y="2777942"/>
            <a:chExt cx="5688632" cy="1829696"/>
          </a:xfrm>
        </p:grpSpPr>
        <p:pic>
          <p:nvPicPr>
            <p:cNvPr id="1031" name="Picture 7" descr="C:\Users\Scott\Downloads\Untitled.pn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47864" y="2883961"/>
              <a:ext cx="5654873" cy="1651079"/>
            </a:xfrm>
            <a:prstGeom prst="rect">
              <a:avLst/>
            </a:prstGeom>
            <a:noFill/>
          </p:spPr>
        </p:pic>
        <p:sp>
          <p:nvSpPr>
            <p:cNvPr id="13" name="직사각형 12"/>
            <p:cNvSpPr/>
            <p:nvPr/>
          </p:nvSpPr>
          <p:spPr>
            <a:xfrm>
              <a:off x="8964488" y="2777942"/>
              <a:ext cx="72008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964488" y="3887558"/>
              <a:ext cx="72008" cy="7200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당신의 법 하도 놀라워, 제 영혼 그 법을 따르나이다. 당신 말씀 밝히시면 그 빛으로, 미련한 이들이 깨치나이다.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8" name="Picture 4" descr="C:\Users\Scott\Downloads\Untitle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1024996"/>
            <a:ext cx="8951616" cy="1575353"/>
          </a:xfrm>
          <a:prstGeom prst="rect">
            <a:avLst/>
          </a:prstGeom>
          <a:noFill/>
        </p:spPr>
      </p:pic>
      <p:grpSp>
        <p:nvGrpSpPr>
          <p:cNvPr id="16" name="그룹 15"/>
          <p:cNvGrpSpPr/>
          <p:nvPr/>
        </p:nvGrpSpPr>
        <p:grpSpPr>
          <a:xfrm>
            <a:off x="3347864" y="2715766"/>
            <a:ext cx="5688632" cy="1829696"/>
            <a:chOff x="3347864" y="2777942"/>
            <a:chExt cx="5688632" cy="1829696"/>
          </a:xfrm>
        </p:grpSpPr>
        <p:pic>
          <p:nvPicPr>
            <p:cNvPr id="1031" name="Picture 7" descr="C:\Users\Scott\Downloads\Untitled.png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47864" y="2883961"/>
              <a:ext cx="5654873" cy="1651079"/>
            </a:xfrm>
            <a:prstGeom prst="rect">
              <a:avLst/>
            </a:prstGeom>
            <a:noFill/>
          </p:spPr>
        </p:pic>
        <p:sp>
          <p:nvSpPr>
            <p:cNvPr id="13" name="직사각형 12"/>
            <p:cNvSpPr/>
            <p:nvPr/>
          </p:nvSpPr>
          <p:spPr>
            <a:xfrm>
              <a:off x="8964488" y="2777942"/>
              <a:ext cx="72008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964488" y="3887558"/>
              <a:ext cx="72008" cy="7200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25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하느님을 사랑하는 이들, 그분의 계획에 따라 부르심을 받은 이들에게는 모든 것이 함께 작용하여 선을 이룬다는 것을 우리는 압니다.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하느님께서는 미리 뽑으신 이들을 당신의 아드님과 같은 모상이 되도록 미리 정하셨습니다. 그리하여 그 아드님께서 많은 형제 가운데 맏이가 되게 하셨습니다.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그렇게 미리 정하신 이들을 또한 부르셨고, 부르신 이들을 또한 의롭게 하셨으며, 의롭게 하신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789485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960"/>
            <a:ext cx="8928992" cy="43334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이들을 또한 영광스럽게 해 주셨습니다.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395536" y="1453457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7894858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18761654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3884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땅의 주님이신 아버지, 찬미받으소서. 아버지는 하늘 나라의 신비를 철부지들에게 드러내 보이셨나이다.</a:t>
            </a: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06107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3509531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예수님께서 군중에게 말씀하셨다.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“하늘 나라는 밭에 숨겨진 보물과 같다. 그 보물을 발견한 사람은 그것을 다시 숨겨 두고서는 기뻐하며 돌아가서 가진 것을 다 팔아 그 밭을 산다.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하늘 나라는 좋은 진주를 찾는 상인과 같다.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46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값진 진주를 하나 발견하자, 가서 가진 것을 모두 처분하여 그것을 샀다.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하늘 나라는 바다에 던져 온갖 종류의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803587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고기를 모아들인 그물과 같다.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그물이 가득 차자 사람들이 그것을 물가로 끌어 올려놓고 앉아서, 좋은 것들은 그릇에 담고 나쁜 것들은 밖으로 던져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49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세상 종말에도 그렇게 될 것이다. 천사들이 나가 의인들 가운데에서 악한 자들을 가려내어,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불구덩이에 던져 버릴 것이다. 그러면 그들은 거기에서 울며 이를 갈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너희는 이것들을 다 깨달았느냐?” 제자들이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803587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“예!” 하고 대답하자,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이르셨다. “그러므로 하늘 나라의 제자가 된 모든 율법 학자는 자기 곳간에서 새것도 꺼내고 옛것도 꺼내는 집주인과 같다.”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1FBAA5B-429A-AC19-8372-13816AAECB75}"/>
              </a:ext>
            </a:extLst>
          </p:cNvPr>
          <p:cNvSpPr txBox="1"/>
          <p:nvPr/>
        </p:nvSpPr>
        <p:spPr>
          <a:xfrm>
            <a:off x="395536" y="3250941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3993924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67717407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3268191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19426312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89503268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87090251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5990098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220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748356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220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생활한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C1AEF3FA-3B46-F7A3-C66E-C14FF9A90448}"/>
              </a:ext>
            </a:extLst>
          </p:cNvPr>
          <p:cNvGrpSpPr/>
          <p:nvPr/>
        </p:nvGrpSpPr>
        <p:grpSpPr>
          <a:xfrm>
            <a:off x="95250" y="555526"/>
            <a:ext cx="8953500" cy="4282405"/>
            <a:chOff x="95250" y="555526"/>
            <a:chExt cx="8953500" cy="428240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66BAA3A8-747F-E1AF-0510-8BEBC4CC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250" y="555526"/>
              <a:ext cx="8953500" cy="242887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xmlns="" id="{9686CCEE-F546-95AD-3BBA-BB0470A5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250" y="3075806"/>
              <a:ext cx="8953500" cy="176212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1BF4851A-F471-8181-6413-43A60AB5E6EA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220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생활한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6AE9EDEC-8805-C163-A11B-90A4F780FAB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533900" y="2552700"/>
            <a:ext cx="76200" cy="38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F1FBA855-9E9C-5A74-3211-8804F608ADC2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5250" y="653033"/>
            <a:ext cx="8953500" cy="1990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F7210DD5-88FE-393C-70C9-5B1941E5CE49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95250" y="2837656"/>
            <a:ext cx="8953500" cy="20383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2F5769F4-DFDC-FBB4-89D5-43EAC2D2DC23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220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생활한 제물</a:t>
            </a:r>
            <a:endParaRPr lang="en-US" sz="2800" b="1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5" name="Group 7">
            <a:extLst>
              <a:ext uri="{FF2B5EF4-FFF2-40B4-BE49-F238E27FC236}">
                <a16:creationId xmlns:a16="http://schemas.microsoft.com/office/drawing/2014/main" xmlns="" id="{C1AEF3FA-3B46-F7A3-C66E-C14FF9A90448}"/>
              </a:ext>
            </a:extLst>
          </p:cNvPr>
          <p:cNvGrpSpPr/>
          <p:nvPr/>
        </p:nvGrpSpPr>
        <p:grpSpPr>
          <a:xfrm>
            <a:off x="95250" y="555526"/>
            <a:ext cx="8953500" cy="4282405"/>
            <a:chOff x="95250" y="555526"/>
            <a:chExt cx="8953500" cy="428240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66BAA3A8-747F-E1AF-0510-8BEBC4CC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250" y="555526"/>
              <a:ext cx="8953500" cy="242887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xmlns="" id="{9686CCEE-F546-95AD-3BBA-BB0470A5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250" y="3075806"/>
              <a:ext cx="8953500" cy="176212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1BF4851A-F471-8181-6413-43A60AB5E6EA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220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생활한 제물</a:t>
            </a:r>
            <a:endParaRPr lang="en-US" sz="2800" b="1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6AE9EDEC-8805-C163-A11B-90A4F780FAB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533900" y="2552700"/>
            <a:ext cx="76200" cy="38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F1FBA855-9E9C-5A74-3211-8804F608ADC2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5250" y="653033"/>
            <a:ext cx="8953500" cy="1990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F7210DD5-88FE-393C-70C9-5B1941E5CE49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95250" y="2837656"/>
            <a:ext cx="8953500" cy="20383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2F5769F4-DFDC-FBB4-89D5-43EAC2D2DC23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220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생활한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8FF5ED4-67F0-C4D3-70D1-4B628823761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0012" y="555526"/>
            <a:ext cx="8943975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7EAD399-D43E-7F94-E332-B762F53055E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32656" y="2283718"/>
            <a:ext cx="7543800" cy="390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C34E2D11-496B-A769-BC36-907C2F35790C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4775" y="2892152"/>
            <a:ext cx="8934450" cy="10477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A052E437-364E-1DFE-9FCC-F1EE8335D2C2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43608" y="4034383"/>
            <a:ext cx="7448550" cy="4095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2EDE2938-266C-AF69-CB4E-D62F124D6717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봉헌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220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생활한 제물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6AE9EDEC-8805-C163-A11B-90A4F780FAB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533900" y="2552700"/>
            <a:ext cx="76200" cy="38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F1FBA855-9E9C-5A74-3211-8804F608ADC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/>
          <a:srcRect b="38086"/>
          <a:stretch/>
        </p:blipFill>
        <p:spPr>
          <a:xfrm>
            <a:off x="95250" y="653033"/>
            <a:ext cx="8953500" cy="123254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F7210DD5-88FE-393C-70C9-5B1941E5CE4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/>
          <a:srcRect b="39532"/>
          <a:stretch/>
        </p:blipFill>
        <p:spPr>
          <a:xfrm>
            <a:off x="95250" y="2837656"/>
            <a:ext cx="8953500" cy="12325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5F944C3B-AB71-2CCD-0D30-B5B964408399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174948" y="1936626"/>
            <a:ext cx="7429500" cy="419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6CAD08C-A6FF-F3DB-5D8E-8CDA95A70AF6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1044733" y="4053433"/>
            <a:ext cx="7419975" cy="3905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DBF63513-D8D0-473A-B64A-F21D25AAACCC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8202255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88832031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89117898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71310413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65310861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06269460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52422898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4647165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31663022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414096196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07738711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19328367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xmlns="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6486801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18978066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81253031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81253031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60431588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xmlns="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66206364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8064896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 영혼아, 주님을 찬미하여라. 그분의 온갖 은혜 하나도 잊지 마라.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167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88235154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67810BCC-703F-4B78-E52B-9FCAADCA74D8}"/>
              </a:ext>
            </a:extLst>
          </p:cNvPr>
          <p:cNvGrpSpPr/>
          <p:nvPr/>
        </p:nvGrpSpPr>
        <p:grpSpPr>
          <a:xfrm>
            <a:off x="66675" y="555526"/>
            <a:ext cx="9010650" cy="3960440"/>
            <a:chOff x="66675" y="555526"/>
            <a:chExt cx="9010650" cy="396044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xmlns="" id="{3366A74E-E257-3D22-0225-BBFB1919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437" y="555526"/>
              <a:ext cx="9001125" cy="19812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xmlns="" id="{4CAA2D5C-3199-A164-3EFC-8C4611A1B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6675" y="2820516"/>
              <a:ext cx="9010650" cy="1695450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3CD53ADD-B2F6-AFC6-23C2-1F25B0FC6B8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xmlns="" id="{BD648CEC-A276-C7BC-CBD1-BF4AE822F03D}"/>
              </a:ext>
            </a:extLst>
          </p:cNvPr>
          <p:cNvGrpSpPr/>
          <p:nvPr/>
        </p:nvGrpSpPr>
        <p:grpSpPr>
          <a:xfrm>
            <a:off x="76200" y="555526"/>
            <a:ext cx="8991600" cy="2952328"/>
            <a:chOff x="76200" y="555526"/>
            <a:chExt cx="8991600" cy="29523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4F55C287-4105-CA8B-C690-E2D2DB872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250" y="555526"/>
              <a:ext cx="8953500" cy="14859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xmlns="" id="{CD4AF851-54D7-A3ED-67EA-6D49BC75F1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200" y="2145779"/>
              <a:ext cx="8991600" cy="136207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95594E69-0A68-34E0-162A-7BA434934912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9CE1138-49DE-EC66-7C9F-168E4D2CD13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200" y="555526"/>
            <a:ext cx="8991600" cy="15049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25E332E4-EF6D-42E1-64FC-F549E847C9FD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3" name="Group 12">
            <a:extLst>
              <a:ext uri="{FF2B5EF4-FFF2-40B4-BE49-F238E27FC236}">
                <a16:creationId xmlns:a16="http://schemas.microsoft.com/office/drawing/2014/main" xmlns="" id="{67810BCC-703F-4B78-E52B-9FCAADCA74D8}"/>
              </a:ext>
            </a:extLst>
          </p:cNvPr>
          <p:cNvGrpSpPr/>
          <p:nvPr/>
        </p:nvGrpSpPr>
        <p:grpSpPr>
          <a:xfrm>
            <a:off x="66675" y="555526"/>
            <a:ext cx="9010650" cy="3960440"/>
            <a:chOff x="66675" y="555526"/>
            <a:chExt cx="9010650" cy="396044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xmlns="" id="{3366A74E-E257-3D22-0225-BBFB1919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437" y="555526"/>
              <a:ext cx="9001125" cy="19812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xmlns="" id="{4CAA2D5C-3199-A164-3EFC-8C4611A1B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6675" y="2820516"/>
              <a:ext cx="9010650" cy="1695450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3CD53ADD-B2F6-AFC6-23C2-1F25B0FC6B8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xmlns="" id="{BD648CEC-A276-C7BC-CBD1-BF4AE822F03D}"/>
              </a:ext>
            </a:extLst>
          </p:cNvPr>
          <p:cNvGrpSpPr/>
          <p:nvPr/>
        </p:nvGrpSpPr>
        <p:grpSpPr>
          <a:xfrm>
            <a:off x="76200" y="555526"/>
            <a:ext cx="8991600" cy="2952328"/>
            <a:chOff x="76200" y="555526"/>
            <a:chExt cx="8991600" cy="29523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4F55C287-4105-CA8B-C690-E2D2DB872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250" y="555526"/>
              <a:ext cx="8953500" cy="14859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xmlns="" id="{CD4AF851-54D7-A3ED-67EA-6D49BC75F1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200" y="2145779"/>
              <a:ext cx="8991600" cy="136207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95594E69-0A68-34E0-162A-7BA434934912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9CE1138-49DE-EC66-7C9F-168E4D2CD13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200" y="555526"/>
            <a:ext cx="8991600" cy="15049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25E332E4-EF6D-42E1-64FC-F549E847C9FD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3366A74E-E257-3D22-0225-BBFB1919BF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rcRect b="34578"/>
          <a:stretch/>
        </p:blipFill>
        <p:spPr>
          <a:xfrm>
            <a:off x="71437" y="555526"/>
            <a:ext cx="9001125" cy="12961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4CAA2D5C-3199-A164-3EFC-8C4611A1B4A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/>
          <a:srcRect b="42471"/>
          <a:stretch/>
        </p:blipFill>
        <p:spPr>
          <a:xfrm>
            <a:off x="66675" y="2820516"/>
            <a:ext cx="9010650" cy="9753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CAE1F931-C35C-65C1-1A30-7E9CD474F6DE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83568" y="1840235"/>
            <a:ext cx="8001000" cy="371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C9A3088F-C6CC-3010-F5D2-E2429C551DC4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83096" y="3865984"/>
            <a:ext cx="6553200" cy="361950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xmlns="" id="{BD648CEC-A276-C7BC-CBD1-BF4AE822F03D}"/>
              </a:ext>
            </a:extLst>
          </p:cNvPr>
          <p:cNvGrpSpPr/>
          <p:nvPr/>
        </p:nvGrpSpPr>
        <p:grpSpPr>
          <a:xfrm>
            <a:off x="76200" y="555526"/>
            <a:ext cx="8991600" cy="2952328"/>
            <a:chOff x="76200" y="555526"/>
            <a:chExt cx="8991600" cy="29523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xmlns="" id="{4F55C287-4105-CA8B-C690-E2D2DB872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250" y="555526"/>
              <a:ext cx="8953500" cy="14859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xmlns="" id="{CD4AF851-54D7-A3ED-67EA-6D49BC75F1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200" y="2145779"/>
              <a:ext cx="8991600" cy="136207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95594E69-0A68-34E0-162A-7BA434934912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167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생명이신 천상 양식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9CE1138-49DE-EC66-7C9F-168E4D2CD13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200" y="555526"/>
            <a:ext cx="8991600" cy="15049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25E332E4-EF6D-42E1-64FC-F549E847C9FD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xmlns="" val="333877162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34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길이요 진리요 생명이신 주 </a:t>
            </a:r>
            <a:endParaRPr kumimoji="0" lang="en-US" altLang="en-US" sz="2800" b="0" i="0" u="none" strike="noStrike" kern="0" cap="none" spc="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555526"/>
            <a:ext cx="8856985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34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길이요 진리요 생명이신 주 </a:t>
            </a:r>
            <a:endParaRPr kumimoji="0" lang="en-US" altLang="en-US" sz="2800" b="0" i="0" u="none" strike="noStrike" kern="0" cap="none" spc="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555526"/>
            <a:ext cx="8856984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34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길이요 진리요 생명이신 주 </a:t>
            </a:r>
            <a:endParaRPr kumimoji="0" lang="en-US" altLang="en-US" sz="2800" b="0" i="0" u="none" strike="noStrike" kern="0" cap="none" spc="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699542"/>
            <a:ext cx="8856984" cy="2160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2</a:t>
            </a: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차봉헌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34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길이요 진리요 생명이신 주 </a:t>
            </a:r>
            <a:endParaRPr lang="en-US" altLang="en-US" sz="2800" kern="0" spc="500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555526"/>
            <a:ext cx="8856985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2</a:t>
            </a: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차봉헌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34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길이요 진리요 생명이신 주 </a:t>
            </a:r>
            <a:endParaRPr lang="en-US" altLang="en-US" sz="2800" kern="0" spc="500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555526"/>
            <a:ext cx="8856984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2</a:t>
            </a: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차봉헌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34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길이요 진리요 생명이신 주 </a:t>
            </a:r>
            <a:endParaRPr lang="en-US" altLang="en-US" sz="2800" kern="0" spc="500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699542"/>
            <a:ext cx="8856984" cy="2160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34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길이요 진리요 생명이신 주 </a:t>
            </a:r>
            <a:endParaRPr kumimoji="0" lang="en-US" altLang="en-US" sz="2800" b="0" i="0" u="none" strike="noStrike" kern="0" cap="none" spc="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555526"/>
            <a:ext cx="8856984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34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길이요 진리요 생명이신 주 </a:t>
            </a:r>
            <a:endParaRPr kumimoji="0" lang="en-US" altLang="en-US" sz="2800" b="0" i="0" u="none" strike="noStrike" kern="0" cap="none" spc="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555526"/>
            <a:ext cx="8856983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차봉헌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34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길이요 진리요 생명이신 주 </a:t>
            </a:r>
            <a:endParaRPr kumimoji="0" lang="en-US" altLang="en-US" sz="2800" b="0" i="0" u="none" strike="noStrike" kern="0" cap="none" spc="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496" y="627534"/>
            <a:ext cx="8856984" cy="2160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9103444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65797724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xmlns="" val="379495741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9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우리 모두 함께 모여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943B8269-A0F6-451B-8BFB-5CCB0297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5" y="2571747"/>
            <a:ext cx="9" cy="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xmlns="" id="{3542802D-D304-4A6F-A802-4A1B668EE852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79512" y="583714"/>
            <a:ext cx="8573764" cy="414827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3D9C496-34EC-476E-B5CF-55A41593F21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9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우리 모두 함께 모여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943B8269-A0F6-451B-8BFB-5CCB0297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5" y="2571747"/>
            <a:ext cx="9" cy="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3D9C496-34EC-476E-B5CF-55A41593F21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xmlns="" id="{0661EB24-89E4-407F-B6E8-15A3A6F2E89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72981" y="623879"/>
            <a:ext cx="8728480" cy="4108111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파견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9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 </a:t>
            </a:r>
            <a:r>
              <a:rPr lang="ko-KR" altLang="en-US" sz="2800" kern="0" spc="1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우리 모두 함께 모여</a:t>
            </a:r>
            <a:endParaRPr lang="en-US" sz="2800" b="1" spc="100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943B8269-A0F6-451B-8BFB-5CCB0297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5" y="2571747"/>
            <a:ext cx="9" cy="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xmlns="" id="{3542802D-D304-4A6F-A802-4A1B668EE852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79512" y="583714"/>
            <a:ext cx="8573764" cy="414827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3D9C496-34EC-476E-B5CF-55A41593F21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kern="0" spc="300" dirty="0">
                <a:solidFill>
                  <a:prstClr val="white"/>
                </a:solidFill>
                <a:latin typeface="궁서" pitchFamily="18" charset="-127"/>
                <a:ea typeface="궁서" pitchFamily="18" charset="-127"/>
              </a:rPr>
              <a:t>파견</a:t>
            </a:r>
            <a:r>
              <a:rPr lang="ko-KR" altLang="en-US" sz="2800" kern="0" spc="300" dirty="0">
                <a:solidFill>
                  <a:srgbClr val="EEECE1">
                    <a:lumMod val="75000"/>
                  </a:srgb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9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   </a:t>
            </a:r>
            <a:r>
              <a:rPr lang="ko-KR" altLang="en-US" sz="2800" kern="0" spc="1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우리 모두 함께 모여</a:t>
            </a:r>
            <a:endParaRPr lang="en-US" sz="2800" b="1" spc="100" dirty="0">
              <a:solidFill>
                <a:srgbClr val="EEECE1">
                  <a:lumMod val="25000"/>
                </a:srgb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943B8269-A0F6-451B-8BFB-5CCB0297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5" y="2571747"/>
            <a:ext cx="9" cy="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3D9C496-34EC-476E-B5CF-55A41593F21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xmlns="" id="{0661EB24-89E4-407F-B6E8-15A3A6F2E89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72981" y="623879"/>
            <a:ext cx="8728480" cy="4108111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663499769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xmlns="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0888062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xmlns="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58210258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44401918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42864227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10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1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1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1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1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1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40256</TotalTime>
  <Words>2440</Words>
  <Application>Microsoft Office PowerPoint</Application>
  <PresentationFormat>화면 슬라이드 쇼(16:9)</PresentationFormat>
  <Paragraphs>536</Paragraphs>
  <Slides>159</Slides>
  <Notes>56</Notes>
  <HiddenSlides>0</HiddenSlides>
  <MMClips>0</MMClips>
  <ScaleCrop>false</ScaleCrop>
  <HeadingPairs>
    <vt:vector size="4" baseType="variant">
      <vt:variant>
        <vt:lpstr>테마</vt:lpstr>
      </vt:variant>
      <vt:variant>
        <vt:i4>16</vt:i4>
      </vt:variant>
      <vt:variant>
        <vt:lpstr>슬라이드 제목</vt:lpstr>
      </vt:variant>
      <vt:variant>
        <vt:i4>159</vt:i4>
      </vt:variant>
    </vt:vector>
  </HeadingPairs>
  <TitlesOfParts>
    <vt:vector size="175" baseType="lpstr"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10_Office Theme</vt:lpstr>
      <vt:lpstr>11_Office Theme</vt:lpstr>
      <vt:lpstr>12_Office Theme</vt:lpstr>
      <vt:lpstr>13_Office Theme</vt:lpstr>
      <vt:lpstr>14_Office Theme</vt:lpstr>
      <vt:lpstr>15_Office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성모 찬송</vt:lpstr>
      <vt:lpstr>성모 찬송</vt:lpstr>
      <vt:lpstr>성모 찬송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입당송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제 1 독서  열왕기 상권의 말씀입니다.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  <vt:lpstr>슬라이드 64</vt:lpstr>
      <vt:lpstr>슬라이드 65</vt:lpstr>
      <vt:lpstr>제 2 독서  사도 바오로의 로마서 말씀입니다.</vt:lpstr>
      <vt:lpstr>슬라이드 67</vt:lpstr>
      <vt:lpstr>슬라이드 68</vt:lpstr>
      <vt:lpstr>슬라이드 69</vt:lpstr>
      <vt:lpstr>슬라이드 70</vt:lpstr>
      <vt:lpstr>슬라이드 71</vt:lpstr>
      <vt:lpstr>슬라이드 72</vt:lpstr>
      <vt:lpstr>슬라이드 73</vt:lpstr>
      <vt:lpstr>슬라이드 74</vt:lpstr>
      <vt:lpstr>슬라이드 75</vt:lpstr>
      <vt:lpstr>슬라이드 76</vt:lpstr>
      <vt:lpstr>슬라이드 77</vt:lpstr>
      <vt:lpstr>슬라이드 78</vt:lpstr>
      <vt:lpstr>슬라이드 79</vt:lpstr>
      <vt:lpstr>슬라이드 80</vt:lpstr>
      <vt:lpstr>슬라이드 81</vt:lpstr>
      <vt:lpstr>슬라이드 82</vt:lpstr>
      <vt:lpstr>슬라이드 83</vt:lpstr>
      <vt:lpstr>슬라이드 84</vt:lpstr>
      <vt:lpstr>슬라이드 85</vt:lpstr>
      <vt:lpstr>슬라이드 86</vt:lpstr>
      <vt:lpstr>슬라이드 87</vt:lpstr>
      <vt:lpstr>슬라이드 88</vt:lpstr>
      <vt:lpstr>슬라이드 89</vt:lpstr>
      <vt:lpstr>슬라이드 90</vt:lpstr>
      <vt:lpstr>슬라이드 91</vt:lpstr>
      <vt:lpstr>슬라이드 92</vt:lpstr>
      <vt:lpstr>슬라이드 93</vt:lpstr>
      <vt:lpstr>슬라이드 94</vt:lpstr>
      <vt:lpstr>슬라이드 95</vt:lpstr>
      <vt:lpstr>슬라이드 96</vt:lpstr>
      <vt:lpstr>슬라이드 97</vt:lpstr>
      <vt:lpstr>슬라이드 98</vt:lpstr>
      <vt:lpstr>슬라이드 99</vt:lpstr>
      <vt:lpstr>슬라이드 100</vt:lpstr>
      <vt:lpstr>슬라이드 101</vt:lpstr>
      <vt:lpstr>슬라이드 102</vt:lpstr>
      <vt:lpstr>슬라이드 103</vt:lpstr>
      <vt:lpstr>슬라이드 104</vt:lpstr>
      <vt:lpstr>슬라이드 105</vt:lpstr>
      <vt:lpstr>슬라이드 106</vt:lpstr>
      <vt:lpstr>슬라이드 107</vt:lpstr>
      <vt:lpstr>슬라이드 108</vt:lpstr>
      <vt:lpstr>슬라이드 109</vt:lpstr>
      <vt:lpstr>슬라이드 110</vt:lpstr>
      <vt:lpstr>슬라이드 111</vt:lpstr>
      <vt:lpstr>슬라이드 112</vt:lpstr>
      <vt:lpstr>슬라이드 113</vt:lpstr>
      <vt:lpstr>슬라이드 114</vt:lpstr>
      <vt:lpstr>슬라이드 115</vt:lpstr>
      <vt:lpstr>슬라이드 116</vt:lpstr>
      <vt:lpstr>슬라이드 117</vt:lpstr>
      <vt:lpstr>슬라이드 118</vt:lpstr>
      <vt:lpstr>슬라이드 119</vt:lpstr>
      <vt:lpstr>영성체</vt:lpstr>
      <vt:lpstr>슬라이드 121</vt:lpstr>
      <vt:lpstr>영성체송</vt:lpstr>
      <vt:lpstr>슬라이드 123</vt:lpstr>
      <vt:lpstr>슬라이드 124</vt:lpstr>
      <vt:lpstr>슬라이드 125</vt:lpstr>
      <vt:lpstr>슬라이드 126</vt:lpstr>
      <vt:lpstr>슬라이드 127</vt:lpstr>
      <vt:lpstr>슬라이드 128</vt:lpstr>
      <vt:lpstr>슬라이드 129</vt:lpstr>
      <vt:lpstr>슬라이드 130</vt:lpstr>
      <vt:lpstr>슬라이드 131</vt:lpstr>
      <vt:lpstr>슬라이드 132</vt:lpstr>
      <vt:lpstr>슬라이드 133</vt:lpstr>
      <vt:lpstr>슬라이드 134</vt:lpstr>
      <vt:lpstr>슬라이드 135</vt:lpstr>
      <vt:lpstr>슬라이드 136</vt:lpstr>
      <vt:lpstr>슬라이드 137</vt:lpstr>
      <vt:lpstr>슬라이드 138</vt:lpstr>
      <vt:lpstr>슬라이드 139</vt:lpstr>
      <vt:lpstr>슬라이드 140</vt:lpstr>
      <vt:lpstr>슬라이드 141</vt:lpstr>
      <vt:lpstr>슬라이드 142</vt:lpstr>
      <vt:lpstr>슬라이드 143</vt:lpstr>
      <vt:lpstr>슬라이드 144</vt:lpstr>
      <vt:lpstr>슬라이드 145</vt:lpstr>
      <vt:lpstr>슬라이드 146</vt:lpstr>
      <vt:lpstr>파 견</vt:lpstr>
      <vt:lpstr>슬라이드 148</vt:lpstr>
      <vt:lpstr>슬라이드 149</vt:lpstr>
      <vt:lpstr>슬라이드 150</vt:lpstr>
      <vt:lpstr>슬라이드 151</vt:lpstr>
      <vt:lpstr>슬라이드 152</vt:lpstr>
      <vt:lpstr>슬라이드 153</vt:lpstr>
      <vt:lpstr>슬라이드 154</vt:lpstr>
      <vt:lpstr>슬라이드 155</vt:lpstr>
      <vt:lpstr>슬라이드 156</vt:lpstr>
      <vt:lpstr>슬라이드 157</vt:lpstr>
      <vt:lpstr>슬라이드 158</vt:lpstr>
      <vt:lpstr>슬라이드 159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2047</cp:revision>
  <dcterms:created xsi:type="dcterms:W3CDTF">2016-08-30T00:06:00Z</dcterms:created>
  <dcterms:modified xsi:type="dcterms:W3CDTF">2026-07-21T07:21:10Z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
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Default Extension="wdp" ContentType="image/vnd.ms-photo"/>
  <Override PartName="/ppt/changesInfos/changesInfo1.xml" ContentType="application/vnd.ms-powerpoint.changesinfo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"/>
  </p:notesMasterIdLst>
  <p:sldIdLst>
    <p:sldId id="3021" r:id="rId2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15099" autoAdjust="0"/>
    <p:restoredTop sz="99785" autoAdjust="0"/>
  </p:normalViewPr>
  <p:slideViewPr>
    <p:cSldViewPr>
      <p:cViewPr varScale="1">
        <p:scale>
          <a:sx n="105" d="100"/>
          <a:sy n="105" d="100"/>
        </p:scale>
        <p:origin x="-78" y="-744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65" Type="http://schemas.microsoft.com/office/2016/11/relationships/changesInfo" Target="changesInfos/changesInfo1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Yang" userId="96e110e5a1896ef6" providerId="LiveId" clId="{8EB410B9-5EBC-420C-8E01-1D28E64F7A8C}"/>
    <pc:docChg chg="undo custSel addSld delSld modSld sldOrd">
      <pc:chgData name="Jacob Yang" userId="96e110e5a1896ef6" providerId="LiveId" clId="{8EB410B9-5EBC-420C-8E01-1D28E64F7A8C}" dt="2026-06-06T22:16:31.429" v="865"/>
      <pc:docMkLst>
        <pc:docMk/>
      </pc:docMkLst>
      <pc:sldChg chg="add del">
        <pc:chgData name="Jacob Yang" userId="96e110e5a1896ef6" providerId="LiveId" clId="{8EB410B9-5EBC-420C-8E01-1D28E64F7A8C}" dt="2026-06-01T11:55:45.499" v="634" actId="47"/>
        <pc:sldMkLst>
          <pc:docMk/>
          <pc:sldMk cId="0" sldId="787"/>
        </pc:sldMkLst>
      </pc:sldChg>
      <pc:sldChg chg="modSp mod">
        <pc:chgData name="Jacob Yang" userId="96e110e5a1896ef6" providerId="LiveId" clId="{8EB410B9-5EBC-420C-8E01-1D28E64F7A8C}" dt="2026-06-01T11:42:36.925" v="61" actId="20577"/>
        <pc:sldMkLst>
          <pc:docMk/>
          <pc:sldMk cId="0" sldId="1020"/>
        </pc:sldMkLst>
        <pc:spChg chg="mod">
          <ac:chgData name="Jacob Yang" userId="96e110e5a1896ef6" providerId="LiveId" clId="{8EB410B9-5EBC-420C-8E01-1D28E64F7A8C}" dt="2026-06-01T11:42:36.925" v="61" actId="20577"/>
          <ac:spMkLst>
            <pc:docMk/>
            <pc:sldMk cId="0" sldId="1020"/>
            <ac:spMk id="10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51:08.132" v="850" actId="14100"/>
        <pc:sldMkLst>
          <pc:docMk/>
          <pc:sldMk cId="0" sldId="1033"/>
        </pc:sldMkLst>
        <pc:spChg chg="mod">
          <ac:chgData name="Jacob Yang" userId="96e110e5a1896ef6" providerId="LiveId" clId="{8EB410B9-5EBC-420C-8E01-1D28E64F7A8C}" dt="2026-06-03T11:51:08.132" v="850" actId="14100"/>
          <ac:spMkLst>
            <pc:docMk/>
            <pc:sldMk cId="0" sldId="1033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07.904" v="647" actId="20577"/>
        <pc:sldMkLst>
          <pc:docMk/>
          <pc:sldMk cId="0" sldId="1138"/>
        </pc:sldMkLst>
        <pc:spChg chg="mod">
          <ac:chgData name="Jacob Yang" userId="96e110e5a1896ef6" providerId="LiveId" clId="{8EB410B9-5EBC-420C-8E01-1D28E64F7A8C}" dt="2026-06-01T11:57:07.904" v="647" actId="20577"/>
          <ac:spMkLst>
            <pc:docMk/>
            <pc:sldMk cId="0" sldId="1138"/>
            <ac:spMk id="10" creationId="{00000000-0000-0000-0000-000000000000}"/>
          </ac:spMkLst>
        </pc:spChg>
      </pc:sldChg>
      <pc:sldChg chg="ord">
        <pc:chgData name="Jacob Yang" userId="96e110e5a1896ef6" providerId="LiveId" clId="{8EB410B9-5EBC-420C-8E01-1D28E64F7A8C}" dt="2026-06-01T12:00:45.735" v="656"/>
        <pc:sldMkLst>
          <pc:docMk/>
          <pc:sldMk cId="4008561108" sldId="1260"/>
        </pc:sldMkLst>
      </pc:sldChg>
      <pc:sldChg chg="modSp mod">
        <pc:chgData name="Jacob Yang" userId="96e110e5a1896ef6" providerId="LiveId" clId="{8EB410B9-5EBC-420C-8E01-1D28E64F7A8C}" dt="2026-06-01T12:08:47.602" v="748" actId="6549"/>
        <pc:sldMkLst>
          <pc:docMk/>
          <pc:sldMk cId="3794957418" sldId="1363"/>
        </pc:sldMkLst>
        <pc:spChg chg="mod">
          <ac:chgData name="Jacob Yang" userId="96e110e5a1896ef6" providerId="LiveId" clId="{8EB410B9-5EBC-420C-8E01-1D28E64F7A8C}" dt="2026-06-01T12:08:47.602" v="748" actId="6549"/>
          <ac:spMkLst>
            <pc:docMk/>
            <pc:sldMk cId="3794957418" sldId="136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1:36.312" v="658" actId="20577"/>
        <pc:sldMkLst>
          <pc:docMk/>
          <pc:sldMk cId="20610786" sldId="1555"/>
        </pc:sldMkLst>
        <pc:spChg chg="mod">
          <ac:chgData name="Jacob Yang" userId="96e110e5a1896ef6" providerId="LiveId" clId="{8EB410B9-5EBC-420C-8E01-1D28E64F7A8C}" dt="2026-06-01T12:01:36.312" v="658" actId="20577"/>
          <ac:spMkLst>
            <pc:docMk/>
            <pc:sldMk cId="20610786" sldId="1555"/>
            <ac:spMk id="4" creationId="{09F1B7D1-ED9E-48F2-98A0-A66CD7A16038}"/>
          </ac:spMkLst>
        </pc:spChg>
      </pc:sldChg>
      <pc:sldChg chg="modSp mod">
        <pc:chgData name="Jacob Yang" userId="96e110e5a1896ef6" providerId="LiveId" clId="{8EB410B9-5EBC-420C-8E01-1D28E64F7A8C}" dt="2026-06-01T12:05:37.569" v="671" actId="6549"/>
        <pc:sldMkLst>
          <pc:docMk/>
          <pc:sldMk cId="180358702" sldId="1556"/>
        </pc:sldMkLst>
        <pc:spChg chg="mod">
          <ac:chgData name="Jacob Yang" userId="96e110e5a1896ef6" providerId="LiveId" clId="{8EB410B9-5EBC-420C-8E01-1D28E64F7A8C}" dt="2026-06-01T12:05:37.569" v="671" actId="6549"/>
          <ac:spMkLst>
            <pc:docMk/>
            <pc:sldMk cId="180358702" sldId="1556"/>
            <ac:spMk id="3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8:02.869" v="731" actId="6549"/>
        <pc:sldMkLst>
          <pc:docMk/>
          <pc:sldMk cId="3882351544" sldId="1633"/>
        </pc:sldMkLst>
        <pc:spChg chg="mod">
          <ac:chgData name="Jacob Yang" userId="96e110e5a1896ef6" providerId="LiveId" clId="{8EB410B9-5EBC-420C-8E01-1D28E64F7A8C}" dt="2026-06-01T12:08:02.869" v="731" actId="6549"/>
          <ac:spMkLst>
            <pc:docMk/>
            <pc:sldMk cId="3882351544" sldId="163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6T22:14:39.154" v="855" actId="6549"/>
        <pc:sldMkLst>
          <pc:docMk/>
          <pc:sldMk cId="3338771621" sldId="1634"/>
        </pc:sldMkLst>
        <pc:spChg chg="mod">
          <ac:chgData name="Jacob Yang" userId="96e110e5a1896ef6" providerId="LiveId" clId="{8EB410B9-5EBC-420C-8E01-1D28E64F7A8C}" dt="2026-06-06T22:14:39.154" v="855" actId="6549"/>
          <ac:spMkLst>
            <pc:docMk/>
            <pc:sldMk cId="3338771621" sldId="1634"/>
            <ac:spMk id="8" creationId="{00000000-0000-0000-0000-000000000000}"/>
          </ac:spMkLst>
        </pc:spChg>
      </pc:sldChg>
      <pc:sldChg chg="modSp del mod">
        <pc:chgData name="Jacob Yang" userId="96e110e5a1896ef6" providerId="LiveId" clId="{8EB410B9-5EBC-420C-8E01-1D28E64F7A8C}" dt="2026-06-06T22:15:56.031" v="856" actId="47"/>
        <pc:sldMkLst>
          <pc:docMk/>
          <pc:sldMk cId="743096849" sldId="1671"/>
        </pc:sldMkLst>
        <pc:spChg chg="mod">
          <ac:chgData name="Jacob Yang" userId="96e110e5a1896ef6" providerId="LiveId" clId="{8EB410B9-5EBC-420C-8E01-1D28E64F7A8C}" dt="2026-06-01T12:10:08.680" v="793" actId="20577"/>
          <ac:spMkLst>
            <pc:docMk/>
            <pc:sldMk cId="743096849" sldId="167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2.412" v="725" actId="47"/>
        <pc:sldMkLst>
          <pc:docMk/>
          <pc:sldMk cId="883721219" sldId="1672"/>
        </pc:sldMkLst>
      </pc:sldChg>
      <pc:sldChg chg="modSp mod">
        <pc:chgData name="Jacob Yang" userId="96e110e5a1896ef6" providerId="LiveId" clId="{8EB410B9-5EBC-420C-8E01-1D28E64F7A8C}" dt="2026-06-01T12:11:08.908" v="805" actId="20577"/>
        <pc:sldMkLst>
          <pc:docMk/>
          <pc:sldMk cId="1393686005" sldId="1672"/>
        </pc:sldMkLst>
        <pc:spChg chg="mod">
          <ac:chgData name="Jacob Yang" userId="96e110e5a1896ef6" providerId="LiveId" clId="{8EB410B9-5EBC-420C-8E01-1D28E64F7A8C}" dt="2026-06-01T12:11:08.908" v="805" actId="20577"/>
          <ac:spMkLst>
            <pc:docMk/>
            <pc:sldMk cId="1393686005" sldId="1672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099" v="726" actId="47"/>
        <pc:sldMkLst>
          <pc:docMk/>
          <pc:sldMk cId="1502360552" sldId="1673"/>
        </pc:sldMkLst>
      </pc:sldChg>
      <pc:sldChg chg="modSp mod">
        <pc:chgData name="Jacob Yang" userId="96e110e5a1896ef6" providerId="LiveId" clId="{8EB410B9-5EBC-420C-8E01-1D28E64F7A8C}" dt="2026-06-01T12:11:20.026" v="806"/>
        <pc:sldMkLst>
          <pc:docMk/>
          <pc:sldMk cId="2218556644" sldId="1673"/>
        </pc:sldMkLst>
        <pc:spChg chg="mod">
          <ac:chgData name="Jacob Yang" userId="96e110e5a1896ef6" providerId="LiveId" clId="{8EB410B9-5EBC-420C-8E01-1D28E64F7A8C}" dt="2026-06-01T12:11:20.026" v="806"/>
          <ac:spMkLst>
            <pc:docMk/>
            <pc:sldMk cId="2218556644" sldId="1673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1:26.083" v="807"/>
        <pc:sldMkLst>
          <pc:docMk/>
          <pc:sldMk cId="770124332" sldId="1674"/>
        </pc:sldMkLst>
        <pc:spChg chg="mod">
          <ac:chgData name="Jacob Yang" userId="96e110e5a1896ef6" providerId="LiveId" clId="{8EB410B9-5EBC-420C-8E01-1D28E64F7A8C}" dt="2026-06-01T12:11:26.083" v="807"/>
          <ac:spMkLst>
            <pc:docMk/>
            <pc:sldMk cId="770124332" sldId="1674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832" v="727" actId="47"/>
        <pc:sldMkLst>
          <pc:docMk/>
          <pc:sldMk cId="3207303563" sldId="1674"/>
        </pc:sldMkLst>
      </pc:sldChg>
      <pc:sldChg chg="modSp mod">
        <pc:chgData name="Jacob Yang" userId="96e110e5a1896ef6" providerId="LiveId" clId="{8EB410B9-5EBC-420C-8E01-1D28E64F7A8C}" dt="2026-06-01T12:11:32.447" v="808"/>
        <pc:sldMkLst>
          <pc:docMk/>
          <pc:sldMk cId="4090471206" sldId="1675"/>
        </pc:sldMkLst>
        <pc:spChg chg="mod">
          <ac:chgData name="Jacob Yang" userId="96e110e5a1896ef6" providerId="LiveId" clId="{8EB410B9-5EBC-420C-8E01-1D28E64F7A8C}" dt="2026-06-01T12:11:32.447" v="808"/>
          <ac:spMkLst>
            <pc:docMk/>
            <pc:sldMk cId="4090471206" sldId="1675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284" v="733" actId="47"/>
        <pc:sldMkLst>
          <pc:docMk/>
          <pc:sldMk cId="2561479705" sldId="1677"/>
        </pc:sldMkLst>
      </pc:sldChg>
      <pc:sldChg chg="modSp del mod">
        <pc:chgData name="Jacob Yang" userId="96e110e5a1896ef6" providerId="LiveId" clId="{8EB410B9-5EBC-420C-8E01-1D28E64F7A8C}" dt="2026-06-06T22:15:56.708" v="857" actId="47"/>
        <pc:sldMkLst>
          <pc:docMk/>
          <pc:sldMk cId="568367058" sldId="1678"/>
        </pc:sldMkLst>
        <pc:spChg chg="mod">
          <ac:chgData name="Jacob Yang" userId="96e110e5a1896ef6" providerId="LiveId" clId="{8EB410B9-5EBC-420C-8E01-1D28E64F7A8C}" dt="2026-06-01T12:10:17.595" v="794"/>
          <ac:spMkLst>
            <pc:docMk/>
            <pc:sldMk cId="568367058" sldId="1678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603" v="734" actId="47"/>
        <pc:sldMkLst>
          <pc:docMk/>
          <pc:sldMk cId="4220702740" sldId="1678"/>
        </pc:sldMkLst>
      </pc:sldChg>
      <pc:sldChg chg="del">
        <pc:chgData name="Jacob Yang" userId="96e110e5a1896ef6" providerId="LiveId" clId="{8EB410B9-5EBC-420C-8E01-1D28E64F7A8C}" dt="2026-06-01T12:08:26.019" v="735" actId="47"/>
        <pc:sldMkLst>
          <pc:docMk/>
          <pc:sldMk cId="2961763039" sldId="1679"/>
        </pc:sldMkLst>
      </pc:sldChg>
      <pc:sldChg chg="modSp del mod">
        <pc:chgData name="Jacob Yang" userId="96e110e5a1896ef6" providerId="LiveId" clId="{8EB410B9-5EBC-420C-8E01-1D28E64F7A8C}" dt="2026-06-06T22:15:58.159" v="859" actId="47"/>
        <pc:sldMkLst>
          <pc:docMk/>
          <pc:sldMk cId="1556432237" sldId="1681"/>
        </pc:sldMkLst>
        <pc:spChg chg="mod">
          <ac:chgData name="Jacob Yang" userId="96e110e5a1896ef6" providerId="LiveId" clId="{8EB410B9-5EBC-420C-8E01-1D28E64F7A8C}" dt="2026-06-01T12:10:24.990" v="796"/>
          <ac:spMkLst>
            <pc:docMk/>
            <pc:sldMk cId="1556432237" sldId="168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38.155" v="740" actId="47"/>
        <pc:sldMkLst>
          <pc:docMk/>
          <pc:sldMk cId="2594146979" sldId="1684"/>
        </pc:sldMkLst>
      </pc:sldChg>
      <pc:sldChg chg="addSp modSp mod">
        <pc:chgData name="Jacob Yang" userId="96e110e5a1896ef6" providerId="LiveId" clId="{8EB410B9-5EBC-420C-8E01-1D28E64F7A8C}" dt="2026-06-01T12:06:36.123" v="687"/>
        <pc:sldMkLst>
          <pc:docMk/>
          <pc:sldMk cId="2534335505" sldId="1697"/>
        </pc:sldMkLst>
        <pc:spChg chg="add mod">
          <ac:chgData name="Jacob Yang" userId="96e110e5a1896ef6" providerId="LiveId" clId="{8EB410B9-5EBC-420C-8E01-1D28E64F7A8C}" dt="2026-06-01T12:06:36.123" v="687"/>
          <ac:spMkLst>
            <pc:docMk/>
            <pc:sldMk cId="2534335505" sldId="1697"/>
            <ac:spMk id="2" creationId="{08C31E0F-AB32-4342-34EC-853DDA162C43}"/>
          </ac:spMkLst>
        </pc:spChg>
        <pc:spChg chg="mod">
          <ac:chgData name="Jacob Yang" userId="96e110e5a1896ef6" providerId="LiveId" clId="{8EB410B9-5EBC-420C-8E01-1D28E64F7A8C}" dt="2026-06-01T11:34:27.634" v="32" actId="20577"/>
          <ac:spMkLst>
            <pc:docMk/>
            <pc:sldMk cId="2534335505" sldId="1697"/>
            <ac:spMk id="9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7:00.489" v="717" actId="47"/>
        <pc:sldMkLst>
          <pc:docMk/>
          <pc:sldMk cId="1018331834" sldId="1714"/>
        </pc:sldMkLst>
      </pc:sldChg>
      <pc:sldChg chg="modSp mod">
        <pc:chgData name="Jacob Yang" userId="96e110e5a1896ef6" providerId="LiveId" clId="{8EB410B9-5EBC-420C-8E01-1D28E64F7A8C}" dt="2026-06-01T11:55:18.355" v="618"/>
        <pc:sldMkLst>
          <pc:docMk/>
          <pc:sldMk cId="4094780995" sldId="1729"/>
        </pc:sldMkLst>
        <pc:spChg chg="mod">
          <ac:chgData name="Jacob Yang" userId="96e110e5a1896ef6" providerId="LiveId" clId="{8EB410B9-5EBC-420C-8E01-1D28E64F7A8C}" dt="2026-06-01T11:55:04.595" v="617" actId="20577"/>
          <ac:spMkLst>
            <pc:docMk/>
            <pc:sldMk cId="4094780995" sldId="1729"/>
            <ac:spMk id="5" creationId="{00000000-0000-0000-0000-000000000000}"/>
          </ac:spMkLst>
        </pc:spChg>
        <pc:spChg chg="mod">
          <ac:chgData name="Jacob Yang" userId="96e110e5a1896ef6" providerId="LiveId" clId="{8EB410B9-5EBC-420C-8E01-1D28E64F7A8C}" dt="2026-06-01T11:55:18.355" v="618"/>
          <ac:spMkLst>
            <pc:docMk/>
            <pc:sldMk cId="4094780995" sldId="1729"/>
            <ac:spMk id="6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41.992" v="653" actId="207"/>
        <pc:sldMkLst>
          <pc:docMk/>
          <pc:sldMk cId="1789485839" sldId="1730"/>
        </pc:sldMkLst>
        <pc:spChg chg="mod">
          <ac:chgData name="Jacob Yang" userId="96e110e5a1896ef6" providerId="LiveId" clId="{8EB410B9-5EBC-420C-8E01-1D28E64F7A8C}" dt="2026-06-01T11:57:41.992" v="653" actId="207"/>
          <ac:spMkLst>
            <pc:docMk/>
            <pc:sldMk cId="1789485839" sldId="1730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44:56.120" v="813"/>
        <pc:sldMkLst>
          <pc:docMk/>
          <pc:sldMk cId="3328112084" sldId="1757"/>
        </pc:sldMkLst>
        <pc:spChg chg="mod">
          <ac:chgData name="Jacob Yang" userId="96e110e5a1896ef6" providerId="LiveId" clId="{8EB410B9-5EBC-420C-8E01-1D28E64F7A8C}" dt="2026-06-03T11:44:56.120" v="813"/>
          <ac:spMkLst>
            <pc:docMk/>
            <pc:sldMk cId="3328112084" sldId="1757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0:21.918" v="46" actId="47"/>
        <pc:sldMkLst>
          <pc:docMk/>
          <pc:sldMk cId="1555400951" sldId="1760"/>
        </pc:sldMkLst>
      </pc:sldChg>
      <pc:sldChg chg="del">
        <pc:chgData name="Jacob Yang" userId="96e110e5a1896ef6" providerId="LiveId" clId="{8EB410B9-5EBC-420C-8E01-1D28E64F7A8C}" dt="2026-06-01T11:40:22.303" v="47" actId="47"/>
        <pc:sldMkLst>
          <pc:docMk/>
          <pc:sldMk cId="564166940" sldId="1761"/>
        </pc:sldMkLst>
      </pc:sldChg>
      <pc:sldChg chg="del">
        <pc:chgData name="Jacob Yang" userId="96e110e5a1896ef6" providerId="LiveId" clId="{8EB410B9-5EBC-420C-8E01-1D28E64F7A8C}" dt="2026-06-01T12:08:39.162" v="742" actId="47"/>
        <pc:sldMkLst>
          <pc:docMk/>
          <pc:sldMk cId="1134527556" sldId="1834"/>
        </pc:sldMkLst>
      </pc:sldChg>
      <pc:sldChg chg="del">
        <pc:chgData name="Jacob Yang" userId="96e110e5a1896ef6" providerId="LiveId" clId="{8EB410B9-5EBC-420C-8E01-1D28E64F7A8C}" dt="2026-06-01T12:08:38.698" v="741" actId="47"/>
        <pc:sldMkLst>
          <pc:docMk/>
          <pc:sldMk cId="1394662154" sldId="1835"/>
        </pc:sldMkLst>
      </pc:sldChg>
      <pc:sldChg chg="del">
        <pc:chgData name="Jacob Yang" userId="96e110e5a1896ef6" providerId="LiveId" clId="{8EB410B9-5EBC-420C-8E01-1D28E64F7A8C}" dt="2026-06-01T12:08:39.736" v="743" actId="47"/>
        <pc:sldMkLst>
          <pc:docMk/>
          <pc:sldMk cId="1118717039" sldId="1836"/>
        </pc:sldMkLst>
      </pc:sldChg>
      <pc:sldChg chg="modSp mod">
        <pc:chgData name="Jacob Yang" userId="96e110e5a1896ef6" providerId="LiveId" clId="{8EB410B9-5EBC-420C-8E01-1D28E64F7A8C}" dt="2026-06-06T22:16:05.596" v="860"/>
        <pc:sldMkLst>
          <pc:docMk/>
          <pc:sldMk cId="1555400951" sldId="1897"/>
        </pc:sldMkLst>
        <pc:spChg chg="mod">
          <ac:chgData name="Jacob Yang" userId="96e110e5a1896ef6" providerId="LiveId" clId="{8EB410B9-5EBC-420C-8E01-1D28E64F7A8C}" dt="2026-06-06T22:16:05.596" v="860"/>
          <ac:spMkLst>
            <pc:docMk/>
            <pc:sldMk cId="1555400951" sldId="1897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10.729" v="861"/>
        <pc:sldMkLst>
          <pc:docMk/>
          <pc:sldMk cId="564166940" sldId="1898"/>
        </pc:sldMkLst>
        <pc:spChg chg="mod">
          <ac:chgData name="Jacob Yang" userId="96e110e5a1896ef6" providerId="LiveId" clId="{8EB410B9-5EBC-420C-8E01-1D28E64F7A8C}" dt="2026-06-06T22:16:10.729" v="861"/>
          <ac:spMkLst>
            <pc:docMk/>
            <pc:sldMk cId="564166940" sldId="1898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6.900" v="864"/>
        <pc:sldMkLst>
          <pc:docMk/>
          <pc:sldMk cId="4204747330" sldId="1899"/>
        </pc:sldMkLst>
        <pc:spChg chg="mod">
          <ac:chgData name="Jacob Yang" userId="96e110e5a1896ef6" providerId="LiveId" clId="{8EB410B9-5EBC-420C-8E01-1D28E64F7A8C}" dt="2026-06-06T22:16:26.900" v="864"/>
          <ac:spMkLst>
            <pc:docMk/>
            <pc:sldMk cId="4204747330" sldId="1899"/>
            <ac:spMk id="35" creationId="{7B376904-F72E-49C0-AD7E-98E51634849C}"/>
          </ac:spMkLst>
        </pc:spChg>
      </pc:sldChg>
      <pc:sldChg chg="modSp mod">
        <pc:chgData name="Jacob Yang" userId="96e110e5a1896ef6" providerId="LiveId" clId="{8EB410B9-5EBC-420C-8E01-1D28E64F7A8C}" dt="2026-06-06T22:16:15.862" v="862"/>
        <pc:sldMkLst>
          <pc:docMk/>
          <pc:sldMk cId="315594505" sldId="1920"/>
        </pc:sldMkLst>
        <pc:spChg chg="mod">
          <ac:chgData name="Jacob Yang" userId="96e110e5a1896ef6" providerId="LiveId" clId="{8EB410B9-5EBC-420C-8E01-1D28E64F7A8C}" dt="2026-06-06T22:16:15.862" v="862"/>
          <ac:spMkLst>
            <pc:docMk/>
            <pc:sldMk cId="315594505" sldId="1920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2.465" v="863"/>
        <pc:sldMkLst>
          <pc:docMk/>
          <pc:sldMk cId="3399767645" sldId="1921"/>
        </pc:sldMkLst>
        <pc:spChg chg="mod">
          <ac:chgData name="Jacob Yang" userId="96e110e5a1896ef6" providerId="LiveId" clId="{8EB410B9-5EBC-420C-8E01-1D28E64F7A8C}" dt="2026-06-06T22:16:22.465" v="863"/>
          <ac:spMkLst>
            <pc:docMk/>
            <pc:sldMk cId="3399767645" sldId="1921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31.429" v="865"/>
        <pc:sldMkLst>
          <pc:docMk/>
          <pc:sldMk cId="4183130055" sldId="1922"/>
        </pc:sldMkLst>
        <pc:spChg chg="mod">
          <ac:chgData name="Jacob Yang" userId="96e110e5a1896ef6" providerId="LiveId" clId="{8EB410B9-5EBC-420C-8E01-1D28E64F7A8C}" dt="2026-06-06T22:16:31.429" v="865"/>
          <ac:spMkLst>
            <pc:docMk/>
            <pc:sldMk cId="4183130055" sldId="1922"/>
            <ac:spMk id="6" creationId="{28BCECC7-2F46-46DE-9D89-81288B45A39D}"/>
          </ac:spMkLst>
        </pc:spChg>
      </pc:sldChg>
      <pc:sldChg chg="del">
        <pc:chgData name="Jacob Yang" userId="96e110e5a1896ef6" providerId="LiveId" clId="{8EB410B9-5EBC-420C-8E01-1D28E64F7A8C}" dt="2026-06-01T11:40:22.812" v="48" actId="47"/>
        <pc:sldMkLst>
          <pc:docMk/>
          <pc:sldMk cId="1639333555" sldId="1990"/>
        </pc:sldMkLst>
      </pc:sldChg>
      <pc:sldChg chg="del">
        <pc:chgData name="Jacob Yang" userId="96e110e5a1896ef6" providerId="LiveId" clId="{8EB410B9-5EBC-420C-8E01-1D28E64F7A8C}" dt="2026-06-01T11:40:23.565" v="49" actId="47"/>
        <pc:sldMkLst>
          <pc:docMk/>
          <pc:sldMk cId="39220166" sldId="1991"/>
        </pc:sldMkLst>
      </pc:sldChg>
      <pc:sldChg chg="modSp mod">
        <pc:chgData name="Jacob Yang" userId="96e110e5a1896ef6" providerId="LiveId" clId="{8EB410B9-5EBC-420C-8E01-1D28E64F7A8C}" dt="2026-06-01T11:39:49.092" v="40" actId="20577"/>
        <pc:sldMkLst>
          <pc:docMk/>
          <pc:sldMk cId="0" sldId="2068"/>
        </pc:sldMkLst>
        <pc:spChg chg="mod">
          <ac:chgData name="Jacob Yang" userId="96e110e5a1896ef6" providerId="LiveId" clId="{8EB410B9-5EBC-420C-8E01-1D28E64F7A8C}" dt="2026-06-01T11:39:49.092" v="40" actId="20577"/>
          <ac:spMkLst>
            <pc:docMk/>
            <pc:sldMk cId="0" sldId="2068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40:15.447" v="45" actId="6549"/>
        <pc:sldMkLst>
          <pc:docMk/>
          <pc:sldMk cId="1576640453" sldId="2194"/>
        </pc:sldMkLst>
        <pc:spChg chg="mod">
          <ac:chgData name="Jacob Yang" userId="96e110e5a1896ef6" providerId="LiveId" clId="{8EB410B9-5EBC-420C-8E01-1D28E64F7A8C}" dt="2026-06-01T11:40:15.447" v="45" actId="6549"/>
          <ac:spMkLst>
            <pc:docMk/>
            <pc:sldMk cId="1576640453" sldId="2194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2:57.883" v="63" actId="47"/>
        <pc:sldMkLst>
          <pc:docMk/>
          <pc:sldMk cId="3712951906" sldId="2196"/>
        </pc:sldMkLst>
      </pc:sldChg>
      <pc:sldChg chg="del">
        <pc:chgData name="Jacob Yang" userId="96e110e5a1896ef6" providerId="LiveId" clId="{8EB410B9-5EBC-420C-8E01-1D28E64F7A8C}" dt="2026-06-01T11:44:27.487" v="124" actId="47"/>
        <pc:sldMkLst>
          <pc:docMk/>
          <pc:sldMk cId="1817576673" sldId="2198"/>
        </pc:sldMkLst>
      </pc:sldChg>
      <pc:sldChg chg="modSp mod">
        <pc:chgData name="Jacob Yang" userId="96e110e5a1896ef6" providerId="LiveId" clId="{8EB410B9-5EBC-420C-8E01-1D28E64F7A8C}" dt="2026-06-01T12:07:27.491" v="723" actId="6549"/>
        <pc:sldMkLst>
          <pc:docMk/>
          <pc:sldMk cId="2074835621" sldId="2206"/>
        </pc:sldMkLst>
        <pc:spChg chg="mod">
          <ac:chgData name="Jacob Yang" userId="96e110e5a1896ef6" providerId="LiveId" clId="{8EB410B9-5EBC-420C-8E01-1D28E64F7A8C}" dt="2026-06-01T12:07:27.491" v="723" actId="6549"/>
          <ac:spMkLst>
            <pc:docMk/>
            <pc:sldMk cId="2074835621" sldId="2206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8:51.238" v="749" actId="47"/>
        <pc:sldMkLst>
          <pc:docMk/>
          <pc:sldMk cId="1145640309" sldId="2508"/>
        </pc:sldMkLst>
      </pc:sldChg>
      <pc:sldChg chg="del">
        <pc:chgData name="Jacob Yang" userId="96e110e5a1896ef6" providerId="LiveId" clId="{8EB410B9-5EBC-420C-8E01-1D28E64F7A8C}" dt="2026-06-01T11:38:24.119" v="33" actId="47"/>
        <pc:sldMkLst>
          <pc:docMk/>
          <pc:sldMk cId="3833832453" sldId="3013"/>
        </pc:sldMkLst>
      </pc:sldChg>
      <pc:sldChg chg="del">
        <pc:chgData name="Jacob Yang" userId="96e110e5a1896ef6" providerId="LiveId" clId="{8EB410B9-5EBC-420C-8E01-1D28E64F7A8C}" dt="2026-06-01T11:38:25.031" v="34" actId="47"/>
        <pc:sldMkLst>
          <pc:docMk/>
          <pc:sldMk cId="4008264119" sldId="3014"/>
        </pc:sldMkLst>
      </pc:sldChg>
      <pc:sldChg chg="del">
        <pc:chgData name="Jacob Yang" userId="96e110e5a1896ef6" providerId="LiveId" clId="{8EB410B9-5EBC-420C-8E01-1D28E64F7A8C}" dt="2026-06-01T11:38:25.976" v="35" actId="47"/>
        <pc:sldMkLst>
          <pc:docMk/>
          <pc:sldMk cId="3916034289" sldId="3015"/>
        </pc:sldMkLst>
      </pc:sldChg>
      <pc:sldChg chg="del">
        <pc:chgData name="Jacob Yang" userId="96e110e5a1896ef6" providerId="LiveId" clId="{8EB410B9-5EBC-420C-8E01-1D28E64F7A8C}" dt="2026-06-01T11:38:26.866" v="36" actId="47"/>
        <pc:sldMkLst>
          <pc:docMk/>
          <pc:sldMk cId="559574533" sldId="3016"/>
        </pc:sldMkLst>
      </pc:sldChg>
      <pc:sldChg chg="del">
        <pc:chgData name="Jacob Yang" userId="96e110e5a1896ef6" providerId="LiveId" clId="{8EB410B9-5EBC-420C-8E01-1D28E64F7A8C}" dt="2026-06-01T11:38:27.833" v="37" actId="47"/>
        <pc:sldMkLst>
          <pc:docMk/>
          <pc:sldMk cId="120918051" sldId="3017"/>
        </pc:sldMkLst>
      </pc:sldChg>
      <pc:sldChg chg="del">
        <pc:chgData name="Jacob Yang" userId="96e110e5a1896ef6" providerId="LiveId" clId="{8EB410B9-5EBC-420C-8E01-1D28E64F7A8C}" dt="2026-06-01T11:38:28.707" v="38" actId="47"/>
        <pc:sldMkLst>
          <pc:docMk/>
          <pc:sldMk cId="455246502" sldId="3018"/>
        </pc:sldMkLst>
      </pc:sldChg>
      <pc:sldChg chg="addSp delSp modSp mod">
        <pc:chgData name="Jacob Yang" userId="96e110e5a1896ef6" providerId="LiveId" clId="{8EB410B9-5EBC-420C-8E01-1D28E64F7A8C}" dt="2026-06-03T11:47:32.029" v="843" actId="1037"/>
        <pc:sldMkLst>
          <pc:docMk/>
          <pc:sldMk cId="974117914" sldId="3019"/>
        </pc:sldMkLst>
        <pc:spChg chg="mod">
          <ac:chgData name="Jacob Yang" userId="96e110e5a1896ef6" providerId="LiveId" clId="{8EB410B9-5EBC-420C-8E01-1D28E64F7A8C}" dt="2026-06-01T11:47:43.312" v="211" actId="6549"/>
          <ac:spMkLst>
            <pc:docMk/>
            <pc:sldMk cId="974117914" sldId="3019"/>
            <ac:spMk id="5" creationId="{E41B86AD-665A-50DD-8DF6-B91BB4908BC9}"/>
          </ac:spMkLst>
        </pc:sp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3" creationId="{9357B9EE-285E-E4F3-AFE2-CCBD0A2D5E88}"/>
          </ac:picMkLst>
        </pc:picChg>
        <pc:picChg chg="add del mod modCrop">
          <ac:chgData name="Jacob Yang" userId="96e110e5a1896ef6" providerId="LiveId" clId="{8EB410B9-5EBC-420C-8E01-1D28E64F7A8C}" dt="2026-06-01T11:52:38.374" v="392" actId="478"/>
          <ac:picMkLst>
            <pc:docMk/>
            <pc:sldMk cId="974117914" sldId="3019"/>
            <ac:picMk id="4" creationId="{E2A0C1F3-9B91-0631-BA35-928BFA0E9949}"/>
          </ac:picMkLst>
        </pc:picChg>
        <pc:picChg chg="add del mod modCrop">
          <ac:chgData name="Jacob Yang" userId="96e110e5a1896ef6" providerId="LiveId" clId="{8EB410B9-5EBC-420C-8E01-1D28E64F7A8C}" dt="2026-06-01T11:52:39.192" v="393" actId="478"/>
          <ac:picMkLst>
            <pc:docMk/>
            <pc:sldMk cId="974117914" sldId="3019"/>
            <ac:picMk id="6" creationId="{C7ED7A3D-8974-F160-F808-778F2DD0D2FE}"/>
          </ac:picMkLst>
        </pc:pic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7" creationId="{3B16EF2E-5615-96CA-4EED-D2B712C3AF71}"/>
          </ac:picMkLst>
        </pc:picChg>
        <pc:picChg chg="add mod modCrop">
          <ac:chgData name="Jacob Yang" userId="96e110e5a1896ef6" providerId="LiveId" clId="{8EB410B9-5EBC-420C-8E01-1D28E64F7A8C}" dt="2026-06-03T11:47:04.372" v="816" actId="14100"/>
          <ac:picMkLst>
            <pc:docMk/>
            <pc:sldMk cId="974117914" sldId="3019"/>
            <ac:picMk id="10" creationId="{1C6A0951-17B3-66FB-1A20-57B4C26B5BA9}"/>
          </ac:picMkLst>
        </pc:picChg>
        <pc:picChg chg="add mod modCrop">
          <ac:chgData name="Jacob Yang" userId="96e110e5a1896ef6" providerId="LiveId" clId="{8EB410B9-5EBC-420C-8E01-1D28E64F7A8C}" dt="2026-06-03T11:47:32.029" v="843" actId="1037"/>
          <ac:picMkLst>
            <pc:docMk/>
            <pc:sldMk cId="974117914" sldId="3019"/>
            <ac:picMk id="12" creationId="{63982018-FC94-6117-A0A6-EA33860288EA}"/>
          </ac:picMkLst>
        </pc:picChg>
      </pc:sldChg>
      <pc:sldChg chg="del">
        <pc:chgData name="Jacob Yang" userId="96e110e5a1896ef6" providerId="LiveId" clId="{8EB410B9-5EBC-420C-8E01-1D28E64F7A8C}" dt="2026-06-01T11:55:34.491" v="623" actId="47"/>
        <pc:sldMkLst>
          <pc:docMk/>
          <pc:sldMk cId="2048444681" sldId="3021"/>
        </pc:sldMkLst>
      </pc:sldChg>
      <pc:sldChg chg="del">
        <pc:chgData name="Jacob Yang" userId="96e110e5a1896ef6" providerId="LiveId" clId="{8EB410B9-5EBC-420C-8E01-1D28E64F7A8C}" dt="2026-06-01T11:55:36.128" v="625" actId="47"/>
        <pc:sldMkLst>
          <pc:docMk/>
          <pc:sldMk cId="1410083024" sldId="3022"/>
        </pc:sldMkLst>
      </pc:sldChg>
      <pc:sldChg chg="del">
        <pc:chgData name="Jacob Yang" userId="96e110e5a1896ef6" providerId="LiveId" clId="{8EB410B9-5EBC-420C-8E01-1D28E64F7A8C}" dt="2026-06-01T11:55:37.578" v="627" actId="47"/>
        <pc:sldMkLst>
          <pc:docMk/>
          <pc:sldMk cId="3356793840" sldId="3023"/>
        </pc:sldMkLst>
      </pc:sldChg>
      <pc:sldChg chg="del">
        <pc:chgData name="Jacob Yang" userId="96e110e5a1896ef6" providerId="LiveId" clId="{8EB410B9-5EBC-420C-8E01-1D28E64F7A8C}" dt="2026-06-01T11:55:39.250" v="629" actId="47"/>
        <pc:sldMkLst>
          <pc:docMk/>
          <pc:sldMk cId="3371243117" sldId="3024"/>
        </pc:sldMkLst>
      </pc:sldChg>
      <pc:sldChg chg="del">
        <pc:chgData name="Jacob Yang" userId="96e110e5a1896ef6" providerId="LiveId" clId="{8EB410B9-5EBC-420C-8E01-1D28E64F7A8C}" dt="2026-06-01T11:55:40.784" v="631" actId="47"/>
        <pc:sldMkLst>
          <pc:docMk/>
          <pc:sldMk cId="4275728786" sldId="3025"/>
        </pc:sldMkLst>
      </pc:sldChg>
      <pc:sldChg chg="del">
        <pc:chgData name="Jacob Yang" userId="96e110e5a1896ef6" providerId="LiveId" clId="{8EB410B9-5EBC-420C-8E01-1D28E64F7A8C}" dt="2026-06-01T12:07:31.677" v="724" actId="47"/>
        <pc:sldMkLst>
          <pc:docMk/>
          <pc:sldMk cId="3327335471" sldId="3026"/>
        </pc:sldMkLst>
      </pc:sldChg>
      <pc:sldChg chg="del">
        <pc:chgData name="Jacob Yang" userId="96e110e5a1896ef6" providerId="LiveId" clId="{8EB410B9-5EBC-420C-8E01-1D28E64F7A8C}" dt="2026-06-01T12:08:51.637" v="750" actId="47"/>
        <pc:sldMkLst>
          <pc:docMk/>
          <pc:sldMk cId="2005723963" sldId="3027"/>
        </pc:sldMkLst>
      </pc:sldChg>
      <pc:sldChg chg="del">
        <pc:chgData name="Jacob Yang" userId="96e110e5a1896ef6" providerId="LiveId" clId="{8EB410B9-5EBC-420C-8E01-1D28E64F7A8C}" dt="2026-06-01T12:08:52.080" v="751" actId="47"/>
        <pc:sldMkLst>
          <pc:docMk/>
          <pc:sldMk cId="3786304501" sldId="3028"/>
        </pc:sldMkLst>
      </pc:sldChg>
      <pc:sldChg chg="del">
        <pc:chgData name="Jacob Yang" userId="96e110e5a1896ef6" providerId="LiveId" clId="{8EB410B9-5EBC-420C-8E01-1D28E64F7A8C}" dt="2026-06-01T12:08:52.573" v="752" actId="47"/>
        <pc:sldMkLst>
          <pc:docMk/>
          <pc:sldMk cId="1025458033" sldId="3029"/>
        </pc:sldMkLst>
      </pc:sldChg>
      <pc:sldChg chg="del">
        <pc:chgData name="Jacob Yang" userId="96e110e5a1896ef6" providerId="LiveId" clId="{8EB410B9-5EBC-420C-8E01-1D28E64F7A8C}" dt="2026-06-01T11:55:31.013" v="622" actId="47"/>
        <pc:sldMkLst>
          <pc:docMk/>
          <pc:sldMk cId="3430225228" sldId="3030"/>
        </pc:sldMkLst>
      </pc:sldChg>
      <pc:sldChg chg="del">
        <pc:chgData name="Jacob Yang" userId="96e110e5a1896ef6" providerId="LiveId" clId="{8EB410B9-5EBC-420C-8E01-1D28E64F7A8C}" dt="2026-06-01T11:55:35.404" v="624" actId="47"/>
        <pc:sldMkLst>
          <pc:docMk/>
          <pc:sldMk cId="3883191667" sldId="3032"/>
        </pc:sldMkLst>
      </pc:sldChg>
      <pc:sldChg chg="del">
        <pc:chgData name="Jacob Yang" userId="96e110e5a1896ef6" providerId="LiveId" clId="{8EB410B9-5EBC-420C-8E01-1D28E64F7A8C}" dt="2026-06-01T11:55:36.838" v="626" actId="47"/>
        <pc:sldMkLst>
          <pc:docMk/>
          <pc:sldMk cId="291395776" sldId="3033"/>
        </pc:sldMkLst>
      </pc:sldChg>
      <pc:sldChg chg="del">
        <pc:chgData name="Jacob Yang" userId="96e110e5a1896ef6" providerId="LiveId" clId="{8EB410B9-5EBC-420C-8E01-1D28E64F7A8C}" dt="2026-06-01T11:55:38.323" v="628" actId="47"/>
        <pc:sldMkLst>
          <pc:docMk/>
          <pc:sldMk cId="3439935831" sldId="3034"/>
        </pc:sldMkLst>
      </pc:sldChg>
      <pc:sldChg chg="del">
        <pc:chgData name="Jacob Yang" userId="96e110e5a1896ef6" providerId="LiveId" clId="{8EB410B9-5EBC-420C-8E01-1D28E64F7A8C}" dt="2026-06-01T11:55:40.001" v="630" actId="47"/>
        <pc:sldMkLst>
          <pc:docMk/>
          <pc:sldMk cId="2650825989" sldId="3035"/>
        </pc:sldMkLst>
      </pc:sldChg>
      <pc:sldChg chg="del">
        <pc:chgData name="Jacob Yang" userId="96e110e5a1896ef6" providerId="LiveId" clId="{8EB410B9-5EBC-420C-8E01-1D28E64F7A8C}" dt="2026-06-01T11:55:41.553" v="632" actId="47"/>
        <pc:sldMkLst>
          <pc:docMk/>
          <pc:sldMk cId="323893693" sldId="3036"/>
        </pc:sldMkLst>
      </pc:sldChg>
      <pc:sldChg chg="modSp add mod">
        <pc:chgData name="Jacob Yang" userId="96e110e5a1896ef6" providerId="LiveId" clId="{8EB410B9-5EBC-420C-8E01-1D28E64F7A8C}" dt="2026-06-03T11:45:27.450" v="814" actId="207"/>
        <pc:sldMkLst>
          <pc:docMk/>
          <pc:sldMk cId="2076000119" sldId="3039"/>
        </pc:sldMkLst>
        <pc:spChg chg="mod">
          <ac:chgData name="Jacob Yang" userId="96e110e5a1896ef6" providerId="LiveId" clId="{8EB410B9-5EBC-420C-8E01-1D28E64F7A8C}" dt="2026-06-03T11:45:27.450" v="814" actId="207"/>
          <ac:spMkLst>
            <pc:docMk/>
            <pc:sldMk cId="2076000119" sldId="3039"/>
            <ac:spMk id="8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1:44:24.138" v="123" actId="1037"/>
        <pc:sldMkLst>
          <pc:docMk/>
          <pc:sldMk cId="1327731717" sldId="3040"/>
        </pc:sldMkLst>
        <pc:spChg chg="add mod">
          <ac:chgData name="Jacob Yang" userId="96e110e5a1896ef6" providerId="LiveId" clId="{8EB410B9-5EBC-420C-8E01-1D28E64F7A8C}" dt="2026-06-01T11:44:24.138" v="123" actId="1037"/>
          <ac:spMkLst>
            <pc:docMk/>
            <pc:sldMk cId="1327731717" sldId="3040"/>
            <ac:spMk id="3" creationId="{8B57CD69-B6F1-AC3B-8A41-A0099EB3E13A}"/>
          </ac:spMkLst>
        </pc:spChg>
        <pc:spChg chg="mod">
          <ac:chgData name="Jacob Yang" userId="96e110e5a1896ef6" providerId="LiveId" clId="{8EB410B9-5EBC-420C-8E01-1D28E64F7A8C}" dt="2026-06-01T11:44:11.571" v="80" actId="207"/>
          <ac:spMkLst>
            <pc:docMk/>
            <pc:sldMk cId="1327731717" sldId="3040"/>
            <ac:spMk id="8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47.023" v="844" actId="47"/>
        <pc:sldMkLst>
          <pc:docMk/>
          <pc:sldMk cId="2841463438" sldId="3041"/>
        </pc:sldMkLst>
      </pc:sldChg>
      <pc:sldChg chg="modSp add mod ord">
        <pc:chgData name="Jacob Yang" userId="96e110e5a1896ef6" providerId="LiveId" clId="{8EB410B9-5EBC-420C-8E01-1D28E64F7A8C}" dt="2026-06-01T11:56:13.107" v="639" actId="20577"/>
        <pc:sldMkLst>
          <pc:docMk/>
          <pc:sldMk cId="244852181" sldId="3042"/>
        </pc:sldMkLst>
        <pc:spChg chg="mod">
          <ac:chgData name="Jacob Yang" userId="96e110e5a1896ef6" providerId="LiveId" clId="{8EB410B9-5EBC-420C-8E01-1D28E64F7A8C}" dt="2026-06-01T11:56:13.107" v="639" actId="20577"/>
          <ac:spMkLst>
            <pc:docMk/>
            <pc:sldMk cId="244852181" sldId="3042"/>
            <ac:spMk id="6" creationId="{00000000-0000-0000-0000-000000000000}"/>
          </ac:spMkLst>
        </pc:spChg>
      </pc:sldChg>
      <pc:sldChg chg="add del">
        <pc:chgData name="Jacob Yang" userId="96e110e5a1896ef6" providerId="LiveId" clId="{8EB410B9-5EBC-420C-8E01-1D28E64F7A8C}" dt="2026-06-03T11:47:52.368" v="845" actId="47"/>
        <pc:sldMkLst>
          <pc:docMk/>
          <pc:sldMk cId="1108114467" sldId="3043"/>
        </pc:sldMkLst>
      </pc:sldChg>
      <pc:sldChg chg="modSp add mod replId">
        <pc:chgData name="Jacob Yang" userId="96e110e5a1896ef6" providerId="LiveId" clId="{8EB410B9-5EBC-420C-8E01-1D28E64F7A8C}" dt="2026-06-01T11:56:38.494" v="642" actId="20577"/>
        <pc:sldMkLst>
          <pc:docMk/>
          <pc:sldMk cId="2590767200" sldId="3044"/>
        </pc:sldMkLst>
        <pc:spChg chg="mod">
          <ac:chgData name="Jacob Yang" userId="96e110e5a1896ef6" providerId="LiveId" clId="{8EB410B9-5EBC-420C-8E01-1D28E64F7A8C}" dt="2026-06-01T11:56:38.494" v="642" actId="20577"/>
          <ac:spMkLst>
            <pc:docMk/>
            <pc:sldMk cId="2590767200" sldId="3044"/>
            <ac:spMk id="6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56.964" v="846" actId="47"/>
        <pc:sldMkLst>
          <pc:docMk/>
          <pc:sldMk cId="1582570374" sldId="3045"/>
        </pc:sldMkLst>
      </pc:sldChg>
      <pc:sldChg chg="add">
        <pc:chgData name="Jacob Yang" userId="96e110e5a1896ef6" providerId="LiveId" clId="{8EB410B9-5EBC-420C-8E01-1D28E64F7A8C}" dt="2026-06-01T12:00:44.132" v="654" actId="2890"/>
        <pc:sldMkLst>
          <pc:docMk/>
          <pc:sldMk cId="3350953169" sldId="3046"/>
        </pc:sldMkLst>
      </pc:sldChg>
      <pc:sldChg chg="modSp add mod">
        <pc:chgData name="Jacob Yang" userId="96e110e5a1896ef6" providerId="LiveId" clId="{8EB410B9-5EBC-420C-8E01-1D28E64F7A8C}" dt="2026-06-01T12:06:15.244" v="684" actId="6549"/>
        <pc:sldMkLst>
          <pc:docMk/>
          <pc:sldMk cId="229940133" sldId="3047"/>
        </pc:sldMkLst>
        <pc:spChg chg="mod">
          <ac:chgData name="Jacob Yang" userId="96e110e5a1896ef6" providerId="LiveId" clId="{8EB410B9-5EBC-420C-8E01-1D28E64F7A8C}" dt="2026-06-01T12:06:15.244" v="684" actId="6549"/>
          <ac:spMkLst>
            <pc:docMk/>
            <pc:sldMk cId="229940133" sldId="3047"/>
            <ac:spMk id="3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2:06:57.854" v="716" actId="1036"/>
        <pc:sldMkLst>
          <pc:docMk/>
          <pc:sldMk cId="3457408445" sldId="3048"/>
        </pc:sldMkLst>
        <pc:spChg chg="mod">
          <ac:chgData name="Jacob Yang" userId="96e110e5a1896ef6" providerId="LiveId" clId="{8EB410B9-5EBC-420C-8E01-1D28E64F7A8C}" dt="2026-06-01T12:06:28.250" v="686" actId="207"/>
          <ac:spMkLst>
            <pc:docMk/>
            <pc:sldMk cId="3457408445" sldId="3048"/>
            <ac:spMk id="3" creationId="{00000000-0000-0000-0000-000000000000}"/>
          </ac:spMkLst>
        </pc:spChg>
        <pc:spChg chg="add mod">
          <ac:chgData name="Jacob Yang" userId="96e110e5a1896ef6" providerId="LiveId" clId="{8EB410B9-5EBC-420C-8E01-1D28E64F7A8C}" dt="2026-06-01T12:06:57.854" v="716" actId="1036"/>
          <ac:spMkLst>
            <pc:docMk/>
            <pc:sldMk cId="3457408445" sldId="3048"/>
            <ac:spMk id="4" creationId="{01FBAA5B-429A-AC19-8372-13816AAECB75}"/>
          </ac:spMkLst>
        </pc:spChg>
      </pc:sldChg>
      <pc:sldChg chg="modSp del mod">
        <pc:chgData name="Jacob Yang" userId="96e110e5a1896ef6" providerId="LiveId" clId="{8EB410B9-5EBC-420C-8E01-1D28E64F7A8C}" dt="2026-06-06T22:15:57.372" v="858" actId="47"/>
        <pc:sldMkLst>
          <pc:docMk/>
          <pc:sldMk cId="3703237098" sldId="3049"/>
        </pc:sldMkLst>
        <pc:spChg chg="mod">
          <ac:chgData name="Jacob Yang" userId="96e110e5a1896ef6" providerId="LiveId" clId="{8EB410B9-5EBC-420C-8E01-1D28E64F7A8C}" dt="2026-06-01T12:10:21.049" v="795"/>
          <ac:spMkLst>
            <pc:docMk/>
            <pc:sldMk cId="3703237098" sldId="3049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2:26.660" v="812" actId="1036"/>
        <pc:sldMkLst>
          <pc:docMk/>
          <pc:sldMk cId="2129818636" sldId="3050"/>
        </pc:sldMkLst>
        <pc:grpChg chg="mod">
          <ac:chgData name="Jacob Yang" userId="96e110e5a1896ef6" providerId="LiveId" clId="{8EB410B9-5EBC-420C-8E01-1D28E64F7A8C}" dt="2026-06-01T12:12:26.660" v="812" actId="1036"/>
          <ac:grpSpMkLst>
            <pc:docMk/>
            <pc:sldMk cId="2129818636" sldId="3050"/>
            <ac:grpSpMk id="13" creationId="{5594C849-27B9-B04B-583E-2AB1B79330CD}"/>
          </ac:grpSpMkLst>
        </pc:grpChg>
      </pc:sldChg>
      <pc:sldChg chg="modSp mod">
        <pc:chgData name="Jacob Yang" userId="96e110e5a1896ef6" providerId="LiveId" clId="{8EB410B9-5EBC-420C-8E01-1D28E64F7A8C}" dt="2026-06-01T12:12:14.256" v="810" actId="1036"/>
        <pc:sldMkLst>
          <pc:docMk/>
          <pc:sldMk cId="3577614596" sldId="3052"/>
        </pc:sldMkLst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3" creationId="{2891BF7A-6DFA-6F2D-0F0B-42F346F814FA}"/>
          </ac:picMkLst>
        </pc:picChg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10" creationId="{6A143E29-FE88-771D-C206-9FAA6972B2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13/07/2026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95907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7/13/2026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7/13/2026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7/13/2026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7/13/2026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7/13/2026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7/13/2026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microsoft.com/office/2007/relationships/hdphoto" Target="../media/hdphoto6.wdp"/><Relationship Id="rId5" Type="http://schemas.openxmlformats.org/officeDocument/2006/relationships/image" Target="../media/image6.png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</a:t>
            </a:r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65(64) 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A87ED50-6D1C-1F57-E8FE-E91A14FEFB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712" y="619483"/>
            <a:ext cx="8905784" cy="19006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34C23850-DB77-F7E0-4A41-FEA599A20D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 xmlns="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52952" y="2608862"/>
            <a:ext cx="7683544" cy="176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74117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40545</TotalTime>
  <Words>21</Words>
  <Application>Microsoft Office PowerPoint</Application>
  <PresentationFormat>화면 슬라이드 쇼(16:9)</PresentationFormat>
  <Paragraphs>4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Theme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2045</cp:revision>
  <dcterms:created xsi:type="dcterms:W3CDTF">2016-08-30T00:06:00Z</dcterms:created>
  <dcterms:modified xsi:type="dcterms:W3CDTF">2026-07-12T21:19:37Z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
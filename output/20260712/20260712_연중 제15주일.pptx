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  <p:sldMasterId id="2147483688" r:id="rId5"/>
    <p:sldMasterId id="2147483695" r:id="rId6"/>
    <p:sldMasterId id="2147483702" r:id="rId7"/>
    <p:sldMasterId id="2147483709" r:id="rId8"/>
    <p:sldMasterId id="2147483716" r:id="rId9"/>
    <p:sldMasterId id="2147483723" r:id="rId10"/>
  </p:sldMasterIdLst>
  <p:notesMasterIdLst>
    <p:notesMasterId r:id="rId163"/>
  </p:notesMasterIdLst>
  <p:sldIdLst>
    <p:sldId id="1697" r:id="rId11"/>
    <p:sldId id="1372" r:id="rId12"/>
    <p:sldId id="1373" r:id="rId13"/>
    <p:sldId id="1374" r:id="rId14"/>
    <p:sldId id="1375" r:id="rId15"/>
    <p:sldId id="1376" r:id="rId16"/>
    <p:sldId id="2532" r:id="rId17"/>
    <p:sldId id="2533" r:id="rId18"/>
    <p:sldId id="2534" r:id="rId19"/>
    <p:sldId id="1377" r:id="rId20"/>
    <p:sldId id="1062" r:id="rId21"/>
    <p:sldId id="1063" r:id="rId22"/>
    <p:sldId id="3100" r:id="rId23"/>
    <p:sldId id="3101" r:id="rId24"/>
    <p:sldId id="3102" r:id="rId25"/>
    <p:sldId id="3103" r:id="rId26"/>
    <p:sldId id="1511" r:id="rId27"/>
    <p:sldId id="2068" r:id="rId28"/>
    <p:sldId id="2195" r:id="rId29"/>
    <p:sldId id="2194" r:id="rId30"/>
    <p:sldId id="3116" r:id="rId36"/>
    <p:sldId id="3117" r:id="rId35"/>
    <p:sldId id="3118" r:id="rId34"/>
    <p:sldId id="3119" r:id="rId33"/>
    <p:sldId id="1565" r:id="rId37"/>
    <p:sldId id="1566" r:id="rId38"/>
    <p:sldId id="1575" r:id="rId39"/>
    <p:sldId id="1576" r:id="rId40"/>
    <p:sldId id="1528" r:id="rId41"/>
    <p:sldId id="2337" r:id="rId42"/>
    <p:sldId id="1334" r:id="rId43"/>
    <p:sldId id="2339" r:id="rId44"/>
    <p:sldId id="2340" r:id="rId45"/>
    <p:sldId id="1336" r:id="rId46"/>
    <p:sldId id="2342" r:id="rId47"/>
    <p:sldId id="2343" r:id="rId48"/>
    <p:sldId id="2344" r:id="rId49"/>
    <p:sldId id="2345" r:id="rId50"/>
    <p:sldId id="2346" r:id="rId51"/>
    <p:sldId id="2347" r:id="rId52"/>
    <p:sldId id="2348" r:id="rId53"/>
    <p:sldId id="2349" r:id="rId54"/>
    <p:sldId id="2350" r:id="rId55"/>
    <p:sldId id="2351" r:id="rId56"/>
    <p:sldId id="1670" r:id="rId57"/>
    <p:sldId id="1020" r:id="rId58"/>
    <p:sldId id="1757" r:id="rId59"/>
    <p:sldId id="3040" r:id="rId62"/>
    <p:sldId id="1737" r:id="rId63"/>
    <p:sldId id="3106" r:id="rId64"/>
    <p:sldId id="1729" r:id="rId65"/>
    <p:sldId id="3107" r:id="rId66"/>
    <p:sldId id="3062" r:id="rId67"/>
    <p:sldId id="3108" r:id="rId68"/>
    <p:sldId id="3061" r:id="rId69"/>
    <p:sldId id="3109" r:id="rId70"/>
    <p:sldId id="3104" r:id="rId61"/>
    <p:sldId id="3110" r:id="rId60"/>
    <p:sldId id="787" r:id="rId71"/>
    <p:sldId id="1138" r:id="rId72"/>
    <p:sldId id="1730" r:id="rId73"/>
    <p:sldId id="3063" r:id="rId74"/>
    <p:sldId id="3064" r:id="rId75"/>
    <p:sldId id="1427" r:id="rId76"/>
    <p:sldId id="1555" r:id="rId77"/>
    <p:sldId id="3046" r:id="rId78"/>
    <p:sldId id="344" r:id="rId79"/>
    <p:sldId id="1556" r:id="rId80"/>
    <p:sldId id="3065" r:id="rId81"/>
    <p:sldId id="3111" r:id="rId169"/>
    <p:sldId id="3112" r:id="rId170"/>
    <p:sldId id="3113" r:id="rId171"/>
    <p:sldId id="3114" r:id="rId172"/>
    <p:sldId id="3115" r:id="rId173"/>
    <p:sldId id="3066" r:id="rId82"/>
    <p:sldId id="1462" r:id="rId83"/>
    <p:sldId id="1770" r:id="rId84"/>
    <p:sldId id="1771" r:id="rId85"/>
    <p:sldId id="1772" r:id="rId86"/>
    <p:sldId id="1773" r:id="rId87"/>
    <p:sldId id="1680" r:id="rId88"/>
    <p:sldId id="1598" r:id="rId89"/>
    <p:sldId id="348" r:id="rId90"/>
    <p:sldId id="2206" r:id="rId91"/>
    <p:sldId id="3120" r:id="rId97"/>
    <p:sldId id="3121" r:id="rId96"/>
    <p:sldId id="3122" r:id="rId95"/>
    <p:sldId id="1128" r:id="rId98"/>
    <p:sldId id="1129" r:id="rId99"/>
    <p:sldId id="1130" r:id="rId100"/>
    <p:sldId id="1131" r:id="rId101"/>
    <p:sldId id="1132" r:id="rId102"/>
    <p:sldId id="1599" r:id="rId103"/>
    <p:sldId id="1600" r:id="rId104"/>
    <p:sldId id="1601" r:id="rId105"/>
    <p:sldId id="1602" r:id="rId106"/>
    <p:sldId id="1774" r:id="rId107"/>
    <p:sldId id="286" r:id="rId108"/>
    <p:sldId id="1604" r:id="rId109"/>
    <p:sldId id="1605" r:id="rId110"/>
    <p:sldId id="1606" r:id="rId111"/>
    <p:sldId id="1607" r:id="rId112"/>
    <p:sldId id="1608" r:id="rId113"/>
    <p:sldId id="1609" r:id="rId114"/>
    <p:sldId id="1610" r:id="rId115"/>
    <p:sldId id="1144" r:id="rId116"/>
    <p:sldId id="706" r:id="rId117"/>
    <p:sldId id="1611" r:id="rId118"/>
    <p:sldId id="707" r:id="rId119"/>
    <p:sldId id="497" r:id="rId120"/>
    <p:sldId id="1149" r:id="rId121"/>
    <p:sldId id="739" r:id="rId122"/>
    <p:sldId id="428" r:id="rId123"/>
    <p:sldId id="1612" r:id="rId124"/>
    <p:sldId id="1613" r:id="rId125"/>
    <p:sldId id="1146" r:id="rId126"/>
    <p:sldId id="423" r:id="rId127"/>
    <p:sldId id="424" r:id="rId128"/>
    <p:sldId id="1033" r:id="rId129"/>
    <p:sldId id="302" r:id="rId130"/>
    <p:sldId id="1633" r:id="rId131"/>
    <p:sldId id="3123" r:id="rId139"/>
    <p:sldId id="3124" r:id="rId138"/>
    <p:sldId id="3125" r:id="rId137"/>
    <p:sldId id="3126" r:id="rId136"/>
    <p:sldId id="3127" r:id="rId135"/>
    <p:sldId id="3128" r:id="rId134"/>
    <p:sldId id="1701" r:id="rId140"/>
    <p:sldId id="1634" r:id="rId141"/>
    <p:sldId id="3129" r:id="rId145"/>
    <p:sldId id="3130" r:id="rId144"/>
    <p:sldId id="3131" r:id="rId143"/>
    <p:sldId id="1413" r:id="rId146"/>
    <p:sldId id="498" r:id="rId147"/>
    <p:sldId id="1742" r:id="rId148"/>
    <p:sldId id="499" r:id="rId149"/>
    <p:sldId id="1363" r:id="rId150"/>
    <p:sldId id="3132" r:id="rId156"/>
    <p:sldId id="3133" r:id="rId155"/>
    <p:sldId id="3134" r:id="rId154"/>
    <p:sldId id="3135" r:id="rId153"/>
    <p:sldId id="542" r:id="rId157"/>
    <p:sldId id="1775" r:id="rId158"/>
    <p:sldId id="1776" r:id="rId159"/>
    <p:sldId id="1777" r:id="rId160"/>
    <p:sldId id="1356" r:id="rId161"/>
    <p:sldId id="893" r:id="rId16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0" autoAdjust="0"/>
    <p:restoredTop sz="99785" autoAdjust="0"/>
  </p:normalViewPr>
  <p:slideViewPr>
    <p:cSldViewPr>
      <p:cViewPr varScale="1">
        <p:scale>
          <a:sx n="97" d="100"/>
          <a:sy n="97" d="100"/>
        </p:scale>
        <p:origin x="-108" y="-88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3" Type="http://schemas.openxmlformats.org/officeDocument/2006/relationships/slide" Target="slides/slide143.xml"/><Relationship Id="rId154" Type="http://schemas.openxmlformats.org/officeDocument/2006/relationships/slide" Target="slides/slide146.xml"/><Relationship Id="rId155" Type="http://schemas.openxmlformats.org/officeDocument/2006/relationships/slide" Target="slides/slide145.xml"/><Relationship Id="rId156" Type="http://schemas.openxmlformats.org/officeDocument/2006/relationships/slide" Target="slides/slide144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notesMaster" Target="notesMasters/notesMaster1.xml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Relationship Id="rId169" Type="http://schemas.openxmlformats.org/officeDocument/2006/relationships/slide" Target="slides/slide153.xml"/><Relationship Id="rId170" Type="http://schemas.openxmlformats.org/officeDocument/2006/relationships/slide" Target="slides/slide154.xml"/><Relationship Id="rId171" Type="http://schemas.openxmlformats.org/officeDocument/2006/relationships/slide" Target="slides/slide155.xml"/><Relationship Id="rId172" Type="http://schemas.openxmlformats.org/officeDocument/2006/relationships/slide" Target="slides/slide156.xml"/><Relationship Id="rId173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140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48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1.png"/><Relationship Id="rId4" Type="http://schemas.openxmlformats.org/officeDocument/2006/relationships/image" Target="../media/image5033.png"/><Relationship Id="rId5" Type="http://schemas.openxmlformats.org/officeDocument/2006/relationships/image" Target="../media/image50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7.png"/><Relationship Id="rId4" Type="http://schemas.openxmlformats.org/officeDocument/2006/relationships/image" Target="../media/image5029.png"/><Relationship Id="rId5" Type="http://schemas.openxmlformats.org/officeDocument/2006/relationships/image" Target="../media/image50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9.png"/><Relationship Id="rId4" Type="http://schemas.openxmlformats.org/officeDocument/2006/relationships/image" Target="../media/image50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4" Type="http://schemas.openxmlformats.org/officeDocument/2006/relationships/image" Target="../media/image500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4" Type="http://schemas.openxmlformats.org/officeDocument/2006/relationships/image" Target="../media/image500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Relationship Id="rId4" Type="http://schemas.openxmlformats.org/officeDocument/2006/relationships/image" Target="../media/image501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5.png"/><Relationship Id="rId4" Type="http://schemas.openxmlformats.org/officeDocument/2006/relationships/image" Target="../media/image50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4" Type="http://schemas.openxmlformats.org/officeDocument/2006/relationships/image" Target="../media/image504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8.png"/><Relationship Id="rId4" Type="http://schemas.openxmlformats.org/officeDocument/2006/relationships/image" Target="../media/image504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5.png"/><Relationship Id="rId4" Type="http://schemas.openxmlformats.org/officeDocument/2006/relationships/image" Target="../media/image503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e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3.png"/><Relationship Id="rId3" Type="http://schemas.openxmlformats.org/officeDocument/2006/relationships/image" Target="../media/image5064.png"/><Relationship Id="rId4" Type="http://schemas.openxmlformats.org/officeDocument/2006/relationships/image" Target="../media/image5065.png"/><Relationship Id="rId5" Type="http://schemas.openxmlformats.org/officeDocument/2006/relationships/image" Target="../media/image5066.png"/><Relationship Id="rId6" Type="http://schemas.openxmlformats.org/officeDocument/2006/relationships/image" Target="../media/image5067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8.png"/><Relationship Id="rId3" Type="http://schemas.openxmlformats.org/officeDocument/2006/relationships/image" Target="../media/image5059.png"/><Relationship Id="rId4" Type="http://schemas.openxmlformats.org/officeDocument/2006/relationships/image" Target="../media/image5060.png"/><Relationship Id="rId5" Type="http://schemas.openxmlformats.org/officeDocument/2006/relationships/image" Target="../media/image5061.png"/><Relationship Id="rId6" Type="http://schemas.openxmlformats.org/officeDocument/2006/relationships/image" Target="../media/image506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3.png"/><Relationship Id="rId3" Type="http://schemas.openxmlformats.org/officeDocument/2006/relationships/image" Target="../media/image5054.png"/><Relationship Id="rId4" Type="http://schemas.openxmlformats.org/officeDocument/2006/relationships/image" Target="../media/image5055.png"/><Relationship Id="rId5" Type="http://schemas.openxmlformats.org/officeDocument/2006/relationships/image" Target="../media/image5056.png"/><Relationship Id="rId6" Type="http://schemas.openxmlformats.org/officeDocument/2006/relationships/image" Target="../media/image505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0.png"/><Relationship Id="rId3" Type="http://schemas.openxmlformats.org/officeDocument/2006/relationships/image" Target="../media/image5051.png"/><Relationship Id="rId4" Type="http://schemas.openxmlformats.org/officeDocument/2006/relationships/image" Target="../media/image5052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7.png"/><Relationship Id="rId3" Type="http://schemas.openxmlformats.org/officeDocument/2006/relationships/image" Target="../media/image5048.png"/><Relationship Id="rId4" Type="http://schemas.openxmlformats.org/officeDocument/2006/relationships/image" Target="../media/image504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4.png"/><Relationship Id="rId3" Type="http://schemas.openxmlformats.org/officeDocument/2006/relationships/image" Target="../media/image5045.png"/><Relationship Id="rId4" Type="http://schemas.openxmlformats.org/officeDocument/2006/relationships/image" Target="../media/image504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4.png"/><Relationship Id="rId4" Type="http://schemas.openxmlformats.org/officeDocument/2006/relationships/image" Target="../media/image5076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1.png"/><Relationship Id="rId4" Type="http://schemas.openxmlformats.org/officeDocument/2006/relationships/image" Target="../media/image507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8.png"/><Relationship Id="rId4" Type="http://schemas.openxmlformats.org/officeDocument/2006/relationships/image" Target="../media/image507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8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7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9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8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7월 12일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제15주일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저는 의로움으로 당신 얼굴 뵈옵고, 당신 영광 드러날 때 흡족하리이다.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3EC98A-7344-4600-BF4F-9F5F42318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71550"/>
            <a:ext cx="9036496" cy="36225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4A9D9C-31A6-4C65-9D1B-ECDEA1D4F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71550"/>
            <a:ext cx="8932712" cy="36483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11">
            <a:extLst>
              <a:ext uri="{FF2B5EF4-FFF2-40B4-BE49-F238E27FC236}">
                <a16:creationId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0EDE2C-8000-4E19-8BEF-33D6DB4F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55526"/>
            <a:ext cx="9001000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0581A5-9FFE-496C-8445-9DC4F103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99542"/>
            <a:ext cx="9001000" cy="40404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이사야서의 말씀입니다.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이렇게 말씀하신다.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“비와 눈은 하늘에서 내려와 그리로 돌아가지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않고 오히려 땅을 적시어 기름지게 하고 싹이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돋아나게 하여 씨 뿌리는 사람에게 씨앗을 주고,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먹는 이에게 양식을 준다.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이처럼 내 입에서 나가는 나의 말도 나에게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헛되이 돌아오지 않고 반드시 내가 뜻하는 바를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이루며 내가 내린 사명을 완수하고야 만다.”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목장들은 양 떼로 뒤덮이고, 골짜기에는 곡식이 가득 쌓여, 환성을 올리며 노래하나이다.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하느님은 이 땅에 찾아오시어, 넘치는 물로 풍요롭게 하시나이다. 하느님의 강은 물로 가득하고, 당신은 곡식을 영글게 하시나이다.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정녕 당신이 장만해 주시나이다. 고랑에 물 대시고 이랑을 고르시며, 비를 내려 부드럽게 하시어, 새싹들에게 복을 내리시나이다.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한 해를 은혜로 풍요롭게 하시니, 당신이 가시는 길마다 기름진 땅이 되나이다. 사막의 풀밭에도 윤기가 흐르고, 언덕들도 기쁨의 띠를 두르나이다.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 err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25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장차 우리에게 계시될 영광에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견주면, 지금 이 시대에 우리가 겪는 고난은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아무것도 아니라고 생각합니다.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피조물은 하느님의 자녀들이 나타나기를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간절히 기다리고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피조물이 허무의 지배 아래 든 것은 자의가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아니라 그렇게 하신 분의 뜻이었습니다. 그러나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희망을 간직하고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피조물도 멸망의 종살이에서 해방되어,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96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자녀들이 누리는 영광의 자유를 얻을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모든 피조물이 지금까지 다 함께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탄식하며 진통을 겪고 있음을 알고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피조물만이 아니라 성령을 첫 선물로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받은 우리 자신도 하느님의 자녀가 되기를, 우리의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몸이 속량되기를 기다리며 속으로 탄식하고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635"/>
            <a:ext cx="8928992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씨앗은 하느님의 말씀, 씨 뿌리는 이는 그리스도이시니 그분을 찾는 사람은 모두 영원히 살리라.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그날 예수님께서는 집에서 나와 호숫가에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앉으셨다.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많은 군중이 모여들어, 예수님께서는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배에 올라앉으시고 군중은 물가에 그대로 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많은 것을 비유로 말씀해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주셨다. “자, 씨 뿌리는 사람이 씨를 뿌리러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나갔다.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그가 씨를 뿌리는데 어떤 것들은 길에 떨어져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새들이 와서 먹어 버렸다.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어떤 것들은 흙이 많지 않은 돌밭에 떨어졌다.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흙이 깊지 않아 싹은 곧 돋아났지만,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해가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솟아오르자 타고 말았다. 뿌리가 없어서 말라 버린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어떤 것들은 가시덤불 속에 떨어졌는데,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가시덤불이 자라면서 숨을 막아 버렸다.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어떤 것들은 좋은 땅에 떨어져 열매를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맺었는데, 어떤 것은 백 배, 어떤 것은 예순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635"/>
            <a:ext cx="8928992" cy="21667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2760479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60638-85A3-5C27-F012-CC25495CC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" r="2750"/>
          <a:stretch>
            <a:fillRect/>
          </a:stretch>
        </p:blipFill>
        <p:spPr>
          <a:xfrm>
            <a:off x="0" y="807654"/>
            <a:ext cx="9108504" cy="37803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EDF4F-A12D-DAA0-5B7A-CE44D24E9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821"/>
            <a:ext cx="9144000" cy="362585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9BABFB-EB38-FCF9-9514-5B5CE0E3F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3538"/>
          <a:stretch>
            <a:fillRect/>
          </a:stretch>
        </p:blipFill>
        <p:spPr>
          <a:xfrm>
            <a:off x="35496" y="594008"/>
            <a:ext cx="9001000" cy="419012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 제단 곁에 참새도 집을 짓고, 제비도 둥지를 틀어 거기에 새끼를 치나이다. 만군의 주님, 저의 임금님, 저의 하느님! 행복하옵니다, 당신 집에 사는 이들! 그들은 영원토록 당신을 찬양하리이다.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0C65F-F9B8-2A69-53BF-155AD420FE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2645"/>
          <a:stretch/>
        </p:blipFill>
        <p:spPr>
          <a:xfrm>
            <a:off x="147637" y="570359"/>
            <a:ext cx="8848725" cy="10652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93A06A-5D83-E0AB-8978-DB2C9C307C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1396"/>
          <a:stretch/>
        </p:blipFill>
        <p:spPr>
          <a:xfrm>
            <a:off x="147637" y="2574007"/>
            <a:ext cx="8848725" cy="1222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CC8D70-BC15-35AE-8D45-2C6D04E28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98" y="1779662"/>
            <a:ext cx="7943850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532A59-FADC-7533-0A8F-6632BC4F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856459"/>
            <a:ext cx="7458075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DE1BEF-9041-911D-1752-CF53F2F14A3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0938"/>
          <a:stretch/>
        </p:blipFill>
        <p:spPr>
          <a:xfrm>
            <a:off x="161925" y="555526"/>
            <a:ext cx="8820150" cy="1080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A1BE1-4765-F469-7C6F-3C1BCD177C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8182"/>
          <a:stretch/>
        </p:blipFill>
        <p:spPr>
          <a:xfrm>
            <a:off x="128587" y="2571750"/>
            <a:ext cx="8886825" cy="1224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9CBC48-59F0-28B6-B740-947A42D40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92" y="1563638"/>
            <a:ext cx="7353300" cy="390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827BE-0611-AC59-72A7-3C5402BE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723878"/>
            <a:ext cx="797242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50EE2C9-95F4-748B-7F83-51D52D5698E5}"/>
              </a:ext>
            </a:extLst>
          </p:cNvPr>
          <p:cNvGrpSpPr/>
          <p:nvPr/>
        </p:nvGrpSpPr>
        <p:grpSpPr>
          <a:xfrm>
            <a:off x="133350" y="555527"/>
            <a:ext cx="8877300" cy="3888431"/>
            <a:chOff x="133350" y="555527"/>
            <a:chExt cx="8877300" cy="388843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9AD9E0-7796-5D1E-2B0D-AB0E791EE7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34412"/>
            <a:stretch/>
          </p:blipFill>
          <p:spPr>
            <a:xfrm>
              <a:off x="133350" y="555527"/>
              <a:ext cx="8877300" cy="136815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A29EC47-2C36-656C-B173-5764598F5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5876"/>
            <a:stretch/>
          </p:blipFill>
          <p:spPr>
            <a:xfrm>
              <a:off x="142875" y="2715766"/>
              <a:ext cx="8858250" cy="136815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5FCFA4-6B05-1562-B7D7-DF08652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568" y="1923678"/>
              <a:ext cx="7610475" cy="4286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C67174-1643-93C1-FEEB-C8197BCE1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567" y="4043908"/>
              <a:ext cx="7362825" cy="4000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8C3306F-0750-D4EE-3BE7-8480BEBFF902}"/>
              </a:ext>
            </a:extLst>
          </p:cNvPr>
          <p:cNvGrpSpPr/>
          <p:nvPr/>
        </p:nvGrpSpPr>
        <p:grpSpPr>
          <a:xfrm>
            <a:off x="147637" y="570359"/>
            <a:ext cx="8848725" cy="4089623"/>
            <a:chOff x="147637" y="570359"/>
            <a:chExt cx="8848725" cy="40896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90C65F-F9B8-2A69-53BF-155AD420F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637" y="570359"/>
              <a:ext cx="8848725" cy="185737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193A06A-5D83-E0AB-8978-DB2C9C307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637" y="2574007"/>
              <a:ext cx="8848725" cy="2085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56592D1-B003-7DA4-CA94-F1549F95F381}"/>
              </a:ext>
            </a:extLst>
          </p:cNvPr>
          <p:cNvGrpSpPr/>
          <p:nvPr/>
        </p:nvGrpSpPr>
        <p:grpSpPr>
          <a:xfrm>
            <a:off x="128587" y="555526"/>
            <a:ext cx="8886825" cy="3997424"/>
            <a:chOff x="128587" y="555526"/>
            <a:chExt cx="8886825" cy="39974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DE1BEF-9041-911D-1752-CF53F2F14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925" y="555526"/>
              <a:ext cx="8820150" cy="1828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BA1BE1-4765-F469-7C6F-3C1BCD177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587" y="2571750"/>
              <a:ext cx="8886825" cy="1981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7520861-091A-0F68-A8B7-682ADB215F1D}"/>
              </a:ext>
            </a:extLst>
          </p:cNvPr>
          <p:cNvGrpSpPr/>
          <p:nvPr/>
        </p:nvGrpSpPr>
        <p:grpSpPr>
          <a:xfrm>
            <a:off x="133350" y="555526"/>
            <a:ext cx="8877300" cy="4293840"/>
            <a:chOff x="133350" y="555526"/>
            <a:chExt cx="8877300" cy="429384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9AD9E0-7796-5D1E-2B0D-AB0E791EE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350" y="555526"/>
              <a:ext cx="8877300" cy="208597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A29EC47-2C36-656C-B173-5764598F5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75" y="2715766"/>
              <a:ext cx="8858250" cy="2133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 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60638-85A3-5C27-F012-CC25495CC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" r="2750"/>
          <a:stretch>
            <a:fillRect/>
          </a:stretch>
        </p:blipFill>
        <p:spPr>
          <a:xfrm>
            <a:off x="0" y="807654"/>
            <a:ext cx="9108504" cy="378032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 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EDF4F-A12D-DAA0-5B7A-CE44D24E9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821"/>
            <a:ext cx="9144000" cy="3625858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 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9BABFB-EB38-FCF9-9514-5B5CE0E3F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3538"/>
          <a:stretch>
            <a:fillRect/>
          </a:stretch>
        </p:blipFill>
        <p:spPr>
          <a:xfrm>
            <a:off x="35496" y="594008"/>
            <a:ext cx="9001000" cy="4190129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AB376844-FDA9-432B-A158-35F751CA1F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760BF8-AE1A-4736-A404-05B378CDF248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2CB380-3E7F-4229-932A-BD2241DC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43558"/>
            <a:ext cx="8856984" cy="352839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68305-D81A-49F4-A0BD-63935B8485AC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D6EB48-B6E1-4ED7-9C9A-3C778204C3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9"/>
          <a:stretch/>
        </p:blipFill>
        <p:spPr>
          <a:xfrm>
            <a:off x="65772" y="699542"/>
            <a:ext cx="8898716" cy="396044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EB5B0F21-29A1-459A-80BE-70062092A6B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8EA39E4-6235-4947-AF65-14AA136F11C7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F0CC04-AD74-42EA-9C4E-3B76B8856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9542"/>
            <a:ext cx="8671036" cy="3963755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952BC0B1-3584-4FAE-A13B-C4027DF7398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DA32E55-BA5C-4656-899A-831B0DD156C2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6A7DCE-A658-457A-854F-C6762B96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43558"/>
            <a:ext cx="8784976" cy="36004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배, 어떤 것은 서른 배가 되었다.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귀 있는 사람은 들어라.”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제자들이 예수님께 다가와, “왜 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사람들에게 비유로 말씀하십니까?” 하고 물었다.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대답하셨다. “너희에게는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 나라의 신비를 아는 것이 허락되었지만, 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사람들에게는 허락되지 않았다.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가진 자는 더 받아 넉넉해지고, 가진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 없는 자는 가진 것마저 빼앗길 것이다.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저 사람들에게 비유로 말하는 이유는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저들이 보아도 보지 못하고 들어도 듣지 못하고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깨닫지 못하기 때문이다.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하여 이사야의 예언이 저 사람들에게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이루어지는 것이다. ‘너희는 듣고 또 들어도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깨닫지 못하고 보고 또 보아도 알아보지 못하리라.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 백성이 마음은 무디고 귀로는 제대로 듣지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못하며 눈은 감았기 때문이다. 이는 그들이 눈으로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보고 귀로 듣고 마음으로 깨닫고서는 돌아와 내가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그들을 고쳐 주는 일이 없게 하려는 것이다.’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너희의 눈은 볼 수 있으니 행복하고,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너희의 귀는 들을 수 있으니 행복하다.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너희에게 말한다. 많은 예언자와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의인이 너희가 보는 것을 보고자 갈망하였지만 보지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못하였고, 너희가 듣는 것을 듣고자 갈망하였지만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듣지 못하였다.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너희는 씨 뿌리는 사람의 비유를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새겨들어라.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하늘 나라에 관한 말을 듣고 깨닫지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못하면, 악한 자가 와서 그 마음에 뿌려진 것을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빼앗아 간다. 길에 뿌려진 씨는 바로 그러한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돌밭에 뿌려진 씨는 이러한 사람이다. 그는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말씀을 들으면 곧 기쁘게 받는다.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그 사람 안에 뿌리가 없어서 오래가지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못한다. 그래서 말씀 때문에 환난이나 박해가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일어나면 그는 곧 걸려 넘어지고 만다.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가시덤불 속에 뿌려진 씨는 이러한 사람이다.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말씀을 듣기는 하지만, 세상 걱정과 재물의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유혹이 그 말씀의 숨을 막아 버려 열매를 맺지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못한다.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좋은 땅에 뿌려진 씨는 이러한 사람이다.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말씀을 듣고 깨닫는다. 그런 사람은 열매를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맺는데, 어떤 사람은 백 배, 어떤 사람은 예순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배, 어떤 사람은 서른 배를 낸다.”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40243</TotalTime>
  <Words>2209</Words>
  <Application>Microsoft Office PowerPoint</Application>
  <PresentationFormat>화면 슬라이드 쇼(16:9)</PresentationFormat>
  <Paragraphs>567</Paragraphs>
  <Slides>147</Slides>
  <Notes>95</Notes>
  <HiddenSlides>0</HiddenSlides>
  <MMClips>0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152</vt:i4>
      </vt:variant>
    </vt:vector>
  </HeadingPairs>
  <TitlesOfParts>
    <vt:vector size="16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제 1 독서   열왕기 하권의 말씀입니다.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제 2 독서  사도 바오로의 로마서 말씀입니다.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영성체</vt:lpstr>
      <vt:lpstr>슬라이드 118</vt:lpstr>
      <vt:lpstr>영성체송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파 견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  <vt:lpstr>슬라이드 148</vt:lpstr>
      <vt:lpstr>슬라이드 149</vt:lpstr>
      <vt:lpstr>슬라이드 150</vt:lpstr>
      <vt:lpstr>슬라이드 151</vt:lpstr>
      <vt:lpstr>슬라이드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
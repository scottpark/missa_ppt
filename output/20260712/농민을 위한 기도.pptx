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7"/>
  </p:notesMasterIdLst>
  <p:sldIdLst>
    <p:sldId id="2518" r:id="rId3"/>
    <p:sldId id="2519" r:id="rId4"/>
    <p:sldId id="2520" r:id="rId5"/>
    <p:sldId id="2521" r:id="rId6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1" autoAdjust="0"/>
    <p:restoredTop sz="92029" autoAdjust="0"/>
  </p:normalViewPr>
  <p:slideViewPr>
    <p:cSldViewPr>
      <p:cViewPr varScale="1">
        <p:scale>
          <a:sx n="80" d="100"/>
          <a:sy n="80" d="100"/>
        </p:scale>
        <p:origin x="540" y="78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28/07/2025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430105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430105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093665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92355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1594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4804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590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0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619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5445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7/28/2025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337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7504" y="771550"/>
            <a:ext cx="8856984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세상 만물을 창조하시고 다스리시는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DDD9C3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하느님 아버지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,</a:t>
            </a: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 우주에 질서와 조화를 주시고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DDD9C3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 햇빛과 바람과 비를 주시어 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DDD9C3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온갖 생명이 살아갈 수 있도록 섭리해 주시니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DDD9C3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 감사하나이다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.</a:t>
            </a: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251520" y="123478"/>
            <a:ext cx="511256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농민을 위한 기도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BA9BD2-10BD-5B7F-E2DF-F04A69A1B95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84168" y="4852894"/>
            <a:ext cx="3014412" cy="25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41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7504" y="771550"/>
            <a:ext cx="8856984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농업이 경시되는 상황에서도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땀을 흘려 농사짓는 농민들이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 하느님의 창조 사업에 함께하고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있음을 깨달아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 용기와 희망을 잃지 않고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농사일을 더욱 소중히 여기게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BA9BD2-10BD-5B7F-E2DF-F04A69A1B95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84168" y="4852894"/>
            <a:ext cx="3014412" cy="25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4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7504" y="440397"/>
            <a:ext cx="8784976" cy="4139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날이 갈수록 생명이 죽어 가고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DDD9C3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 공동체가 파괴되어 가는 오늘날에도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</a:t>
            </a: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모든 이가 마음의 고향인 농촌에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DDD9C3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 관심과 애정을 기울이고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DDD9C3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 온갖 죽어 가는 것들을 살리는 데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DDD9C3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 앞장서게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.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DDD9C3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C0BA9BD2-10BD-5B7F-E2DF-F04A69A1B95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84168" y="4852894"/>
            <a:ext cx="3014412" cy="25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405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496" y="195486"/>
            <a:ext cx="9073008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DDD9C3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Nanum Gothic Thin"/>
                <a:ea typeface="맑은 고딕" panose="020B0503020000020004" pitchFamily="50" charset="-127"/>
                <a:cs typeface="+mn-cs"/>
              </a:rPr>
              <a:t> 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그리하여 사랑과 일치와 신뢰가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싹트게 하시고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  농촌과 도시가 하나로 이어져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+mn-cs"/>
            </a:endParaRP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온 누리에 생명이 살아나게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.</a:t>
            </a: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      우리 주 그리스도를 통하여 비나이다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+mn-cs"/>
              </a:rPr>
              <a:t>.     </a:t>
            </a:r>
          </a:p>
          <a:p>
            <a:pPr marL="625475" marR="0" lvl="0" indent="-625475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◎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아 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C0BA9BD2-10BD-5B7F-E2DF-F04A69A1B95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84168" y="4852894"/>
            <a:ext cx="3014412" cy="25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637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26332</TotalTime>
  <Words>136</Words>
  <Application>Microsoft Office PowerPoint</Application>
  <PresentationFormat>On-screen Show (16:9)</PresentationFormat>
  <Paragraphs>30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Nanum Gothic Thin</vt:lpstr>
      <vt:lpstr>Gulim</vt:lpstr>
      <vt:lpstr>궁서</vt:lpstr>
      <vt:lpstr>Malgun Gothic</vt:lpstr>
      <vt:lpstr>Batang</vt:lpstr>
      <vt:lpstr>Batang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Veronica Nam</cp:lastModifiedBy>
  <cp:revision>1486</cp:revision>
  <dcterms:created xsi:type="dcterms:W3CDTF">2016-08-30T00:06:00Z</dcterms:created>
  <dcterms:modified xsi:type="dcterms:W3CDTF">2025-07-28T10:09:23Z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
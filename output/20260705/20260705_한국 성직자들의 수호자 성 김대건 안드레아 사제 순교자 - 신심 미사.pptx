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9"/>
  </p:notesMasterIdLst>
  <p:sldIdLst>
    <p:sldId id="1697" r:id="rId2"/>
    <p:sldId id="1372" r:id="rId3"/>
    <p:sldId id="1373" r:id="rId4"/>
    <p:sldId id="1374" r:id="rId5"/>
    <p:sldId id="1375" r:id="rId6"/>
    <p:sldId id="1376" r:id="rId7"/>
    <p:sldId id="2532" r:id="rId8"/>
    <p:sldId id="2533" r:id="rId9"/>
    <p:sldId id="2534" r:id="rId10"/>
    <p:sldId id="1377" r:id="rId11"/>
    <p:sldId id="1062" r:id="rId12"/>
    <p:sldId id="1063" r:id="rId13"/>
    <p:sldId id="3107" r:id="rId77"/>
    <p:sldId id="3108" r:id="rId70"/>
    <p:sldId id="3109" r:id="rId57"/>
    <p:sldId id="3110" r:id="rId17"/>
    <p:sldId id="1511" r:id="rId18"/>
    <p:sldId id="2068" r:id="rId19"/>
    <p:sldId id="2195" r:id="rId20"/>
    <p:sldId id="2194" r:id="rId21"/>
    <p:sldId id="3111" r:id="rId24"/>
    <p:sldId id="3112" r:id="rId23"/>
    <p:sldId id="3113" r:id="rId22"/>
    <p:sldId id="3114" r:id="rId16"/>
    <p:sldId id="1565" r:id="rId25"/>
    <p:sldId id="1566" r:id="rId26"/>
    <p:sldId id="1575" r:id="rId27"/>
    <p:sldId id="1576" r:id="rId28"/>
    <p:sldId id="1528" r:id="rId29"/>
    <p:sldId id="2464" r:id="rId30"/>
    <p:sldId id="2466" r:id="rId31"/>
    <p:sldId id="2931" r:id="rId32"/>
    <p:sldId id="2932" r:id="rId33"/>
    <p:sldId id="2933" r:id="rId34"/>
    <p:sldId id="2934" r:id="rId35"/>
    <p:sldId id="2935" r:id="rId36"/>
    <p:sldId id="2936" r:id="rId37"/>
    <p:sldId id="2937" r:id="rId38"/>
    <p:sldId id="2938" r:id="rId39"/>
    <p:sldId id="2939" r:id="rId40"/>
    <p:sldId id="2940" r:id="rId41"/>
    <p:sldId id="2469" r:id="rId42"/>
    <p:sldId id="2342" r:id="rId43"/>
    <p:sldId id="2343" r:id="rId44"/>
    <p:sldId id="2344" r:id="rId45"/>
    <p:sldId id="2345" r:id="rId46"/>
    <p:sldId id="2346" r:id="rId47"/>
    <p:sldId id="2347" r:id="rId48"/>
    <p:sldId id="2348" r:id="rId49"/>
    <p:sldId id="2349" r:id="rId50"/>
    <p:sldId id="2350" r:id="rId51"/>
    <p:sldId id="2351" r:id="rId52"/>
    <p:sldId id="1670" r:id="rId53"/>
    <p:sldId id="1020" r:id="rId54"/>
    <p:sldId id="1757" r:id="rId55"/>
    <p:sldId id="2196" r:id="rId56"/>
    <p:sldId id="3102" r:id="rId155"/>
    <p:sldId id="1737" r:id="rId58"/>
    <p:sldId id="3103" r:id="rId59"/>
    <p:sldId id="1729" r:id="rId60"/>
    <p:sldId id="3104" r:id="rId61"/>
    <p:sldId id="3038" r:id="rId62"/>
    <p:sldId id="3105" r:id="rId63"/>
    <p:sldId id="3039" r:id="rId64"/>
    <p:sldId id="3106" r:id="rId65"/>
    <p:sldId id="787" r:id="rId66"/>
    <p:sldId id="1138" r:id="rId67"/>
    <p:sldId id="1730" r:id="rId68"/>
    <p:sldId id="3040" r:id="rId69"/>
    <p:sldId id="1427" r:id="rId71"/>
    <p:sldId id="1555" r:id="rId72"/>
    <p:sldId id="1260" r:id="rId73"/>
    <p:sldId id="344" r:id="rId74"/>
    <p:sldId id="1556" r:id="rId75"/>
    <p:sldId id="3041" r:id="rId76"/>
    <p:sldId id="1714" r:id="rId78"/>
    <p:sldId id="1462" r:id="rId79"/>
    <p:sldId id="1770" r:id="rId80"/>
    <p:sldId id="1771" r:id="rId81"/>
    <p:sldId id="1772" r:id="rId82"/>
    <p:sldId id="1773" r:id="rId83"/>
    <p:sldId id="1680" r:id="rId84"/>
    <p:sldId id="1598" r:id="rId85"/>
    <p:sldId id="348" r:id="rId86"/>
    <p:sldId id="2206" r:id="rId87"/>
    <p:sldId id="3115" r:id="rId90"/>
    <p:sldId id="3116" r:id="rId89"/>
    <p:sldId id="3117" r:id="rId88"/>
    <p:sldId id="3118" r:id="rId15"/>
    <p:sldId id="1128" r:id="rId91"/>
    <p:sldId id="1129" r:id="rId92"/>
    <p:sldId id="1130" r:id="rId93"/>
    <p:sldId id="1131" r:id="rId94"/>
    <p:sldId id="1132" r:id="rId95"/>
    <p:sldId id="1599" r:id="rId96"/>
    <p:sldId id="1600" r:id="rId97"/>
    <p:sldId id="1601" r:id="rId98"/>
    <p:sldId id="1602" r:id="rId99"/>
    <p:sldId id="1774" r:id="rId100"/>
    <p:sldId id="286" r:id="rId101"/>
    <p:sldId id="1604" r:id="rId102"/>
    <p:sldId id="1605" r:id="rId103"/>
    <p:sldId id="1606" r:id="rId104"/>
    <p:sldId id="1607" r:id="rId105"/>
    <p:sldId id="1608" r:id="rId106"/>
    <p:sldId id="1609" r:id="rId107"/>
    <p:sldId id="1610" r:id="rId108"/>
    <p:sldId id="1144" r:id="rId109"/>
    <p:sldId id="706" r:id="rId110"/>
    <p:sldId id="1611" r:id="rId111"/>
    <p:sldId id="707" r:id="rId112"/>
    <p:sldId id="497" r:id="rId113"/>
    <p:sldId id="1149" r:id="rId114"/>
    <p:sldId id="739" r:id="rId115"/>
    <p:sldId id="428" r:id="rId116"/>
    <p:sldId id="1612" r:id="rId117"/>
    <p:sldId id="1613" r:id="rId118"/>
    <p:sldId id="1146" r:id="rId119"/>
    <p:sldId id="423" r:id="rId120"/>
    <p:sldId id="424" r:id="rId121"/>
    <p:sldId id="1033" r:id="rId122"/>
    <p:sldId id="302" r:id="rId123"/>
    <p:sldId id="1633" r:id="rId124"/>
    <p:sldId id="3119" r:id="rId130"/>
    <p:sldId id="3120" r:id="rId129"/>
    <p:sldId id="1701" r:id="rId131"/>
    <p:sldId id="1634" r:id="rId132"/>
    <p:sldId id="3121" r:id="rId134"/>
    <p:sldId id="3122" r:id="rId133"/>
    <p:sldId id="1413" r:id="rId135"/>
    <p:sldId id="498" r:id="rId136"/>
    <p:sldId id="1742" r:id="rId137"/>
    <p:sldId id="499" r:id="rId138"/>
    <p:sldId id="1363" r:id="rId139"/>
    <p:sldId id="3123" r:id="rId142"/>
    <p:sldId id="3124" r:id="rId141"/>
    <p:sldId id="3125" r:id="rId140"/>
    <p:sldId id="3126" r:id="rId128"/>
    <p:sldId id="542" r:id="rId143"/>
    <p:sldId id="1775" r:id="rId144"/>
    <p:sldId id="1776" r:id="rId145"/>
    <p:sldId id="1777" r:id="rId146"/>
    <p:sldId id="1356" r:id="rId147"/>
    <p:sldId id="893" r:id="rId148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10" autoAdjust="0"/>
    <p:restoredTop sz="99785" autoAdjust="0"/>
  </p:normalViewPr>
  <p:slideViewPr>
    <p:cSldViewPr>
      <p:cViewPr varScale="1">
        <p:scale>
          <a:sx n="84" d="100"/>
          <a:sy n="84" d="100"/>
        </p:scale>
        <p:origin x="644" y="68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notesMaster" Target="notesMasters/notesMaster1.xml"/><Relationship Id="rId150" Type="http://schemas.openxmlformats.org/officeDocument/2006/relationships/presProps" Target="presProps.xml"/><Relationship Id="rId151" Type="http://schemas.openxmlformats.org/officeDocument/2006/relationships/viewProps" Target="viewProps.xml"/><Relationship Id="rId152" Type="http://schemas.openxmlformats.org/officeDocument/2006/relationships/theme" Target="theme/theme1.xml"/><Relationship Id="rId153" Type="http://schemas.openxmlformats.org/officeDocument/2006/relationships/tableStyles" Target="tableStyles.xml"/><Relationship Id="rId155" Type="http://schemas.openxmlformats.org/officeDocument/2006/relationships/slide" Target="slides/slide1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10/06/2026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948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00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695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5110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5548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904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8970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124916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val="33681911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897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90429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4454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09433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88169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89102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5752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33325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20614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10327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06149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51358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2084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44330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55662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47072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4549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29875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92192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14355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88341-0DDC-5E3F-A209-EA6D935FC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A9FC1-FEB1-0DBE-98D2-43B28F6F5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E0C2FB-566A-B6C4-DECC-C4429EB29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E5F02-6237-3CF0-3680-A87DF4A8E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688604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604639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11801-19EC-B186-7B61-420566BB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97826-97EB-49A5-B095-03C2977F31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D553E7-6589-C20C-F193-5CC1DAD58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DD165C-506F-9EA9-72E3-240D51F1AB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036829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C5449-6A71-EEFE-B31F-249DABD4F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B8B2D1-1A94-3053-9D47-1470C8A54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D2734-CA0E-6D7A-4E06-F36077D26F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254A3-5519-14D5-3CCD-A5A0385938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170973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921922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1435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E55F-7C0E-54CD-6BAA-D47836F83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9C07DF-8068-DBA7-EC8E-51028D436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EC8E3-E6DF-8F80-243D-CDA39FC12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F5A24-7B3F-886B-91CD-74F27F6236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46172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7611587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2459720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803880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78694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8970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09840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9754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0290183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45074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797166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9194681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2654553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299005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1905623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36656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590429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189702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189702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1351077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945218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189702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br>
              <a:rPr lang="ko-KR" altLang="en-US" dirty="0"/>
            </a:b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val="343010580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br>
              <a:rPr lang="ko-KR" altLang="en-US" dirty="0"/>
            </a:b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val="41803209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val="41862328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eg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037.png"/><Relationship Id="rId4" Type="http://schemas.openxmlformats.org/officeDocument/2006/relationships/image" Target="../media/image5038.png"/><Relationship Id="rId6" Type="http://schemas.openxmlformats.org/officeDocument/2006/relationships/image" Target="../media/image5040.png"/><Relationship Id="rId8" Type="http://schemas.openxmlformats.org/officeDocument/2006/relationships/image" Target="../media/image504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8.png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028.png"/><Relationship Id="rId4" Type="http://schemas.openxmlformats.org/officeDocument/2006/relationships/image" Target="../media/image5029.png"/><Relationship Id="rId6" Type="http://schemas.openxmlformats.org/officeDocument/2006/relationships/image" Target="../media/image5031.png"/><Relationship Id="rId7" Type="http://schemas.openxmlformats.org/officeDocument/2006/relationships/image" Target="../media/image5032.png"/><Relationship Id="rId10" Type="http://schemas.openxmlformats.org/officeDocument/2006/relationships/image" Target="../media/image503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2.png"/><Relationship Id="rId3" Type="http://schemas.openxmlformats.org/officeDocument/2006/relationships/image" Target="../media/image5023.png"/><Relationship Id="rId5" Type="http://schemas.openxmlformats.org/officeDocument/2006/relationships/image" Target="../media/image5025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7.png"/><Relationship Id="rId3" Type="http://schemas.openxmlformats.org/officeDocument/2006/relationships/image" Target="../media/image5018.png"/><Relationship Id="rId5" Type="http://schemas.openxmlformats.org/officeDocument/2006/relationships/image" Target="../media/image502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3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3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3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8.jpe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0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4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4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5.jpe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4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4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4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5.png"/><Relationship Id="rId3" Type="http://schemas.openxmlformats.org/officeDocument/2006/relationships/image" Target="../media/image5046.png"/><Relationship Id="rId4" Type="http://schemas.openxmlformats.org/officeDocument/2006/relationships/image" Target="../media/image5047.png"/><Relationship Id="rId5" Type="http://schemas.openxmlformats.org/officeDocument/2006/relationships/image" Target="../media/image5048.png"/><Relationship Id="rId6" Type="http://schemas.openxmlformats.org/officeDocument/2006/relationships/image" Target="../media/image5049.png"/><Relationship Id="rId7" Type="http://schemas.openxmlformats.org/officeDocument/2006/relationships/image" Target="../media/image5050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5.png"/><Relationship Id="rId4" Type="http://schemas.openxmlformats.org/officeDocument/2006/relationships/image" Target="../media/image5057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2.png"/><Relationship Id="rId4" Type="http://schemas.openxmlformats.org/officeDocument/2006/relationships/image" Target="../media/image5054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8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F41DA-9D7A-44CA-BD26-200FDF2D6D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36"/>
            <a:ext cx="9174600" cy="5141564"/>
          </a:xfrm>
          <a:prstGeom prst="rect">
            <a:avLst/>
          </a:prstGeom>
        </p:spPr>
      </p:pic>
      <p:sp>
        <p:nvSpPr>
          <p:cNvPr id="6" name="object 4"/>
          <p:cNvSpPr txBox="1"/>
          <p:nvPr/>
        </p:nvSpPr>
        <p:spPr>
          <a:xfrm>
            <a:off x="1970139" y="483518"/>
            <a:ext cx="6130253" cy="6924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sz="1800" dirty="0">
                <a:solidFill>
                  <a:srgbClr val="231F20"/>
                </a:solidFill>
                <a:latin typeface="Gill Sans MT"/>
                <a:cs typeface="Gill Sans MT"/>
              </a:rPr>
              <a:t>KOREAN </a:t>
            </a:r>
            <a:r>
              <a:rPr lang="en-AU" sz="1800" dirty="0">
                <a:solidFill>
                  <a:srgbClr val="231F20"/>
                </a:solidFill>
                <a:latin typeface="Gill Sans MT"/>
                <a:cs typeface="Gill Sans MT"/>
              </a:rPr>
              <a:t>CATHOLIC COMMUNITY BROKEN BAY</a:t>
            </a:r>
            <a:endParaRPr sz="1800" dirty="0">
              <a:latin typeface="Gill Sans MT"/>
              <a:cs typeface="Gill Sans MT"/>
            </a:endParaRPr>
          </a:p>
        </p:txBody>
      </p:sp>
      <p:pic>
        <p:nvPicPr>
          <p:cNvPr id="7" name="Picture 12" descr="broken-bay_logo.jpg"/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38091" y="513766"/>
            <a:ext cx="936104" cy="646860"/>
          </a:xfrm>
          <a:prstGeom prst="rect">
            <a:avLst/>
          </a:prstGeom>
        </p:spPr>
      </p:pic>
      <p:sp>
        <p:nvSpPr>
          <p:cNvPr id="9" name="object 5"/>
          <p:cNvSpPr txBox="1"/>
          <p:nvPr/>
        </p:nvSpPr>
        <p:spPr>
          <a:xfrm>
            <a:off x="-36512" y="3834419"/>
            <a:ext cx="9174600" cy="820626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100" b="1" spc="100" dirty="0">
                <a:latin typeface="궁서" pitchFamily="18" charset="-127"/>
                <a:ea typeface="궁서" pitchFamily="18" charset="-127"/>
                <a:cs typeface="Malgun Gothic"/>
              </a:rPr>
              <a:t>2026년 7월 5일</a:t>
            </a:r>
            <a:endParaRPr lang="en-US" altLang="ko-KR" sz="2100" b="1" spc="1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200" b="1" spc="500" dirty="0">
                <a:latin typeface="궁서" pitchFamily="18" charset="-127"/>
                <a:ea typeface="궁서" pitchFamily="18" charset="-127"/>
              </a:rPr>
              <a:t>한국 성직자들의 수호자 성 김대건 안드레아 사제 순교자 - 신심 미사</a:t>
            </a:r>
            <a:endParaRPr lang="en-US" sz="2200" b="1" spc="500" dirty="0"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433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text, person&#10;&#10;Description automatically generated">
            <a:extLst>
              <a:ext uri="{FF2B5EF4-FFF2-40B4-BE49-F238E27FC236}">
                <a16:creationId xmlns:a16="http://schemas.microsoft.com/office/drawing/2014/main" id="{7D4E1BCB-F911-DE45-907D-563FF822D1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0"/>
            <a:ext cx="4752528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F3E10A6-6B6A-4F85-95A6-0533E280E83D}"/>
              </a:ext>
            </a:extLst>
          </p:cNvPr>
          <p:cNvSpPr/>
          <p:nvPr/>
        </p:nvSpPr>
        <p:spPr>
          <a:xfrm>
            <a:off x="395536" y="1419622"/>
            <a:ext cx="4608512" cy="2160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미사전</a:t>
            </a:r>
            <a:endParaRPr kumimoji="0" lang="en-AU" altLang="ko-KR" sz="5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altLang="ko-KR" sz="1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묵주기도</a:t>
            </a:r>
            <a:r>
              <a:rPr kumimoji="0" lang="en-US" altLang="ko-KR" sz="5400" b="1" i="0" u="none" strike="noStrike" kern="1200" cap="none" spc="5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600" b="1" i="0" u="none" strike="noStrike" kern="1200" cap="none" spc="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endParaRPr kumimoji="0" lang="en-US" sz="2600" b="1" i="0" u="none" strike="noStrike" kern="1200" cap="none" spc="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241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392489" y="-13280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환희의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29896"/>
            <a:ext cx="4680520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잉태하심을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엘리사벳을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찾아보심을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낳으심을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 성전에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바치심을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잃으셨던 예수님을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성전에서 찾으심을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 descr="A picture containing person, dancer, sport, dressed&#10;&#10;Description automatically generated">
            <a:extLst>
              <a:ext uri="{FF2B5EF4-FFF2-40B4-BE49-F238E27FC236}">
                <a16:creationId xmlns:a16="http://schemas.microsoft.com/office/drawing/2014/main" id="{78B578FA-CCBC-5E44-A311-B8617A0496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" y="-13280"/>
            <a:ext cx="4061379" cy="51567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E63323-FF19-498F-B949-3B682D0151C8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87234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211960" y="20882"/>
            <a:ext cx="45365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빛의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427984" y="843558"/>
            <a:ext cx="4609315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세례받으심을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카나에서 첫 기적을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행하심을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하느님 나라를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선포하심을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거룩하게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변모하심을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성체성사를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세우심을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 descr="A picture containing text, posing, altar, decorated&#10;&#10;Description automatically generated">
            <a:extLst>
              <a:ext uri="{FF2B5EF4-FFF2-40B4-BE49-F238E27FC236}">
                <a16:creationId xmlns:a16="http://schemas.microsoft.com/office/drawing/2014/main" id="{1091DED7-0B2F-E74A-BCD0-0563CEB455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0"/>
            <a:ext cx="4176464" cy="5184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9E256A-83A1-4576-AB18-425E9BFE02B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126427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788024" y="339502"/>
            <a:ext cx="4320480" cy="4290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피땀 흘리심을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매맞으심을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가시관 쓰심을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 지심을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십자가에 못박혀 돌아가심을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216025" y="28597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고통의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496428" cy="2715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566D66-75C5-4BA7-82C6-DFA22A4E78D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17448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499992" y="208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43558"/>
            <a:ext cx="4788024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부활하심을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승천하심을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성령을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보내심을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마리아를 하늘에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불러올리심을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마리아께 천상 </a:t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-15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모후의 관을 씌우심을 묵상합시다</a:t>
            </a:r>
            <a:endParaRPr kumimoji="0" lang="en-US" sz="2200" b="0" i="0" u="none" strike="noStrike" kern="1200" cap="none" spc="-15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 descr="A picture containing text, indoor, altar, old&#10;&#10;Description automatically generated">
            <a:extLst>
              <a:ext uri="{FF2B5EF4-FFF2-40B4-BE49-F238E27FC236}">
                <a16:creationId xmlns:a16="http://schemas.microsoft.com/office/drawing/2014/main" id="{64644F55-96BE-524B-9190-8448A5CC8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861" y="-14524"/>
            <a:ext cx="4210805" cy="5158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D34390-0E41-49D0-A17C-99206DEA0F4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65206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683568" y="267494"/>
            <a:ext cx="8208912" cy="4694516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모후이시며 사랑이 넘친 어머니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우리의 생명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기쁨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희망이시여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 우러러 하와의 그 자손들이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눈물을 흘리며 부르짖나이다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슬픔의 골짜기에서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우리들의 보호자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불쌍한 저희를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인자로운 눈으로 굽어보소서</a:t>
            </a:r>
            <a:r>
              <a:rPr kumimoji="0" lang="en-AU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DD40AD-2302-4806-8697-6499DFD8F740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3412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411510"/>
            <a:ext cx="8280920" cy="433076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귀양살이 끝날 때에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당신의 아들 우리 주 예수님 뵙게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너그러우시고 자애로우시며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!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아름다우신 동정 마리아님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천주의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저희를 위하여 빌어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주시어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그리스도께서 약속하신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E1C11F-7321-415A-B616-8FB7C31B70D3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418613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51470"/>
            <a:ext cx="8424936" cy="5024798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000" b="1" i="0" u="none" strike="noStrike" kern="1200" cap="none" spc="1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기도합시다</a:t>
            </a:r>
            <a:endParaRPr kumimoji="0" lang="en-US" altLang="ko-KR" sz="30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외아드님께서 삶과 죽음과 부활로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영원한 구원을 마련해 주셨나이다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복되신 동정 마리아와 함께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신비를 묵상하며 묵주 기도를 바치오니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저희가 그 가르침을 따라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EBFF76-89BB-4B25-8B45-9C3EB5963001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03228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436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88581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217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정성 어린 우리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C300111-6143-F662-80CD-E3341EF79AC0}"/>
              </a:ext>
            </a:extLst>
          </p:cNvPr>
          <p:cNvGrpSpPr/>
          <p:nvPr/>
        </p:nvGrpSpPr>
        <p:grpSpPr>
          <a:xfrm>
            <a:off x="95250" y="555526"/>
            <a:ext cx="8953500" cy="3816424"/>
            <a:chOff x="95250" y="555526"/>
            <a:chExt cx="8953500" cy="3816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DC511A5-9FDD-0414-8BEB-9EE5BF030F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41847"/>
            <a:stretch/>
          </p:blipFill>
          <p:spPr>
            <a:xfrm>
              <a:off x="95250" y="555526"/>
              <a:ext cx="8953500" cy="100811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E316179-FCFB-20EE-5114-DE199BDF8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9062" y="2762225"/>
              <a:ext cx="8905875" cy="160972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2451F0F-F9A7-C668-1241-353532EED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7489" y="1707654"/>
              <a:ext cx="7800975" cy="40957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AFAE006D-9E15-A851-2AEE-057054D501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E6C27961-DD8D-4FA2-9279-B45FFC68A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0" y="483518"/>
            <a:ext cx="9001000" cy="43377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376844-FDA9-432B-A158-35F751CA1FD1}"/>
              </a:ext>
            </a:extLst>
          </p:cNvPr>
          <p:cNvSpPr txBox="1"/>
          <p:nvPr/>
        </p:nvSpPr>
        <p:spPr>
          <a:xfrm>
            <a:off x="6372200" y="48760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EFBC43A0-1455-4709-A629-7C5DCD1025C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287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-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안드레아 김대건 신부 노래</a:t>
            </a:r>
            <a:endParaRPr kumimoji="0" lang="en-US" sz="2800" b="1" i="0" u="none" strike="noStrike" kern="1200" cap="none" spc="-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angle 8"/>
          <p:cNvSpPr/>
          <p:nvPr/>
        </p:nvSpPr>
        <p:spPr>
          <a:xfrm>
            <a:off x="35496" y="195486"/>
            <a:ext cx="9073008" cy="3939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</a:t>
            </a:r>
            <a:r>
              <a:rPr kumimoji="0" lang="ko-KR" alt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Nanum Gothic Thin"/>
                <a:ea typeface="맑은 고딕" panose="020B0503020000020004" pitchFamily="50" charset="-127"/>
                <a:cs typeface="+mn-cs"/>
              </a:rPr>
              <a:t> 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그리하여 사랑과 일치와 신뢰가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싹트게 하시고</a:t>
            </a:r>
            <a:endParaRPr kumimoji="0" lang="en-AU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 농촌과 도시가 하나로 이어져</a:t>
            </a:r>
            <a:endParaRPr kumimoji="0" lang="en-AU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온 누리에 생명이 살아나게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.</a:t>
            </a: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 우리 주 그리스도를 통하여 비나이다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.     </a:t>
            </a: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◎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아 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C0BA9BD2-10BD-5B7F-E2DF-F04A69A1B9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84168" y="4852894"/>
            <a:ext cx="3014412" cy="25586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6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179492" y="1261520"/>
            <a:ext cx="8637248" cy="27229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	이 성인은 하느님의 법을 위해 죽기까지 싸웠으며, 악인들의 말도 두려워하지 않았네. 그는 튼튼한 반석 위에 집을 지었네.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0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입 당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800" b="1" i="0" u="none" strike="noStrike" kern="1200" cap="none" spc="1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287</a:t>
            </a:r>
            <a:endParaRPr kumimoji="0" lang="en-US" altLang="ko-KR" sz="48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6640453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19C91008-F31E-4E97-8F7E-60F090D6E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2" y="483518"/>
            <a:ext cx="9056982" cy="43210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2BC0B1-3584-4FAE-A13B-C4027DF73985}"/>
              </a:ext>
            </a:extLst>
          </p:cNvPr>
          <p:cNvSpPr txBox="1"/>
          <p:nvPr/>
        </p:nvSpPr>
        <p:spPr>
          <a:xfrm>
            <a:off x="6372200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CC6836A0-251C-49A6-B099-463D28F830F8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287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-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안드레아 김대건 신부 노래</a:t>
            </a:r>
            <a:endParaRPr kumimoji="0" lang="en-US" sz="2800" b="1" i="0" u="none" strike="noStrike" kern="1200" cap="none" spc="-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EB5B0F21-29A1-459A-80BE-70062092A6BF}"/>
              </a:ext>
            </a:extLst>
          </p:cNvPr>
          <p:cNvSpPr txBox="1"/>
          <p:nvPr/>
        </p:nvSpPr>
        <p:spPr>
          <a:xfrm>
            <a:off x="6372200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97C0B726-2AB5-48EC-B158-84B7D9A76197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287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-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안드레아 김대건 신부 노래</a:t>
            </a:r>
            <a:endParaRPr kumimoji="0" lang="en-US" sz="2800" b="1" i="0" u="none" strike="noStrike" kern="1200" cap="none" spc="-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31F164-2575-4EAA-8C81-AA95AF438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555526"/>
            <a:ext cx="9024789" cy="410445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287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-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안드레아 김대건 신부 노래</a:t>
            </a:r>
            <a:endParaRPr kumimoji="0" lang="en-US" sz="2800" b="1" i="0" u="none" strike="noStrike" kern="1200" cap="none" spc="-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68305-D81A-49F4-A0BD-63935B8485AC}"/>
              </a:ext>
            </a:extLst>
          </p:cNvPr>
          <p:cNvSpPr txBox="1"/>
          <p:nvPr/>
        </p:nvSpPr>
        <p:spPr>
          <a:xfrm>
            <a:off x="6364793" y="48760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F26BF6-60AD-4A9D-9B71-88305357B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555526"/>
            <a:ext cx="9001000" cy="41764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1477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259632" y="843558"/>
            <a:ext cx="6696744" cy="3908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성부와 성자와 성령의 이름으로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AU" altLang="ko-KR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32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endParaRPr lang="en-AU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endParaRPr lang="en-AU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sz="38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06C859-AB35-A6D5-D640-1A48A346EEC0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40567919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4739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821" y="8"/>
            <a:ext cx="9137984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520148" y="3913492"/>
            <a:ext cx="21035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/>
            <a:r>
              <a:rPr sz="3200" i="1" dirty="0">
                <a:solidFill>
                  <a:srgbClr val="231F20"/>
                </a:solidFill>
                <a:latin typeface="Lucida Calligraphy"/>
                <a:cs typeface="Lucida Calligraphy"/>
              </a:rPr>
              <a:t>Greeting</a:t>
            </a:r>
            <a:endParaRPr sz="3200" dirty="0">
              <a:latin typeface="Lucida Calligraphy"/>
              <a:cs typeface="Lucida Calligraphy"/>
            </a:endParaRPr>
          </a:p>
        </p:txBody>
      </p:sp>
    </p:spTree>
    <p:extLst>
      <p:ext uri="{BB962C8B-B14F-4D97-AF65-F5344CB8AC3E}">
        <p14:creationId xmlns:p14="http://schemas.microsoft.com/office/powerpoint/2010/main" val="4086441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7293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성수 예식</a:t>
            </a:r>
            <a:endParaRPr kumimoji="0" lang="en-AU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7742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51470"/>
            <a:ext cx="1626080" cy="4001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/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성수 예식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395536" y="771550"/>
            <a:ext cx="8568952" cy="350602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446088" marR="0" lvl="0" indent="-446088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사랑하는 형제 여러분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</a:t>
            </a:r>
          </a:p>
          <a:p>
            <a:pPr marL="446088" marR="0" lvl="0" indent="-446088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우리가 받은 세례를 기념하기 위하여 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사용할 이 물에 우리 주 하느님께서 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강복하여 주시기를 간절히 청합시다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주님께서는 우리가 이미 받은 성령께 충실히 머물도록 친히 우리를 도와주실 것입니다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-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2"/>
          <p:cNvSpPr/>
          <p:nvPr/>
        </p:nvSpPr>
        <p:spPr>
          <a:xfrm>
            <a:off x="251520" y="771550"/>
            <a:ext cx="8712968" cy="362144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전능하시고 영원하신 주 하느님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</a:t>
            </a:r>
          </a:p>
          <a:p>
            <a:pPr marL="360363" marR="0" lvl="0" indent="-360363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주님께서는 생명의 샘이며 정화의 원천인 물로 사람들이 깨끗해지고 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영원한 생명을 얻게 하셨나이다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청하오니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이 물에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강복하시어 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주님의 날인 오늘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이 성수의 힘을 입게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  <a:endParaRPr kumimoji="0" lang="en-US" altLang="ko-KR" sz="3200" b="1" i="0" u="none" strike="noStrike" kern="1200" cap="none" spc="-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06E87778-52FC-45A1-9398-B10C54D8EE3D}"/>
              </a:ext>
            </a:extLst>
          </p:cNvPr>
          <p:cNvSpPr txBox="1">
            <a:spLocks/>
          </p:cNvSpPr>
          <p:nvPr/>
        </p:nvSpPr>
        <p:spPr>
          <a:xfrm>
            <a:off x="209616" y="51470"/>
            <a:ext cx="1626080" cy="4001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2000" b="1" i="0">
                <a:solidFill>
                  <a:srgbClr val="231F20"/>
                </a:solidFill>
                <a:latin typeface="Malgun Gothic"/>
                <a:ea typeface="+mj-ea"/>
                <a:cs typeface="Malgun Gothic"/>
              </a:defRPr>
            </a:lvl1pPr>
          </a:lstStyle>
          <a:p>
            <a:pPr marL="9938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0" i="0" u="none" strike="noStrike" kern="0" cap="none" spc="157" normalizeH="0" baseline="0" noProof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</a:rPr>
              <a:t>성수 예식</a:t>
            </a:r>
            <a:endParaRPr kumimoji="0" lang="ko-KR" altLang="en-US" sz="2600" b="0" i="0" u="none" strike="noStrike" kern="0" cap="none" spc="157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6871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2"/>
          <p:cNvSpPr/>
          <p:nvPr/>
        </p:nvSpPr>
        <p:spPr>
          <a:xfrm>
            <a:off x="395536" y="615544"/>
            <a:ext cx="8568952" cy="42604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536575" marR="0" lvl="0" indent="-536575" algn="l" defTabSz="715558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또한 이 성수로 주님의 은총과 생명의 샘인 세례를 저희 안에 새롭게 하시고 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저희를 모든 악에서 보호하시어 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깨끗한 마음으로 주님께 나아가 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구원의 은총을 받을 수 있게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◎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아 멘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  <a:endParaRPr kumimoji="0" lang="en-US" altLang="ko-KR" sz="35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393E712A-F0E9-4AA1-84C7-79EDDCE090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9616" y="51470"/>
            <a:ext cx="1626080" cy="4001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/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성수 예식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6961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13599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2"/>
          <p:cNvSpPr/>
          <p:nvPr/>
        </p:nvSpPr>
        <p:spPr>
          <a:xfrm>
            <a:off x="251520" y="843558"/>
            <a:ext cx="8784976" cy="34837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정화수의 채로 뿌리시면 저 깨끗하여지리이다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27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Asperges me, Domine hyssopo, et mundabor: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 pitchFamily="34" charset="0"/>
                <a:ea typeface="Arial Unicode MS" panose="020B0604020202020204" pitchFamily="50" charset="-127"/>
                <a:cs typeface="Arial" panose="020B0604020202020204" pitchFamily="34" charset="0"/>
              </a:rPr>
              <a:t>              </a:t>
            </a:r>
            <a:b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2600" b="0" i="1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Times New Roman" panose="02020603050405020304" pitchFamily="18" charset="0"/>
                <a:ea typeface="바탕" panose="02030600000101010101" pitchFamily="18" charset="-127"/>
                <a:cs typeface="Times New Roman" panose="02020603050405020304" pitchFamily="18" charset="0"/>
              </a:rPr>
              <a:t>Thou shalt sprinkle me, O Lord, with hyssop and I shall be cleaned: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저를 씻어주소서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눈보다 더 희어지리이다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Lavabis me, et super nivem dealbabor.                        </a:t>
            </a:r>
            <a:b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2600" b="0" i="1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Times New Roman" panose="02020603050405020304" pitchFamily="18" charset="0"/>
                <a:ea typeface="바탕" panose="02030600000101010101" pitchFamily="18" charset="-127"/>
                <a:cs typeface="Times New Roman" panose="02020603050405020304" pitchFamily="18" charset="0"/>
              </a:rPr>
              <a:t>Thou shalt wash me I shall become whiter than snow.</a:t>
            </a:r>
            <a:endParaRPr kumimoji="0" lang="en-US" altLang="ko-KR" sz="2600" b="0" i="1" u="none" strike="noStrike" kern="1200" cap="none" spc="-10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Times New Roman" panose="02020603050405020304" pitchFamily="18" charset="0"/>
              <a:ea typeface="바탕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4CF97376-4175-D008-728C-AFE5A3A807CD}"/>
              </a:ext>
            </a:extLst>
          </p:cNvPr>
          <p:cNvSpPr txBox="1">
            <a:spLocks/>
          </p:cNvSpPr>
          <p:nvPr/>
        </p:nvSpPr>
        <p:spPr>
          <a:xfrm>
            <a:off x="7338408" y="-20538"/>
            <a:ext cx="1626080" cy="4139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2000" b="1" i="0">
                <a:solidFill>
                  <a:srgbClr val="231F20"/>
                </a:solidFill>
                <a:latin typeface="Malgun Gothic"/>
                <a:ea typeface="+mj-ea"/>
                <a:cs typeface="Malgun Gothic"/>
              </a:defRPr>
            </a:lvl1pPr>
          </a:lstStyle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ASPERGES ME</a:t>
            </a: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988DA6C4-2D34-490F-A1CA-26557B649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9616" y="51470"/>
            <a:ext cx="1626080" cy="4001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/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성수 예식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57145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2"/>
          <p:cNvSpPr/>
          <p:nvPr/>
        </p:nvSpPr>
        <p:spPr>
          <a:xfrm>
            <a:off x="467544" y="987574"/>
            <a:ext cx="8640960" cy="2759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주님 자비하시니 저를 불쌍히 여기소서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애련함이 크오시니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저의 죄를 없이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</a:p>
          <a:p>
            <a:pPr marL="0" marR="0" lvl="0" indent="0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Miserere mei, Deus, secundum magnam misericordiam tuam.</a:t>
            </a:r>
            <a:b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kumimoji="0" lang="en-US" altLang="ko-KR" sz="2600" b="0" i="1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Times New Roman" panose="02020603050405020304" pitchFamily="18" charset="0"/>
                <a:ea typeface="바탕" panose="02030600000101010101" pitchFamily="18" charset="-127"/>
                <a:cs typeface="Times New Roman" panose="02020603050405020304" pitchFamily="18" charset="0"/>
              </a:rPr>
              <a:t>Have mercy on me, O God, according to Thy great mercy.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7D95DC5D-9DBD-8BA3-E729-BDFC46672F1B}"/>
              </a:ext>
            </a:extLst>
          </p:cNvPr>
          <p:cNvSpPr txBox="1">
            <a:spLocks/>
          </p:cNvSpPr>
          <p:nvPr/>
        </p:nvSpPr>
        <p:spPr>
          <a:xfrm>
            <a:off x="7338408" y="-20538"/>
            <a:ext cx="1626080" cy="4139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2000" b="1" i="0">
                <a:solidFill>
                  <a:srgbClr val="231F20"/>
                </a:solidFill>
                <a:latin typeface="Malgun Gothic"/>
                <a:ea typeface="+mj-ea"/>
                <a:cs typeface="Malgun Gothic"/>
              </a:defRPr>
            </a:lvl1pPr>
          </a:lstStyle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ASPERGES ME</a:t>
            </a: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A66251DC-5168-42D6-A70F-668B235D15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9616" y="51470"/>
            <a:ext cx="1626080" cy="4001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/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성수 예식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258115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2"/>
          <p:cNvSpPr/>
          <p:nvPr/>
        </p:nvSpPr>
        <p:spPr>
          <a:xfrm>
            <a:off x="467544" y="746729"/>
            <a:ext cx="8604448" cy="377539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영광이 성부와 성자와 성령께</a:t>
            </a:r>
            <a:endParaRPr kumimoji="0" lang="en-AU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Gloria Patri, et Filio, et Spiritui Sancto: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27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1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Times New Roman" panose="02020603050405020304" pitchFamily="18" charset="0"/>
                <a:ea typeface="바탕" panose="02030600000101010101" pitchFamily="18" charset="-127"/>
                <a:cs typeface="Times New Roman" panose="02020603050405020304" pitchFamily="18" charset="0"/>
              </a:rPr>
              <a:t>Glory be to the Father and to the Son and to the Holy Spirit.</a:t>
            </a: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처음과 같이 이제와 항상 영원히 아멘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</a:p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Sicut erat in principio, et nunc, et semper, </a:t>
            </a:r>
            <a:b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kumimoji="0" lang="en-US" altLang="ko-KR" sz="2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 in saecula saeculorum. Amen.</a:t>
            </a:r>
          </a:p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1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Times New Roman" panose="02020603050405020304" pitchFamily="18" charset="0"/>
                <a:ea typeface="바탕" panose="02030600000101010101" pitchFamily="18" charset="-127"/>
                <a:cs typeface="Times New Roman" panose="02020603050405020304" pitchFamily="18" charset="0"/>
              </a:rPr>
              <a:t>As it was in the beginning is now, and will be forever. Amen.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F96E6176-A0EA-2248-7554-212058A2122F}"/>
              </a:ext>
            </a:extLst>
          </p:cNvPr>
          <p:cNvSpPr txBox="1">
            <a:spLocks/>
          </p:cNvSpPr>
          <p:nvPr/>
        </p:nvSpPr>
        <p:spPr>
          <a:xfrm>
            <a:off x="7338408" y="-20538"/>
            <a:ext cx="1626080" cy="4139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2000" b="1" i="0">
                <a:solidFill>
                  <a:srgbClr val="231F20"/>
                </a:solidFill>
                <a:latin typeface="Malgun Gothic"/>
                <a:ea typeface="+mj-ea"/>
                <a:cs typeface="Malgun Gothic"/>
              </a:defRPr>
            </a:lvl1pPr>
          </a:lstStyle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ASPERGES ME</a:t>
            </a: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234BCDC4-AF6D-4B3B-8818-A2230C9D8E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9616" y="51470"/>
            <a:ext cx="1626080" cy="4001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/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성수 예식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25302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816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2"/>
          <p:cNvSpPr/>
          <p:nvPr/>
        </p:nvSpPr>
        <p:spPr>
          <a:xfrm>
            <a:off x="611560" y="928120"/>
            <a:ext cx="8424936" cy="33479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625475" marR="0" lvl="0" indent="-625475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전능하신 하느님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</a:t>
            </a:r>
          </a:p>
          <a:p>
            <a:pPr marL="625475" marR="0" lvl="0" indent="-625475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저희 죄를 씻어 주시고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저희가 거행하는 이 성찬의 제사로</a:t>
            </a:r>
            <a:b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하늘 나라의 잔치에 참여하게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</a:p>
          <a:p>
            <a:pPr marL="625475" marR="0" lvl="0" indent="-625475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◎ 	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아 멘</a:t>
            </a:r>
            <a:r>
              <a:rPr kumimoji="0" lang="en-AU" altLang="ko-KR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  <a:endParaRPr kumimoji="0" lang="en-US" altLang="ko-KR" sz="35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1E9B6C82-525F-4F15-8D98-01FBD057ED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9616" y="51470"/>
            <a:ext cx="1626080" cy="4001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/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성수 예식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39243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53413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80" y="699542"/>
            <a:ext cx="9026537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560" y="1919903"/>
            <a:ext cx="8280920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늘 높 은    데 서  는      하 느 님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영    광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503" y="3939902"/>
            <a:ext cx="8993113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땅에서는 주님께서   사랑하시 는   사 람  들  에게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E4789C-4C08-4E25-BDEB-07E5F628CA0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230038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4011910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전    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능하신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느    님 </a:t>
            </a:r>
            <a:endParaRPr kumimoji="0" lang="en-US" sz="3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1560" y="192367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평 화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</a:t>
            </a:r>
            <a:r>
              <a:rPr kumimoji="0" lang="ko-KR" altLang="en-US" sz="3300" b="0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   하느님  하늘의    임  금  님</a:t>
            </a:r>
            <a:endParaRPr kumimoji="0" lang="en-US" sz="3300" b="0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C1DBC4-11ED-4C5E-8BF3-1993A79D7824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7105754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5535" y="4011910"/>
            <a:ext cx="8705081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흠숭 하 나이다   찬양 하  나  이   다 </a:t>
            </a:r>
            <a:endParaRPr kumimoji="0" lang="en-US" sz="3500" b="1" i="0" u="none" strike="noStrike" kern="1200" cap="none" spc="-2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 기  리   나이다   찬미하    나  이    다 </a:t>
            </a:r>
            <a:endParaRPr kumimoji="0" lang="en-US" sz="33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54EFE2-A6D9-49F1-9C61-48511C9D057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4712557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771550"/>
            <a:ext cx="9026538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영   광  크 시 오 니     감 사 하  나  이   다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외      아 들    주 예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수      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  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    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04C200-E43B-42B9-9C2E-EAE5A170E9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769935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" y="699542"/>
            <a:ext cx="89725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1"/>
          <p:cNvGrpSpPr/>
          <p:nvPr/>
        </p:nvGrpSpPr>
        <p:grpSpPr>
          <a:xfrm>
            <a:off x="539552" y="1868800"/>
            <a:ext cx="8424936" cy="2609711"/>
            <a:chOff x="539552" y="1868800"/>
            <a:chExt cx="8424936" cy="2609711"/>
          </a:xfrm>
        </p:grpSpPr>
        <p:sp>
          <p:nvSpPr>
            <p:cNvPr id="10" name="TextBox 9"/>
            <p:cNvSpPr txBox="1"/>
            <p:nvPr/>
          </p:nvSpPr>
          <p:spPr>
            <a:xfrm>
              <a:off x="539552" y="1868800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EECE1">
                      <a:lumMod val="50000"/>
                    </a:srgbClr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주 하 느 님   성  부 의     아   드    님  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하   느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552" y="3939902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님  의   어  </a:t>
              </a:r>
              <a:r>
                <a:rPr kumimoji="0" lang="ko-KR" altLang="en-US" sz="30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  </a:t>
              </a:r>
              <a:r>
                <a:rPr kumimoji="0" lang="en-US" altLang="ko-KR" sz="2000" b="0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~ ~         ~          ~              ~          ~               ~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린     양                 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</p:grp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7F372-2179-44EC-85D8-E7B8206417C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4401645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49" y="771550"/>
            <a:ext cx="9005367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04056" y="1991911"/>
            <a:ext cx="8604448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  애   시 는   주   님     저희에게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05349"/>
            <a:ext cx="860444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 비를  베푸소     서</a:t>
            </a:r>
            <a:r>
              <a:rPr kumimoji="0" lang="ko-KR" altLang="en-US" sz="3300" b="1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F680BF-BE10-44CA-84EC-959B6DA5A41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931696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4" y="771550"/>
            <a:ext cx="9029700" cy="307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애 시는 주 님   저희의  기  도를 들어주소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4008135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  부     오  른  편 에  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앉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아    계   신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81521F-3CE3-4797-983D-13A0C3262BC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4878089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" y="771550"/>
            <a:ext cx="9010650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51670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저 희 에 게     자    비  를    베 푸 소       서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홀   로     거   룩 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고            홀   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75820F-C047-4D1D-99FE-4DADB98022F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5840130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" y="699542"/>
            <a:ext cx="9086850" cy="334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67544" y="408391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예  수   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성            령  과      함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544" y="1940808"/>
            <a:ext cx="86764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이 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며            홀   로     높   으 신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53214D-94EB-485C-BC4C-2C7E1B2657A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510385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" y="679301"/>
            <a:ext cx="9024417" cy="347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544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 </a:t>
            </a:r>
            <a:r>
              <a:rPr kumimoji="0" lang="ko-KR" altLang="en-US" sz="3500" b="1" i="0" u="none" strike="noStrike" kern="1200" cap="none" spc="-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느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님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의      </a:t>
            </a:r>
            <a:r>
              <a:rPr kumimoji="0" lang="ko-KR" altLang="en-US" sz="3500" b="1" i="0" u="none" strike="noStrike" kern="1200" cap="none" spc="-4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    광     안     에</a:t>
            </a:r>
            <a:endParaRPr kumimoji="0" lang="en-US" sz="3500" b="1" i="0" u="none" strike="noStrike" kern="1200" cap="none" spc="-4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4193381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계    시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나   이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다             아            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3A592F-0F4A-4C93-BAB6-3D02179AE83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42540167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74762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933313" y="987574"/>
            <a:ext cx="7311095" cy="12700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역대기 하권의 말씀입니다.</a:t>
            </a:r>
            <a:r>
              <a:rPr lang="en-US" altLang="ko-KR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spc="78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FE7A2D-6E85-173A-9162-61B4C6ADC665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123478"/>
            <a:ext cx="8856984" cy="464941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무렵 요아스 임금과 유다의 대신들은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조상들의 하느님의 집을 저버리고, 아세라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목상과 다른 우상들을 섬겼다. 이 죄 때문에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유다와 예루살렘에 진노가 내렸다.</a:t>
            </a:r>
          </a:p>
          <a:p>
            <a:pPr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주님께서는 그들을 당신께 돌아오게 하시려고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그들에게 예언자들을 보내셨다. 이 예언자들이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그들을 거슬러 증언하였지만, 그들은 귀를 기울이지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않았다.</a:t>
            </a:r>
          </a:p>
          <a:p>
            <a:pPr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여호야다 사제의 아들 즈카르야가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3281120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2C44A9B-E360-9A74-E12F-B00ECFA40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>
            <a:extLst>
              <a:ext uri="{FF2B5EF4-FFF2-40B4-BE49-F238E27FC236}">
                <a16:creationId xmlns:a16="http://schemas.microsoft.com/office/drawing/2014/main" id="{7156F233-7B88-DDB6-24C8-6E3FA207D1A7}"/>
              </a:ext>
            </a:extLst>
          </p:cNvPr>
          <p:cNvSpPr txBox="1">
            <a:spLocks/>
          </p:cNvSpPr>
          <p:nvPr/>
        </p:nvSpPr>
        <p:spPr>
          <a:xfrm>
            <a:off x="179512" y="123478"/>
            <a:ext cx="8856984" cy="28766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영에 사로잡혀, 백성 앞에 나서서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말하였다. “하느님께서 이렇게 말씀하십니다.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‘너희는 어찌하여 주님의 계명을 어기느냐? 그렇게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해서는 너희가 잘될 리 없다. 너희가 주님을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저버렸으니 주님도 너희를 저버렸다.’”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사람들은 그를 거슬러 음모를 꾸미고,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임금의 명령에 따라 주님의 집 뜰에서 그에게 돌을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던져 죽였다.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요아스 임금은 이렇게 즈카르야의 아버지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1FBFC4-BA41-C6CB-0FB3-E4D9BD8B935A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712951906"/>
      </p:ext>
    </p:extLst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7504" y="440397"/>
            <a:ext cx="8784976" cy="41395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날이 갈수록 생명이 죽어 가고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 공동체가 파괴되어 가는 오늘날에도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</a:t>
            </a: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모든 이가 마음의 고향인 농촌에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관심과 애정을 기울이고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온갖 죽어 가는 것들을 살리는 데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앞장서게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.</a:t>
            </a:r>
            <a:endParaRPr kumimoji="0" lang="en-AU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C0BA9BD2-10BD-5B7F-E2DF-F04A69A1B9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84168" y="4852894"/>
            <a:ext cx="3014412" cy="25586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7476224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31(30)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54CBA01-1CE1-2056-81E0-C14208C824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2"/>
            <a:ext cx="8856984" cy="16354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0286C5AC-1083-F092-013A-69FAEE3B8F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1"/>
            <a:ext cx="8856984" cy="1635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A5CDD11-F951-FDC7-A1E5-1CD33FECA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64773"/>
          <a:stretch/>
        </p:blipFill>
        <p:spPr>
          <a:xfrm>
            <a:off x="2051720" y="2571750"/>
            <a:ext cx="5599324" cy="163546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15593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이 몸 보호할 반석 되시고, 저를 구원할 성채 되소서. 당신은 저의 바위, 저의 성채이시니, 당신 이름 위하여 저를 이끌어 주소서.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31(30)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4780995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31(30)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54CBA01-1CE1-2056-81E0-C14208C824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2"/>
            <a:ext cx="8856984" cy="16354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0286C5AC-1083-F092-013A-69FAEE3B8F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1"/>
            <a:ext cx="8856984" cy="1635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A5CDD11-F951-FDC7-A1E5-1CD33FECA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64773"/>
          <a:stretch/>
        </p:blipFill>
        <p:spPr>
          <a:xfrm>
            <a:off x="2051720" y="2571750"/>
            <a:ext cx="5599324" cy="1635461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1765E8-5D4F-280B-A490-BAC2C8B8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90220507-6BB5-248A-A5D0-A7C515644CDC}"/>
              </a:ext>
            </a:extLst>
          </p:cNvPr>
          <p:cNvSpPr txBox="1">
            <a:spLocks/>
          </p:cNvSpPr>
          <p:nvPr/>
        </p:nvSpPr>
        <p:spPr>
          <a:xfrm>
            <a:off x="179512" y="1059582"/>
            <a:ext cx="8784976" cy="15593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제 목숨 당신 손에 맡기오니, 주님, 진실하신 하느님, 저를 구원하소서. 오로지 주님만 믿나이다. 당신 자애로 저는 기뻐하고 즐거워하리이다.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C004D18C-6E9C-0E2B-DCF9-6BCA1504EDF6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31(30)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1BB46E5A-9FFA-0995-5A2A-7EAC3ED7E195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04CDB8-147D-BFED-7550-3721EBB094DC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2247409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31(30)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54CBA01-1CE1-2056-81E0-C14208C824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2"/>
            <a:ext cx="8856984" cy="16354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0286C5AC-1083-F092-013A-69FAEE3B8F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1"/>
            <a:ext cx="8856984" cy="1635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A5CDD11-F951-FDC7-A1E5-1CD33FECA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64773"/>
          <a:stretch/>
        </p:blipFill>
        <p:spPr>
          <a:xfrm>
            <a:off x="2051720" y="2571750"/>
            <a:ext cx="5599324" cy="1635461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A24D38-12EF-1840-6465-7ECDE5AC1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7AA3FF4C-5EDA-747C-4445-CE5D94D98851}"/>
              </a:ext>
            </a:extLst>
          </p:cNvPr>
          <p:cNvSpPr txBox="1">
            <a:spLocks/>
          </p:cNvSpPr>
          <p:nvPr/>
        </p:nvSpPr>
        <p:spPr>
          <a:xfrm>
            <a:off x="179512" y="1059582"/>
            <a:ext cx="8784976" cy="15593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 얼굴 이 종에게 비추시고, 당신 자애로 저를 구하소서. 당신 앞 피신처에 그들을 감추시어, 사람들의 음모에서 구해 내소서.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E9768717-160D-1341-3C6B-E42196695260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31(30)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DBED3F3-758B-A477-615D-52BBE696C4D9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A9A595-5A1A-0D28-00FE-CA924B3E94A1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998247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31(30)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54CBA01-1CE1-2056-81E0-C14208C824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2"/>
            <a:ext cx="8856984" cy="16354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0286C5AC-1083-F092-013A-69FAEE3B8F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051" r="35227"/>
          <a:stretch/>
        </p:blipFill>
        <p:spPr>
          <a:xfrm>
            <a:off x="107504" y="699541"/>
            <a:ext cx="8856984" cy="1635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A5CDD11-F951-FDC7-A1E5-1CD33FECA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64773"/>
          <a:stretch/>
        </p:blipFill>
        <p:spPr>
          <a:xfrm>
            <a:off x="2051720" y="2571750"/>
            <a:ext cx="5599324" cy="1635461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36821" y="898723"/>
            <a:ext cx="8199675" cy="12700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br>
              <a:rPr lang="en-US" spc="78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 바오로의 로마서 말씀입니다.</a:t>
            </a: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AB4F52-F9F3-2542-300A-B25E6C39DF8B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123478"/>
            <a:ext cx="8928992" cy="48094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믿음으로 의롭게 된 우리는 우리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 예수 그리스도를 통하여 하느님과 더불어 평화를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누립니다.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믿음 덕분에, 우리는 그리스도를 통하여 우리가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서 있는 이 은총 속으로 들어올 수 있게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되었습니다. 그리고 하느님의 영광에 참여하리라는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희망을 자랑으로 여깁니다.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그뿐만 아니라 우리는 환난도 자랑으로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여깁니다. 우리가 알고 있듯이, 환난은 인내를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789485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9071CE5-DB82-564F-E15A-A8374D56A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>
            <a:extLst>
              <a:ext uri="{FF2B5EF4-FFF2-40B4-BE49-F238E27FC236}">
                <a16:creationId xmlns:a16="http://schemas.microsoft.com/office/drawing/2014/main" id="{787EE35F-ADDC-D3DF-894D-62FEE9E63CA8}"/>
              </a:ext>
            </a:extLst>
          </p:cNvPr>
          <p:cNvSpPr txBox="1">
            <a:spLocks/>
          </p:cNvSpPr>
          <p:nvPr/>
        </p:nvSpPr>
        <p:spPr>
          <a:xfrm>
            <a:off x="179512" y="123478"/>
            <a:ext cx="8928992" cy="48094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자아내고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인내는 수양을, 수양은 희망을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자아냅니다.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희망은 우리를 부끄럽게 하지 않습니다.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우리가 받은 성령을 통하여 하느님의 사랑이 우리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마음에 부어졌기 때문입니다.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BCEEA2-E7D4-C980-FBA4-82C27D066C53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395536" y="3864166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8032306"/>
      </p:ext>
    </p:extLst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7504" y="771550"/>
            <a:ext cx="8856984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농업이 경시되는 상황에서도</a:t>
            </a:r>
            <a:endParaRPr kumimoji="0" lang="en-AU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땀을 흘려 농사짓는 농민들이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하느님의 창조 사업에 함께하고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있음을 깨달아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용기와 희망을 잃지 않고</a:t>
            </a:r>
            <a:endParaRPr kumimoji="0" lang="en-AU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농사일을 더욱 소중히 여기게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BA9BD2-10BD-5B7F-E2DF-F04A69A1B9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84168" y="4852894"/>
            <a:ext cx="3014412" cy="25586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761654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467544" y="990125"/>
            <a:ext cx="8496944" cy="25913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8650" indent="-628650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</a:t>
            </a:r>
            <a:r>
              <a:rPr lang="ko-KR" altLang="en-US" sz="24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en-US" altLang="ko-KR" sz="3200" b="1" dirty="0">
                <a:solidFill>
                  <a:schemeClr val="bg1"/>
                </a:solidFill>
                <a:latin typeface="대한" pitchFamily="50" charset="-127"/>
                <a:ea typeface="대한" pitchFamily="50" charset="-127"/>
              </a:rPr>
              <a:t>○ 	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행복하여라, 의로움 때문에 박해를 받는 사람들! 하늘 나라가 그들의 것이다.</a:t>
            </a:r>
          </a:p>
          <a:p>
            <a:pPr marL="719138" indent="-719138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spc="3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7812360" y="51470"/>
            <a:ext cx="1296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000" dirty="0">
                <a:solidFill>
                  <a:schemeClr val="accent2"/>
                </a:solidFill>
                <a:ea typeface="dotum" panose="020B0600000101010101" pitchFamily="50" charset="-127"/>
              </a:rPr>
              <a:t>ALLELUIA 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F2A510-7ED5-A4CF-7469-985B6B9849E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06107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85611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915566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마태오가 전한 거룩한 복음입니다.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9C1DA0-48E4-0A3D-200E-82D73AC8FE16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123478"/>
            <a:ext cx="8928992" cy="4809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예수님께서 사도들에게 말씀하셨다.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17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“사람들을 조심하여라. 그들이 너희를 의회에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넘기고 회당에서 채찍질할 것이다.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너희는 나 때문에 총독들과 임금들 앞에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끌려가, 그들과 다른 민족들에게 증언할 것이다.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사람들이 너희를 넘길 때, 어떻게 말할까,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무엇을 말할까 걱정하지 마라. 너희가 무엇을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말해야 할지, 그때에 너희에게 일러 주실 것이다.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말하는 이는 너희가 아니라 너희 안에서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803587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5F62E60-054A-7C63-A7ED-975C956C8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3E39F4-0CB2-00C5-E291-48EF5D147F26}"/>
              </a:ext>
            </a:extLst>
          </p:cNvPr>
          <p:cNvSpPr txBox="1"/>
          <p:nvPr/>
        </p:nvSpPr>
        <p:spPr>
          <a:xfrm>
            <a:off x="179512" y="123478"/>
            <a:ext cx="8928992" cy="4809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말씀하시는 아버지의 영이시다.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형제가 형제를 넘겨 죽게 하고 아버지가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자식을 그렇게 하며, 자식들도 부모를 거슬러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일어나 죽게 할 것이다.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너희는 내 이름 때문에 모든 사람에게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미움을 받을 것이다. 그러나 끝까지 견디는 이는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구원을 받을 것이다.”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482522-5EF2-C65E-2E17-E34E029DD0E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707164674"/>
      </p:ext>
    </p:extLst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7504" y="771550"/>
            <a:ext cx="8856984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세상 만물을 창조하시고 다스리시는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하느님 아버지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,</a:t>
            </a: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우주에 질서와 조화를 주시고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햇빛과 바람과 비를 주시어 </a:t>
            </a:r>
            <a:endParaRPr kumimoji="0" lang="en-AU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온갖 생명이 살아갈 수 있도록 섭리해 주시니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  <a:p>
            <a:pPr marL="625475" marR="0" lvl="0" indent="-625475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     감사하나이다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DDD9C3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n-cs"/>
              </a:rPr>
              <a:t>.</a:t>
            </a: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251520" y="123478"/>
            <a:ext cx="511256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농민을 위한 기도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BA9BD2-10BD-5B7F-E2DF-F04A69A1B9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84168" y="4852894"/>
            <a:ext cx="3014412" cy="25586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95536" y="1248311"/>
            <a:ext cx="5421432" cy="132343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20000"/>
              </a:lnSpc>
              <a:spcAft>
                <a:spcPts val="36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그리스도님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찬미합니다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503BA-527D-5E50-C111-FFB1142D50F4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0183318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3924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08318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BB748-A32F-6462-94EB-25D080D502FE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67717407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483518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4C5A4-1461-A3A3-A9BC-4287F8AD4792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326819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83518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17DFD-D400-3540-EC92-BE58CBA007BF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19426312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06783-6E3F-F368-C119-CA9158C1C15C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8950326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09025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D40E72-356A-48F9-B4B4-C5DE180779DC}"/>
              </a:ext>
            </a:extLst>
          </p:cNvPr>
          <p:cNvSpPr/>
          <p:nvPr/>
        </p:nvSpPr>
        <p:spPr>
          <a:xfrm>
            <a:off x="1187624" y="2753221"/>
            <a:ext cx="7848872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주  님 저 희  기 도 를   들 어 주 소  서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007D4A-C025-9699-6ED8-E280F1E92FD5}"/>
              </a:ext>
            </a:extLst>
          </p:cNvPr>
          <p:cNvSpPr/>
          <p:nvPr/>
        </p:nvSpPr>
        <p:spPr>
          <a:xfrm>
            <a:off x="74079" y="21853"/>
            <a:ext cx="35958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보편 지향 기도 응답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370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4342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856984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68BFCF-6764-BDD5-F1A9-AE13B776D2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59900982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봉 헌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800" b="1" i="0" u="none" strike="noStrike" kern="1200" cap="none" spc="1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217</a:t>
            </a:r>
            <a:endParaRPr kumimoji="0" lang="en-US" sz="4800" b="1" i="0" u="none" strike="noStrike" kern="1200" cap="none" spc="1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4835621"/>
      </p:ext>
    </p:extLst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217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정성 어린 우리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9B3DAAE-3D58-9D6A-2BFA-6571130A2682}"/>
              </a:ext>
            </a:extLst>
          </p:cNvPr>
          <p:cNvGrpSpPr/>
          <p:nvPr/>
        </p:nvGrpSpPr>
        <p:grpSpPr>
          <a:xfrm>
            <a:off x="95250" y="555526"/>
            <a:ext cx="8953500" cy="3744416"/>
            <a:chOff x="95250" y="555526"/>
            <a:chExt cx="8953500" cy="374441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B7D5838-E71C-AC5A-5BC5-CB3D38333F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34111"/>
            <a:stretch/>
          </p:blipFill>
          <p:spPr>
            <a:xfrm>
              <a:off x="100012" y="555526"/>
              <a:ext cx="8943975" cy="136815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9BEDEA2-DFC3-723A-3D35-77307F5835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b="39789"/>
            <a:stretch/>
          </p:blipFill>
          <p:spPr>
            <a:xfrm>
              <a:off x="95250" y="2778224"/>
              <a:ext cx="8953500" cy="108967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B76CF5-DF10-5CE3-4CEF-6BD1BC7B67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5873" y="1995686"/>
              <a:ext cx="7648575" cy="333375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E9F01F0-5C71-841E-FB43-A5FA67D9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6549" y="3890367"/>
              <a:ext cx="7381875" cy="40957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328357A8-844C-8A22-DD01-F4ED8332F7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217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정성 어린 우리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FF1C57-99F9-D43E-9D9A-5EFBACC78B1B}"/>
              </a:ext>
            </a:extLst>
          </p:cNvPr>
          <p:cNvGrpSpPr/>
          <p:nvPr/>
        </p:nvGrpSpPr>
        <p:grpSpPr>
          <a:xfrm>
            <a:off x="95250" y="555526"/>
            <a:ext cx="8953500" cy="3816424"/>
            <a:chOff x="95250" y="555526"/>
            <a:chExt cx="8953500" cy="3816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DC511A5-9FDD-0414-8BEB-9EE5BF030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250" y="555526"/>
              <a:ext cx="8953500" cy="173355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E316179-FCFB-20EE-5114-DE199BDF8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9062" y="2762225"/>
              <a:ext cx="8905875" cy="160972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35FD98A7-14C6-CB82-F83C-AED30410E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217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정성 어린 우리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065D8D-6F02-3AAB-B7EE-C9BA8B17E534}"/>
              </a:ext>
            </a:extLst>
          </p:cNvPr>
          <p:cNvGrpSpPr/>
          <p:nvPr/>
        </p:nvGrpSpPr>
        <p:grpSpPr>
          <a:xfrm>
            <a:off x="95250" y="555526"/>
            <a:ext cx="8953500" cy="4032448"/>
            <a:chOff x="95250" y="555526"/>
            <a:chExt cx="8953500" cy="403244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B7D5838-E71C-AC5A-5BC5-CB3D38333F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012" y="555526"/>
              <a:ext cx="8943975" cy="207645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9BEDEA2-DFC3-723A-3D35-77307F583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250" y="2778224"/>
              <a:ext cx="8953500" cy="1809750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F6F146AE-8090-437A-A4FF-EEC26FF09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71550"/>
            <a:ext cx="9144000" cy="317009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사제의 손으로 바치는 이 제사가 </a:t>
            </a:r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이름에는 찬미와 영광이 되고</a:t>
            </a:r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endParaRPr lang="en-US" sz="40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     </a:t>
            </a:r>
          </a:p>
          <a:p>
            <a:pPr algn="ctr"/>
            <a:r>
              <a:rPr lang="ko-KR" altLang="en-US" sz="4000" b="1" spc="-11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저희와 온 교회에는 도움이 되게 하소서</a:t>
            </a:r>
            <a:r>
              <a:rPr lang="en-US" sz="32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en-US" sz="32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4E33DC-A449-C97D-92A8-1B01DC72C67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1043608" y="54760"/>
            <a:ext cx="6989440" cy="49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또한 사제의 영과 함께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AU" altLang="ko-KR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마음을 드높이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! </a:t>
            </a: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 올립니다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우리 주 하느님께 감사합시다</a:t>
            </a:r>
            <a:endParaRPr lang="en-US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마땅하고 옳은 일입니다</a:t>
            </a:r>
            <a:r>
              <a:rPr 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5B464F-F4CB-749F-8172-63D5602277FA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2255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1889125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거룩하시 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거룩하시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  룩  </a:t>
            </a:r>
            <a:endParaRPr lang="en-US" sz="3500" b="1" spc="-2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393990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하시도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다        온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누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리 의  주 하느 님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852459-1BA5-2B64-83D4-9BC2E487BB2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88832031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2" y="771550"/>
            <a:ext cx="9107488" cy="3088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27584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하늘과 땅 에 가득찬  그 영  광     높 은   데 서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9592" y="3905349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호 산    나     주님의   이름으로  오 시는  분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57E380-ED81-9DC7-4EF7-02FC01EC32F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8911789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1237598"/>
            <a:ext cx="9073008" cy="1118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83568" y="249974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찬미받  으 소   서       높 은  데 서   호 산   나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0DF26E-DE87-5333-B069-751F18A7CF1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71310413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310861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2569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 신앙의 신비여!</a:t>
            </a:r>
          </a:p>
          <a:p>
            <a:r>
              <a:rPr lang="en-AU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r>
              <a:rPr lang="ko-KR" altLang="en-US" sz="2500" b="1" dirty="0">
                <a:latin typeface="대한" pitchFamily="50" charset="-127"/>
                <a:ea typeface="대한" pitchFamily="50" charset="-127"/>
              </a:rPr>
              <a:t>                </a:t>
            </a:r>
            <a:endParaRPr lang="en-AU" sz="2500" b="1" dirty="0"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endParaRPr lang="en-AU" sz="2500" b="1" spc="100" dirty="0"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1B0601-AAD3-4807-A151-5BAAA07508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804" b="24796"/>
          <a:stretch/>
        </p:blipFill>
        <p:spPr>
          <a:xfrm>
            <a:off x="0" y="3558930"/>
            <a:ext cx="8676456" cy="885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36406A-F09D-448F-BB39-782F856CB5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641" b="45959"/>
          <a:stretch/>
        </p:blipFill>
        <p:spPr>
          <a:xfrm>
            <a:off x="107504" y="2067694"/>
            <a:ext cx="8568952" cy="1008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80" y="2912599"/>
            <a:ext cx="684076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주  님의  죽 음 을  </a:t>
            </a:r>
            <a:r>
              <a:rPr lang="ko-KR" altLang="en-US" sz="3600" b="1" spc="-500" dirty="0">
                <a:latin typeface="궁서" panose="02030600000101010101" pitchFamily="18" charset="-127"/>
                <a:ea typeface="궁서" panose="02030600000101010101" pitchFamily="18" charset="-127"/>
              </a:rPr>
              <a:t>죽 음 을  전 하 며</a:t>
            </a:r>
            <a:endParaRPr lang="en-US" sz="3600" b="1" spc="-5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47664" y="4299942"/>
            <a:ext cx="59766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 부 활  을  선  포   하 나  이     다</a:t>
            </a:r>
            <a:endParaRPr lang="en-US" sz="3600" b="1" spc="-4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63688" y="1546188"/>
            <a:ext cx="604867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300" dirty="0">
                <a:latin typeface="궁서" panose="02030600000101010101" pitchFamily="18" charset="-127"/>
                <a:ea typeface="궁서" panose="02030600000101010101" pitchFamily="18" charset="-127"/>
              </a:rPr>
              <a:t>주 님 께 서    오 실 때 까   지  </a:t>
            </a:r>
            <a:endParaRPr lang="en-US" sz="3600" b="1" spc="-3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43B463-4EDB-4FC4-A910-12820A5608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5" t="24478" r="5206" b="67122"/>
          <a:stretch/>
        </p:blipFill>
        <p:spPr>
          <a:xfrm>
            <a:off x="611560" y="750618"/>
            <a:ext cx="7632848" cy="885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6B2038-8497-ACB2-3E10-3E92D66231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539552" y="339502"/>
            <a:ext cx="8208912" cy="234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8163" indent="-430213">
              <a:lnSpc>
                <a:spcPct val="120000"/>
              </a:lnSpc>
              <a:spcAft>
                <a:spcPts val="3600"/>
              </a:spcAft>
            </a:pPr>
            <a:r>
              <a:rPr lang="en-US" altLang="ko-KR" sz="32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altLang="ko-KR" sz="29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그리스도를 통하여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그리스도와 함께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 안에서 성령으로 하나 되어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 모든 영예와 영광을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영원히 받으소서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0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8E7F1C-F0CD-3DA3-F130-D00474F176E6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06269460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D5DDFB9-E21C-D37A-87E7-3B66B8B6F3F2}"/>
              </a:ext>
            </a:extLst>
          </p:cNvPr>
          <p:cNvSpPr/>
          <p:nvPr/>
        </p:nvSpPr>
        <p:spPr>
          <a:xfrm>
            <a:off x="1179865" y="2787774"/>
            <a:ext cx="771261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아   멘     아   멘     아   </a:t>
            </a:r>
            <a:r>
              <a:rPr lang="en-US" altLang="ko-KR" sz="18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~           ~         ~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멘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6B96C9-24CE-0A31-40E9-58FD37D40612}"/>
              </a:ext>
            </a:extLst>
          </p:cNvPr>
          <p:cNvSpPr/>
          <p:nvPr/>
        </p:nvSpPr>
        <p:spPr>
          <a:xfrm>
            <a:off x="130288" y="21853"/>
            <a:ext cx="14173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아멘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928992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EA6C737-4245-88D5-2153-4DF4A304BC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52422898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471659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F27E5F-1B74-4417-9D70-2ABEC173B2C1}"/>
              </a:ext>
            </a:extLst>
          </p:cNvPr>
          <p:cNvSpPr txBox="1"/>
          <p:nvPr/>
        </p:nvSpPr>
        <p:spPr>
          <a:xfrm>
            <a:off x="323528" y="1961133"/>
            <a:ext cx="842830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 하     늘   에      계     신        우    리  아 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지 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228354-712F-4C2E-B2EB-1C9BA798BE6C}"/>
              </a:ext>
            </a:extLst>
          </p:cNvPr>
          <p:cNvSpPr txBox="1"/>
          <p:nvPr/>
        </p:nvSpPr>
        <p:spPr>
          <a:xfrm>
            <a:off x="683568" y="3905349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아   버 지 의     이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이        거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룩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히 빛  나 시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7086DF-2132-C436-E379-9892FE865C8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31663022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34425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03926DC-71D6-4C92-80A9-9DE2543C24B2}"/>
              </a:ext>
            </a:extLst>
          </p:cNvPr>
          <p:cNvSpPr txBox="1"/>
          <p:nvPr/>
        </p:nvSpPr>
        <p:spPr>
          <a:xfrm>
            <a:off x="683568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아버지의 나 라가 오 시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아버지의   뜻     이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3E0648-C43D-4865-82F7-1A82614548EF}"/>
              </a:ext>
            </a:extLst>
          </p:cNvPr>
          <p:cNvSpPr txBox="1"/>
          <p:nvPr/>
        </p:nvSpPr>
        <p:spPr>
          <a:xfrm>
            <a:off x="658582" y="3689325"/>
            <a:ext cx="837791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하  늘 에서   와  같  이   땅에서도 이 루어 지 소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FD79B0-9210-FA64-A811-F26F6545D16A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414096196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" y="699542"/>
            <a:ext cx="9036496" cy="3087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312A9F0-E898-4DDF-B441-5671C22A106D}"/>
              </a:ext>
            </a:extLst>
          </p:cNvPr>
          <p:cNvSpPr txBox="1"/>
          <p:nvPr/>
        </p:nvSpPr>
        <p:spPr>
          <a:xfrm>
            <a:off x="251521" y="1817117"/>
            <a:ext cx="889248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오 늘저 희 에  게   일용할 양식을 주시고   저 희에 게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7D8206-85B5-4139-848E-8A5EB9E4E8EA}"/>
              </a:ext>
            </a:extLst>
          </p:cNvPr>
          <p:cNvSpPr txBox="1"/>
          <p:nvPr/>
        </p:nvSpPr>
        <p:spPr>
          <a:xfrm>
            <a:off x="251520" y="3905349"/>
            <a:ext cx="885698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잘  못 한  이를  저 희가  용 서 하 오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니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저   희 죄 를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36FA29-A738-5806-817B-9060E82B0EB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07738711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47B756-ED3D-4E1B-B261-9DDC2C67D1BB}"/>
              </a:ext>
            </a:extLst>
          </p:cNvPr>
          <p:cNvSpPr txBox="1"/>
          <p:nvPr/>
        </p:nvSpPr>
        <p:spPr>
          <a:xfrm>
            <a:off x="467544" y="1817117"/>
            <a:ext cx="856895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용   서      하   시     고          저 희 를 유 혹에 빠 지 지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B22ED-74A7-4FBD-A101-ACE501EAD579}"/>
              </a:ext>
            </a:extLst>
          </p:cNvPr>
          <p:cNvSpPr txBox="1"/>
          <p:nvPr/>
        </p:nvSpPr>
        <p:spPr>
          <a:xfrm>
            <a:off x="251520" y="3939902"/>
            <a:ext cx="849694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않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게 하 시 고          악  에서  저   희   구  하  소 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E2CE46-2929-1BDC-D289-18AA5B34F68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19328367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144016" y="411510"/>
            <a:ext cx="8892480" cy="2408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>
              <a:lnSpc>
                <a:spcPct val="130000"/>
              </a:lnSpc>
              <a:spcAft>
                <a:spcPts val="3600"/>
              </a:spcAft>
            </a:pPr>
            <a:r>
              <a:rPr lang="en-US" altLang="ko-KR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AU" sz="3000" b="1" spc="-15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주님, 저희를 모든 악에서 구하시고 한평생 평화롭게</a:t>
            </a: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하소서. 주님의 자비로 저희를 언제나 죄에서 구원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하시고 모든 시련에서 보호하시어 복된 희망을 품고 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구세주 예수 그리스도의 재림을 기다리게 하소서.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B8C2A-F64F-FA22-9110-4F5D99C9C5CC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6486801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5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681AFA-DAF4-47C8-5F78-5673A0D0F35C}"/>
              </a:ext>
            </a:extLst>
          </p:cNvPr>
          <p:cNvSpPr/>
          <p:nvPr/>
        </p:nvSpPr>
        <p:spPr>
          <a:xfrm>
            <a:off x="963841" y="1851670"/>
            <a:ext cx="7928639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주</a:t>
            </a:r>
            <a:r>
              <a:rPr lang="ko-KR" altLang="en-US" sz="10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님      </a:t>
            </a:r>
            <a:r>
              <a:rPr lang="ko-KR" altLang="en-US" sz="3500" b="1" spc="200" dirty="0" err="1">
                <a:latin typeface="궁서" panose="02030600000101010101" pitchFamily="18" charset="-127"/>
                <a:ea typeface="궁서" panose="02030600000101010101" pitchFamily="18" charset="-127"/>
              </a:rPr>
              <a:t>께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 나 라 와 권 능 과</a:t>
            </a:r>
            <a:endParaRPr lang="en-AU" sz="3500" b="1" spc="2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B0F9A0-1323-B19A-2337-5AB3C7CF734C}"/>
              </a:ext>
            </a:extLst>
          </p:cNvPr>
          <p:cNvSpPr/>
          <p:nvPr/>
        </p:nvSpPr>
        <p:spPr>
          <a:xfrm>
            <a:off x="827585" y="3833341"/>
            <a:ext cx="806489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영  광 이       영 원 히  </a:t>
            </a:r>
            <a:r>
              <a:rPr lang="ko-KR" altLang="en-US" sz="3500" b="1" spc="-100" dirty="0" err="1">
                <a:latin typeface="궁서" panose="02030600000101010101" pitchFamily="18" charset="-127"/>
                <a:ea typeface="궁서" panose="02030600000101010101" pitchFamily="18" charset="-127"/>
              </a:rPr>
              <a:t>있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나   이    다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BEEAF5-EE5E-B5BD-5EB9-4C7C94E0E8EE}"/>
              </a:ext>
            </a:extLst>
          </p:cNvPr>
          <p:cNvSpPr/>
          <p:nvPr/>
        </p:nvSpPr>
        <p:spPr>
          <a:xfrm>
            <a:off x="74079" y="-20538"/>
            <a:ext cx="37289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주님께 나라와 권능과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389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C66D2-27A9-B48E-98C7-B914790C179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18978066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25303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8B9AF-B563-6713-581E-1298FCE24521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253031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8948439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9632" y="1851670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</a:t>
            </a:r>
            <a:r>
              <a:rPr lang="ko-KR" altLang="en-US" sz="3500" b="1" spc="-300" dirty="0" err="1">
                <a:latin typeface="궁서" pitchFamily="18" charset="-127"/>
                <a:ea typeface="궁서" pitchFamily="18" charset="-127"/>
              </a:rPr>
              <a:t>느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님 의  어 린  양     세 상의 죄 를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867894"/>
            <a:ext cx="831641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 님    자비를   자비를 베푸소  서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반복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)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 </a:t>
            </a:r>
            <a:endParaRPr lang="en-US" sz="20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6DFA53-7C27-A33C-9314-7AA3B902755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60431588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9592" y="1889125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느  님 의   어 린  양    세 상의 죄 를 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939902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님   평화를  평 화를 주    소    서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32690F-0FC2-E471-1609-101E85A914A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66206364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608" y="-7513"/>
            <a:ext cx="1410056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CED880-166D-4C65-A35C-79421FDDC11B}"/>
              </a:ext>
            </a:extLst>
          </p:cNvPr>
          <p:cNvSpPr/>
          <p:nvPr/>
        </p:nvSpPr>
        <p:spPr>
          <a:xfrm>
            <a:off x="5904010" y="83408"/>
            <a:ext cx="32912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RECEPTION OF COMMUNION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1146201"/>
            <a:ext cx="8280920" cy="2937717"/>
          </a:xfrm>
          <a:prstGeom prst="rect">
            <a:avLst/>
          </a:prstGeom>
        </p:spPr>
        <p:txBody>
          <a:bodyPr wrap="square" lIns="71555" tIns="35777" rIns="71555" bIns="35777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안에 주님을 모시기에 </a:t>
            </a:r>
            <a:b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합당치 않사오나 한 말씀만 하소서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영혼이 곧 나으리다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B8F96-E7C1-8AEB-3C72-35C11F445658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5" name="직사각형 2"/>
          <p:cNvSpPr/>
          <p:nvPr/>
        </p:nvSpPr>
        <p:spPr>
          <a:xfrm>
            <a:off x="827584" y="627534"/>
            <a:ext cx="7560840" cy="27956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주님이 말씀하신다. 누구든지 내 뒤를 따라오려면, 자신을 버리고 제 십자가를 지고 나를 따라야 한다.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6D268A-40E2-3725-3CBD-A367BB9CB60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152</a:t>
            </a:r>
            <a:endParaRPr lang="en-US" sz="48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2351544"/>
      </p:ext>
    </p:extLst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AB376844-FDA9-432B-A158-35F751CA1F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BEE0297-30A2-410C-8FA7-20808D63E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8" y="123478"/>
            <a:ext cx="8820472" cy="4464795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637E7AED-0C60-4B00-8659-F54F85065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5" y="2571747"/>
            <a:ext cx="10" cy="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3F212CF-26C7-47C5-A1C6-1799B2915D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995" y="2571747"/>
            <a:ext cx="10" cy="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6B1ED3A-CD8C-44B0-940A-8238C4D74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5" y="2571747"/>
            <a:ext cx="10" cy="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27F938B-ED3A-4A06-8262-6E7FDA7FE3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5" y="2571747"/>
            <a:ext cx="10" cy="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2BA272C7-BF8D-4C2C-BC69-E9FE4650D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7992" y="2569892"/>
            <a:ext cx="8015" cy="371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9392F7E-5FF8-4D25-9A45-B5F8E522E07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성체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152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오 지극한 신비여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088110-4FB5-45B7-B79F-9D2C9F9208E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1427947-79AD-409A-99D4-D009A6A39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6" y="555526"/>
            <a:ext cx="8984740" cy="4248019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성체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152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오 지극한 신비여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4B3C1-7E09-484D-80D6-89AEF65473B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80ECA49-C4C9-4B3A-8F88-7E91BF0B0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1" y="627534"/>
            <a:ext cx="9008555" cy="3962431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en-US" altLang="ko-KR" sz="5200" b="1" spc="1000" dirty="0">
                <a:latin typeface="바탕" pitchFamily="18" charset="-127"/>
                <a:ea typeface="바탕" pitchFamily="18" charset="-127"/>
              </a:rPr>
              <a:t>2</a:t>
            </a:r>
            <a:r>
              <a:rPr lang="ko-KR" altLang="en-US" sz="5200" b="1" spc="1000" dirty="0">
                <a:latin typeface="바탕" pitchFamily="18" charset="-127"/>
                <a:ea typeface="바탕" pitchFamily="18" charset="-127"/>
              </a:rPr>
              <a:t>차 봉헌</a:t>
            </a:r>
            <a:endParaRPr lang="en-US" altLang="ko-KR" sz="5200" b="1" spc="10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3338771621"/>
      </p:ext>
    </p:extLst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" name="Picture 4">
            <a:extLst>
              <a:ext uri="{FF2B5EF4-FFF2-40B4-BE49-F238E27FC236}">
                <a16:creationId xmlns:a16="http://schemas.microsoft.com/office/drawing/2014/main" id="{BACD897D-A042-4E83-B61D-5B6FE2DFC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sp>
        <p:nvSpPr>
          <p:cNvPr id="5" name="Rectangle 11">
            <a:extLst>
              <a:ext uri="{FF2B5EF4-FFF2-40B4-BE49-F238E27FC236}">
                <a16:creationId xmlns:a16="http://schemas.microsoft.com/office/drawing/2014/main" id="{F55DD570-296E-4CB7-BE82-2B66968C8A2E}"/>
              </a:ext>
            </a:extLst>
          </p:cNvPr>
          <p:cNvSpPr/>
          <p:nvPr/>
        </p:nvSpPr>
        <p:spPr>
          <a:xfrm>
            <a:off x="0" y="0"/>
            <a:ext cx="9144000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3200" b="0" i="0" u="none" strike="noStrike" kern="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 봉헌</a:t>
            </a:r>
            <a:r>
              <a:rPr kumimoji="0" lang="ko-KR" altLang="en-US" sz="32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32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47</a:t>
            </a:r>
            <a:r>
              <a:rPr kumimoji="0" lang="en-US" altLang="ko-KR" sz="32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32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형제여 손을 들어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F09CFD3-E418-4121-B1CB-D6B64B5B6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05966"/>
            <a:ext cx="88773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3200" b="0" i="0" u="none" strike="noStrike" kern="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 봉헌</a:t>
            </a:r>
            <a:r>
              <a:rPr kumimoji="0" lang="ko-KR" altLang="en-US" sz="32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32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47</a:t>
            </a:r>
            <a:r>
              <a:rPr kumimoji="0" lang="en-US" altLang="ko-KR" sz="32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32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형제여 손을 들어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A6303D6E-5E4D-4A36-86B6-ADE8A7A90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36F300-56DF-41CE-B173-9C650799A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8867775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03444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683568" y="478585"/>
            <a:ext cx="8208912" cy="40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</a:t>
            </a:r>
            <a:r>
              <a:rPr lang="en-AU" altLang="ko-KR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함께</a:t>
            </a:r>
            <a:endParaRPr lang="en-AU" altLang="ko-KR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AU" altLang="ko-KR" sz="4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marL="269875" indent="-269875">
              <a:lnSpc>
                <a:spcPct val="114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성부와 ✜ 성자와 성령께서는    여기 모인 모든 이에게 강복하소서</a:t>
            </a: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US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6693FA-D74F-440F-EB24-A24A50F0C3B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5" y="-7513"/>
            <a:ext cx="1719533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파 견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0" y="83408"/>
            <a:ext cx="3069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813708"/>
            <a:ext cx="8280920" cy="203013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lvl="0">
              <a:lnSpc>
                <a:spcPct val="140000"/>
              </a:lnSpc>
              <a:spcAft>
                <a:spcPts val="3600"/>
              </a:spcAft>
              <a:tabLst>
                <a:tab pos="719138" algn="l"/>
              </a:tabLst>
              <a:defRPr/>
            </a:pP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†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미사가 끝났으니 가서 복음을 전합시다</a:t>
            </a: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endParaRPr kumimoji="0" lang="en-US" altLang="ko-KR" sz="3200" b="1" i="0" u="none" strike="noStrike" kern="1200" cap="none" spc="100" normalizeH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</a:endParaRPr>
          </a:p>
          <a:p>
            <a:pPr marL="715963" marR="0" lvl="0" indent="-715963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◎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하느님</a:t>
            </a:r>
            <a:r>
              <a:rPr kumimoji="0" lang="en-AU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, 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감사합니다</a:t>
            </a:r>
            <a:r>
              <a:rPr kumimoji="0" lang="en-US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500" b="1" i="0" u="none" strike="noStrike" kern="1200" cap="none" spc="30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49EDB5-2CD9-21CC-EB6E-8DF2F301486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165797724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286</a:t>
            </a:r>
          </a:p>
        </p:txBody>
      </p:sp>
    </p:spTree>
    <p:extLst>
      <p:ext uri="{BB962C8B-B14F-4D97-AF65-F5344CB8AC3E}">
        <p14:creationId xmlns:p14="http://schemas.microsoft.com/office/powerpoint/2010/main" val="3794957418"/>
      </p:ext>
    </p:extLst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952BC0B1-3584-4FAE-A13B-C4027DF7398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D49D1B63-5B89-47EB-BFF0-E7643AB4A764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286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순교자의 믿음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2C15516-232E-4FD5-B5B6-41B6B253B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8" y="680144"/>
            <a:ext cx="8964488" cy="36918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F78001A2-41CB-4748-BAD0-EFA0EE5B5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23" y="51470"/>
            <a:ext cx="8797857" cy="4824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5B0F21-29A1-459A-80BE-70062092A6B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286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순교자의 믿음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68305-D81A-49F4-A0BD-63935B8485AC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F3A2FE5-431A-4765-9603-C32544B94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8" y="566327"/>
            <a:ext cx="8892480" cy="4093655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349976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5"/>
            <a:ext cx="8798695" cy="515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  <a:endParaRPr lang="en-US" altLang="ko-KR" sz="4000" b="1" u="sng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ko-KR" altLang="en-US" sz="16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b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천사가 마리아께 아뢰니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성령으로 잉태하셨나이다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b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b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종이오니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2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그대로 제게 이루어지소서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!</a:t>
            </a:r>
            <a:b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b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endParaRPr lang="en-US" sz="28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5D9A13-3F59-F542-6D92-D14A3AC40C0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30888062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9"/>
            <a:ext cx="8798695" cy="504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</a:p>
          <a:p>
            <a:pPr>
              <a:spcAft>
                <a:spcPts val="1000"/>
              </a:spcAft>
            </a:pPr>
            <a:b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en-AU" altLang="ko-KR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    </a:t>
            </a:r>
            <a:r>
              <a:rPr lang="en-AU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 </a:t>
            </a:r>
            <a:b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이에 말씀이 사람이 되시어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8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 가운데 계시나이다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</a:t>
            </a: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ko-KR" altLang="en-US" sz="24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</a:p>
          <a:p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천주의 성모님</a:t>
            </a: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</a:p>
          <a:p>
            <a:pPr>
              <a:spcAft>
                <a:spcPts val="1000"/>
              </a:spcAft>
            </a:pP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저희를 위하여 빌어주시어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30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그리스도께서 약속하신 </a:t>
            </a:r>
            <a:endParaRPr lang="en-US" altLang="ko-KR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영원한 생명을 얻게 하소서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81389A-C9F3-9331-04D3-3D9FC43220E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58210258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51520" y="-20538"/>
            <a:ext cx="8604449" cy="5150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† </a:t>
            </a: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기도합시다</a:t>
            </a:r>
            <a:endParaRPr lang="en-US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09000"/>
              </a:lnSpc>
              <a:spcAft>
                <a:spcPts val="1200"/>
              </a:spcAft>
            </a:pPr>
            <a:b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3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하느님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천사의 아룀으로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성자께서 사람이 되심을 알았으니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성자의 수난과 십자가로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부활의 영광에 이르는 은총을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저희에게 내려주소서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우리 주 그리스도를 통하여 비나이다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>
              <a:lnSpc>
                <a:spcPct val="109000"/>
              </a:lnSpc>
            </a:pP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◎ 아 멘</a:t>
            </a:r>
            <a:endParaRPr lang="en-US" sz="33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811EDA-B07E-E0E5-BF81-7CB51F32B96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val="244401918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642273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object 3"/>
          <p:cNvSpPr txBox="1">
            <a:spLocks/>
          </p:cNvSpPr>
          <p:nvPr/>
        </p:nvSpPr>
        <p:spPr>
          <a:xfrm>
            <a:off x="179512" y="123478"/>
            <a:ext cx="8856984" cy="464941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여호야다가 자기에게 바친 충성을 기억하지 않고,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그의 아들을 죽였다. 즈카르야는 죽으면서,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“주님께서 보고 갚으실 것이다.” 하고 말하였다.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4D896C3-CD2D-AA2E-CCE0-08DE270AEDDD}"/>
              </a:ext>
            </a:extLst>
          </p:cNvPr>
          <p:cNvSpPr txBox="1">
            <a:spLocks/>
          </p:cNvSpPr>
          <p:nvPr/>
        </p:nvSpPr>
        <p:spPr>
          <a:xfrm>
            <a:off x="395536" y="2706483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60252</TotalTime>
  <Words>3255</Words>
  <Application>Microsoft Office PowerPoint</Application>
  <PresentationFormat>On-screen Show (16:9)</PresentationFormat>
  <Paragraphs>540</Paragraphs>
  <Slides>144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63" baseType="lpstr">
      <vt:lpstr>Gulim</vt:lpstr>
      <vt:lpstr>궁서</vt:lpstr>
      <vt:lpstr>궁서</vt:lpstr>
      <vt:lpstr>대한</vt:lpstr>
      <vt:lpstr>dotum</vt:lpstr>
      <vt:lpstr>Malgun Gothic</vt:lpstr>
      <vt:lpstr>Malgun Gothic</vt:lpstr>
      <vt:lpstr>Batang</vt:lpstr>
      <vt:lpstr>Batang</vt:lpstr>
      <vt:lpstr>Arial</vt:lpstr>
      <vt:lpstr>Arial Black</vt:lpstr>
      <vt:lpstr>Calibri</vt:lpstr>
      <vt:lpstr>Gill Sans MT</vt:lpstr>
      <vt:lpstr>Lucida Calligraphy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성모 찬송</vt:lpstr>
      <vt:lpstr>성모 찬송</vt:lpstr>
      <vt:lpstr>성모 찬송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입당송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성수 예식</vt:lpstr>
      <vt:lpstr>PowerPoint Presentation</vt:lpstr>
      <vt:lpstr>PowerPoint Presentation</vt:lpstr>
      <vt:lpstr>성수 예식</vt:lpstr>
      <vt:lpstr>PowerPoint Presentation</vt:lpstr>
      <vt:lpstr>성수 예식</vt:lpstr>
      <vt:lpstr>성수 예식</vt:lpstr>
      <vt:lpstr>성수 예식</vt:lpstr>
      <vt:lpstr>PowerPoint Presentation</vt:lpstr>
      <vt:lpstr>성수 예식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제 1 독서  탈출기의 말씀입니다.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제 2 독서  사도 바오로의 로마서 말씀입니다.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영성체</vt:lpstr>
      <vt:lpstr>PowerPoint Presentation</vt:lpstr>
      <vt:lpstr>영성체송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파 견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Jacob Yang</cp:lastModifiedBy>
  <cp:revision>2045</cp:revision>
  <dcterms:created xsi:type="dcterms:W3CDTF">2016-08-30T00:06:00Z</dcterms:created>
  <dcterms:modified xsi:type="dcterms:W3CDTF">2026-06-10T11:50:35Z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
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9"/>
  </p:notesMasterIdLst>
  <p:sldIdLst>
    <p:sldId id="1697" r:id="rId2"/>
    <p:sldId id="1372" r:id="rId3"/>
    <p:sldId id="1373" r:id="rId4"/>
    <p:sldId id="1374" r:id="rId5"/>
    <p:sldId id="1375" r:id="rId6"/>
    <p:sldId id="1376" r:id="rId7"/>
    <p:sldId id="2532" r:id="rId8"/>
    <p:sldId id="2533" r:id="rId9"/>
    <p:sldId id="2534" r:id="rId10"/>
    <p:sldId id="1377" r:id="rId11"/>
    <p:sldId id="1062" r:id="rId12"/>
    <p:sldId id="1063" r:id="rId13"/>
    <p:sldId id="1574" r:id="rId14"/>
    <p:sldId id="3095" r:id="rId15"/>
    <p:sldId id="3096" r:id="rId16"/>
    <p:sldId id="1577" r:id="rId17"/>
    <p:sldId id="1511" r:id="rId18"/>
    <p:sldId id="2068" r:id="rId19"/>
    <p:sldId id="2195" r:id="rId20"/>
    <p:sldId id="2194" r:id="rId21"/>
    <p:sldId id="3107" r:id="rId77"/>
    <p:sldId id="3108" r:id="rId70"/>
    <p:sldId id="3109" r:id="rId57"/>
    <p:sldId id="3110" r:id="rId24"/>
    <p:sldId id="1565" r:id="rId25"/>
    <p:sldId id="1566" r:id="rId26"/>
    <p:sldId id="1575" r:id="rId27"/>
    <p:sldId id="1576" r:id="rId28"/>
    <p:sldId id="1528" r:id="rId29"/>
    <p:sldId id="2464" r:id="rId30"/>
    <p:sldId id="2466" r:id="rId31"/>
    <p:sldId id="2931" r:id="rId32"/>
    <p:sldId id="2932" r:id="rId33"/>
    <p:sldId id="2933" r:id="rId34"/>
    <p:sldId id="2934" r:id="rId35"/>
    <p:sldId id="2935" r:id="rId36"/>
    <p:sldId id="2936" r:id="rId37"/>
    <p:sldId id="2937" r:id="rId38"/>
    <p:sldId id="2938" r:id="rId39"/>
    <p:sldId id="2939" r:id="rId40"/>
    <p:sldId id="2940" r:id="rId41"/>
    <p:sldId id="2469" r:id="rId42"/>
    <p:sldId id="2342" r:id="rId43"/>
    <p:sldId id="2343" r:id="rId44"/>
    <p:sldId id="2344" r:id="rId45"/>
    <p:sldId id="2345" r:id="rId46"/>
    <p:sldId id="2346" r:id="rId47"/>
    <p:sldId id="2347" r:id="rId48"/>
    <p:sldId id="2348" r:id="rId49"/>
    <p:sldId id="2349" r:id="rId50"/>
    <p:sldId id="2350" r:id="rId51"/>
    <p:sldId id="2351" r:id="rId52"/>
    <p:sldId id="1670" r:id="rId53"/>
    <p:sldId id="1020" r:id="rId54"/>
    <p:sldId id="1757" r:id="rId55"/>
    <p:sldId id="2196" r:id="rId56"/>
    <p:sldId id="3102" r:id="rId155"/>
    <p:sldId id="1737" r:id="rId58"/>
    <p:sldId id="3103" r:id="rId59"/>
    <p:sldId id="1729" r:id="rId60"/>
    <p:sldId id="3104" r:id="rId61"/>
    <p:sldId id="3038" r:id="rId62"/>
    <p:sldId id="3105" r:id="rId63"/>
    <p:sldId id="3039" r:id="rId64"/>
    <p:sldId id="3106" r:id="rId65"/>
    <p:sldId id="787" r:id="rId66"/>
    <p:sldId id="1138" r:id="rId67"/>
    <p:sldId id="1730" r:id="rId68"/>
    <p:sldId id="3040" r:id="rId69"/>
    <p:sldId id="1427" r:id="rId71"/>
    <p:sldId id="1555" r:id="rId72"/>
    <p:sldId id="1260" r:id="rId73"/>
    <p:sldId id="344" r:id="rId74"/>
    <p:sldId id="1556" r:id="rId75"/>
    <p:sldId id="3041" r:id="rId76"/>
    <p:sldId id="1714" r:id="rId78"/>
    <p:sldId id="1462" r:id="rId79"/>
    <p:sldId id="1770" r:id="rId80"/>
    <p:sldId id="1771" r:id="rId81"/>
    <p:sldId id="1772" r:id="rId82"/>
    <p:sldId id="1773" r:id="rId83"/>
    <p:sldId id="1680" r:id="rId84"/>
    <p:sldId id="1598" r:id="rId85"/>
    <p:sldId id="348" r:id="rId86"/>
    <p:sldId id="2206" r:id="rId87"/>
    <p:sldId id="3111" r:id="rId90"/>
    <p:sldId id="3112" r:id="rId89"/>
    <p:sldId id="3113" r:id="rId88"/>
    <p:sldId id="3114" r:id="rId23"/>
    <p:sldId id="1128" r:id="rId91"/>
    <p:sldId id="1129" r:id="rId92"/>
    <p:sldId id="1130" r:id="rId93"/>
    <p:sldId id="1131" r:id="rId94"/>
    <p:sldId id="1132" r:id="rId95"/>
    <p:sldId id="1599" r:id="rId96"/>
    <p:sldId id="1600" r:id="rId97"/>
    <p:sldId id="1601" r:id="rId98"/>
    <p:sldId id="1602" r:id="rId99"/>
    <p:sldId id="1774" r:id="rId100"/>
    <p:sldId id="286" r:id="rId101"/>
    <p:sldId id="1604" r:id="rId102"/>
    <p:sldId id="1605" r:id="rId103"/>
    <p:sldId id="1606" r:id="rId104"/>
    <p:sldId id="1607" r:id="rId105"/>
    <p:sldId id="1608" r:id="rId106"/>
    <p:sldId id="1609" r:id="rId107"/>
    <p:sldId id="1610" r:id="rId108"/>
    <p:sldId id="1144" r:id="rId109"/>
    <p:sldId id="706" r:id="rId110"/>
    <p:sldId id="1611" r:id="rId111"/>
    <p:sldId id="707" r:id="rId112"/>
    <p:sldId id="497" r:id="rId113"/>
    <p:sldId id="1149" r:id="rId114"/>
    <p:sldId id="739" r:id="rId115"/>
    <p:sldId id="428" r:id="rId116"/>
    <p:sldId id="1612" r:id="rId117"/>
    <p:sldId id="1613" r:id="rId118"/>
    <p:sldId id="1146" r:id="rId119"/>
    <p:sldId id="423" r:id="rId120"/>
    <p:sldId id="424" r:id="rId121"/>
    <p:sldId id="1033" r:id="rId122"/>
    <p:sldId id="302" r:id="rId123"/>
    <p:sldId id="1633" r:id="rId124"/>
    <p:sldId id="3115" r:id="rId130"/>
    <p:sldId id="3116" r:id="rId129"/>
    <p:sldId id="1701" r:id="rId131"/>
    <p:sldId id="1634" r:id="rId132"/>
    <p:sldId id="3117" r:id="rId134"/>
    <p:sldId id="3118" r:id="rId133"/>
    <p:sldId id="1413" r:id="rId135"/>
    <p:sldId id="498" r:id="rId136"/>
    <p:sldId id="1742" r:id="rId137"/>
    <p:sldId id="499" r:id="rId138"/>
    <p:sldId id="1363" r:id="rId139"/>
    <p:sldId id="3119" r:id="rId142"/>
    <p:sldId id="3120" r:id="rId141"/>
    <p:sldId id="3121" r:id="rId140"/>
    <p:sldId id="3122" r:id="rId128"/>
    <p:sldId id="542" r:id="rId143"/>
    <p:sldId id="1775" r:id="rId144"/>
    <p:sldId id="1776" r:id="rId145"/>
    <p:sldId id="1777" r:id="rId146"/>
    <p:sldId id="1356" r:id="rId147"/>
    <p:sldId id="893" r:id="rId148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10" autoAdjust="0"/>
    <p:restoredTop sz="99785" autoAdjust="0"/>
  </p:normalViewPr>
  <p:slideViewPr>
    <p:cSldViewPr>
      <p:cViewPr varScale="1">
        <p:scale>
          <a:sx n="84" d="100"/>
          <a:sy n="84" d="100"/>
        </p:scale>
        <p:origin x="644" y="6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notesMaster" Target="notesMasters/notesMaster1.xml"/><Relationship Id="rId150" Type="http://schemas.openxmlformats.org/officeDocument/2006/relationships/presProps" Target="presProps.xml"/><Relationship Id="rId151" Type="http://schemas.openxmlformats.org/officeDocument/2006/relationships/viewProps" Target="viewProps.xml"/><Relationship Id="rId152" Type="http://schemas.openxmlformats.org/officeDocument/2006/relationships/theme" Target="theme/theme1.xml"/><Relationship Id="rId153" Type="http://schemas.openxmlformats.org/officeDocument/2006/relationships/tableStyles" Target="tableStyles.xml"/><Relationship Id="rId155" Type="http://schemas.openxmlformats.org/officeDocument/2006/relationships/slide" Target="slides/slide1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2491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368191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454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943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8816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910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575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3325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061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0327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6149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35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208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433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56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7072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4549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298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219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435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8341-0DDC-5E3F-A209-EA6D935F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A9FC1-FEB1-0DBE-98D2-43B28F6F5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0C2FB-566A-B6C4-DECC-C4429EB29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E5F02-6237-3CF0-3680-A87DF4A8E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88604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04639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1801-19EC-B186-7B61-420566BB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97826-97EB-49A5-B095-03C2977F3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553E7-6589-C20C-F193-5CC1DAD58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65C-506F-9EA9-72E3-240D51F1A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36829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C5449-6A71-EEFE-B31F-249DABD4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8B2D1-1A94-3053-9D47-1470C8A5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D2734-CA0E-6D7A-4E06-F36077D26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254A3-5519-14D5-3CCD-A5A038593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70973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2192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E55F-7C0E-54CD-6BAA-D47836F8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C07DF-8068-DBA7-EC8E-51028D436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EC8E3-E6DF-8F80-243D-CDA39FC12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F5A24-7B3F-886B-91CD-74F27F623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617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61158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45972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80388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7869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351077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45218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418032093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eg"/></Relationships>
</file>

<file path=ppt/slides/_rels/slide1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033.png"/><Relationship Id="rId4" Type="http://schemas.openxmlformats.org/officeDocument/2006/relationships/image" Target="../media/image5034.png"/><Relationship Id="rId6" Type="http://schemas.openxmlformats.org/officeDocument/2006/relationships/image" Target="../media/image5036.png"/><Relationship Id="rId8" Type="http://schemas.openxmlformats.org/officeDocument/2006/relationships/image" Target="../media/image50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0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024.png"/><Relationship Id="rId4" Type="http://schemas.openxmlformats.org/officeDocument/2006/relationships/image" Target="../media/image5025.png"/><Relationship Id="rId6" Type="http://schemas.openxmlformats.org/officeDocument/2006/relationships/image" Target="../media/image5027.png"/><Relationship Id="rId7" Type="http://schemas.openxmlformats.org/officeDocument/2006/relationships/image" Target="../media/image5028.png"/><Relationship Id="rId10" Type="http://schemas.openxmlformats.org/officeDocument/2006/relationships/image" Target="../media/image50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8.png"/><Relationship Id="rId3" Type="http://schemas.openxmlformats.org/officeDocument/2006/relationships/image" Target="../media/image5019.png"/><Relationship Id="rId5" Type="http://schemas.openxmlformats.org/officeDocument/2006/relationships/image" Target="../media/image502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13.png"/><Relationship Id="rId3" Type="http://schemas.openxmlformats.org/officeDocument/2006/relationships/image" Target="../media/image5014.png"/><Relationship Id="rId5" Type="http://schemas.openxmlformats.org/officeDocument/2006/relationships/image" Target="../media/image5016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e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0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e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7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6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1.png"/><Relationship Id="rId3" Type="http://schemas.openxmlformats.org/officeDocument/2006/relationships/image" Target="../media/image5042.png"/><Relationship Id="rId4" Type="http://schemas.openxmlformats.org/officeDocument/2006/relationships/image" Target="../media/image5043.png"/><Relationship Id="rId5" Type="http://schemas.openxmlformats.org/officeDocument/2006/relationships/image" Target="../media/image5044.png"/><Relationship Id="rId6" Type="http://schemas.openxmlformats.org/officeDocument/2006/relationships/image" Target="../media/image5045.png"/><Relationship Id="rId7" Type="http://schemas.openxmlformats.org/officeDocument/2006/relationships/image" Target="../media/image504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39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1.png"/><Relationship Id="rId4" Type="http://schemas.openxmlformats.org/officeDocument/2006/relationships/image" Target="../media/image5053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48.png"/><Relationship Id="rId4" Type="http://schemas.openxmlformats.org/officeDocument/2006/relationships/image" Target="../media/image505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8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6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54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8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2026년 7월 5일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한국 성직자들의 수호자 성 김대건 안드레아 사제 순교자 - 신심 미사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36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62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2722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	이 성인은 하느님의 법을 위해 죽기까지 싸웠으며, 악인들의 말도 두려워하지 않았네. 그는 튼튼한 반석 위에 집을 지었네.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287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640453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정성 어린 우리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300111-6143-F662-80CD-E3341EF79AC0}"/>
              </a:ext>
            </a:extLst>
          </p:cNvPr>
          <p:cNvGrpSpPr/>
          <p:nvPr/>
        </p:nvGrpSpPr>
        <p:grpSpPr>
          <a:xfrm>
            <a:off x="95250" y="555526"/>
            <a:ext cx="8953500" cy="3816424"/>
            <a:chOff x="95250" y="555526"/>
            <a:chExt cx="8953500" cy="38164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DC511A5-9FDD-0414-8BEB-9EE5BF030F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1847"/>
            <a:stretch/>
          </p:blipFill>
          <p:spPr>
            <a:xfrm>
              <a:off x="95250" y="555526"/>
              <a:ext cx="8953500" cy="100811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316179-FCFB-20EE-5114-DE199BDF8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062" y="2762225"/>
              <a:ext cx="8905875" cy="16097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451F0F-F9A7-C668-1241-353532EED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7489" y="1707654"/>
              <a:ext cx="7800975" cy="4095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FAE006D-9E15-A851-2AEE-057054D501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E6C27961-DD8D-4FA2-9279-B45FFC68A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0" y="483518"/>
            <a:ext cx="9001000" cy="4337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76844-FDA9-432B-A158-35F751CA1FD1}"/>
              </a:ext>
            </a:extLst>
          </p:cNvPr>
          <p:cNvSpPr txBox="1"/>
          <p:nvPr/>
        </p:nvSpPr>
        <p:spPr>
          <a:xfrm>
            <a:off x="6372200" y="48760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FBC43A0-1455-4709-A629-7C5DCD1025C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287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-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안드레아 김대건 신부 노래</a:t>
            </a:r>
            <a:endParaRPr kumimoji="0" lang="en-US" sz="28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477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056791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73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:p14="http://schemas.microsoft.com/office/powerpoint/2010/main" val="4086441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29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성수 예식</a:t>
            </a:r>
            <a:endParaRPr kumimoji="0" lang="en-AU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7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395536" y="771550"/>
            <a:ext cx="8568952" cy="3506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사랑하는 형제 여러분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우리가 받은 세례를 기념하기 위하여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사용할 이 물에 우리 주 하느님께서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강복하여 주시기를 간절히 청합시다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우리가 이미 받은 성령께 충실히 머물도록 친히 우리를 도와주실 것입니다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771550"/>
            <a:ext cx="8712968" cy="3621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전능하시고 영원하신 주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360363" marR="0" lvl="0" indent="-360363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생명의 샘이며 정화의 원천인 물로 사람들이 깨끗해지고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영원한 생명을 얻게 하셨나이다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청하오니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물에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강복하시어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날인 오늘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성수의 힘을 입게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6E87778-52FC-45A1-9398-B10C54D8EE3D}"/>
              </a:ext>
            </a:extLst>
          </p:cNvPr>
          <p:cNvSpPr txBox="1">
            <a:spLocks/>
          </p:cNvSpPr>
          <p:nvPr/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0" cap="none" spc="157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</a:rPr>
              <a:t>성수 예식</a:t>
            </a:r>
            <a:endParaRPr kumimoji="0" lang="ko-KR" altLang="en-US" sz="2600" b="0" i="0" u="none" strike="noStrike" kern="0" cap="none" spc="157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871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395536" y="615544"/>
            <a:ext cx="8568952" cy="4260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536575" marR="0" lvl="0" indent="-536575" algn="l" defTabSz="715558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또한 이 성수로 주님의 은총과 생명의 샘인 세례를 저희 안에 새롭게 하시고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모든 악에서 보호하시어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깨끗한 마음으로 주님께 나아가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구원의 은총을 받을 수 있게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93E712A-F0E9-4AA1-84C7-79EDDCE09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6961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359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843558"/>
            <a:ext cx="8784976" cy="3483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정화수의 채로 뿌리시면 저 깨끗하여지리이다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Asperges me, Domine hyssopo, et mundabor: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             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-2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sprinkle me, O Lord, with hyssop and I shall be cleaned: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씻어주소서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눈보다 더 희어지리이다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Lavabis me, et super nivem dealbabor.                       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wash me I shall become whiter than snow.</a:t>
            </a:r>
            <a:endParaRPr kumimoji="0" lang="en-US" altLang="ko-KR" sz="2600" b="0" i="1" u="none" strike="noStrike" kern="1200" cap="none" spc="-10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Times New Roman" panose="02020603050405020304" pitchFamily="18" charset="0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CF97376-4175-D008-728C-AFE5A3A807CD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88DA6C4-2D34-490F-A1CA-26557B649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5714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987574"/>
            <a:ext cx="8640960" cy="2759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 자비하시니 저를 불쌍히 여기소서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애련함이 크오시니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저의 죄를 없이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Miserere mei, Deus, secundum magnam misericordiam tuam.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Have mercy on me, O God, according to Thy great mercy.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D95DC5D-9DBD-8BA3-E729-BDFC46672F1B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A66251DC-5168-42D6-A70F-668B235D15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5811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746729"/>
            <a:ext cx="8604448" cy="3775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영광이 성부와 성자와 성령께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Gloria Patri, et Filio, et Spiritui Sancto: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Glory be to the Father and to the Son and to the Holy Spirit.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처음과 같이 이제와 항상 영원히 아멘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Sicut erat in principio, et nunc, et semper, 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in saecula saeculorum. Amen.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As it was in the beginning is now, and will be forever. Amen.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96E6176-A0EA-2248-7554-212058A2122F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34BCDC4-AF6D-4B3B-8818-A2230C9D8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2530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6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611560" y="928120"/>
            <a:ext cx="8424936" cy="3347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전능하신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 죄를 씻어 주시고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거행하는 이 성찬의 제사로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하늘 나라의 잔치에 참여하게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	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AU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E9B6C82-525F-4F15-8D98-01FBD057E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924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341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23003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10575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471255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699355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440164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931696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487808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584013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5103856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254016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4762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역대기 하권의 말씀입니다.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요아스 임금과 유다의 대신들은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조상들의 하느님의 집을 저버리고, 아세라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목상과 다른 우상들을 섬겼다. 이 죄 때문에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유다와 예루살렘에 진노가 내렸다.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주님께서는 그들을 당신께 돌아오게 하시려고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그들에게 예언자들을 보내셨다. 이 예언자들이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그들을 거슬러 증언하였지만, 그들은 귀를 기울이지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않았다.</a:t>
            </a:r>
          </a:p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여호야다 사제의 아들 즈카르야가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328112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C44A9B-E360-9A74-E12F-B00ECFA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7156F233-7B88-DDB6-24C8-6E3FA207D1A7}"/>
              </a:ext>
            </a:extLst>
          </p:cNvPr>
          <p:cNvSpPr txBox="1">
            <a:spLocks/>
          </p:cNvSpPr>
          <p:nvPr/>
        </p:nvSpPr>
        <p:spPr>
          <a:xfrm>
            <a:off x="179512" y="123478"/>
            <a:ext cx="8856984" cy="2876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영에 사로잡혀, 백성 앞에 나서서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말하였다. “하느님께서 이렇게 말씀하십니다.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‘너희는 어찌하여 주님의 계명을 어기느냐? 그렇게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해서는 너희가 잘될 리 없다. 너희가 주님을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저버렸으니 주님도 너희를 저버렸다.’”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사람들은 그를 거슬러 음모를 꾸미고,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임금의 명령에 따라 주님의 집 뜰에서 그에게 돌을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던져 죽였다.</a:t>
            </a:r>
          </a:p>
          <a:p>
            <a:pPr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요아스 임금은 이렇게 즈카르야의 아버지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FBFC4-BA41-C6CB-0FB3-E4D9BD8B935A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712951906"/>
      </p:ext>
    </p:extLst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19C91008-F31E-4E97-8F7E-60F090D6E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2" y="483518"/>
            <a:ext cx="9056982" cy="4321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2BC0B1-3584-4FAE-A13B-C4027DF73985}"/>
              </a:ext>
            </a:extLst>
          </p:cNvPr>
          <p:cNvSpPr txBox="1"/>
          <p:nvPr/>
        </p:nvSpPr>
        <p:spPr>
          <a:xfrm>
            <a:off x="6372200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C6836A0-251C-49A6-B099-463D28F830F8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287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-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안드레아 김대건 신부 노래</a:t>
            </a:r>
            <a:endParaRPr kumimoji="0" lang="en-US" sz="28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476224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이 몸 보호할 반석 되시고, 저를 구원할 성채 되소서. 당신은 저의 바위, 저의 성채이시니, 당신 이름 위하여 저를 이끌어 주소서.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31(30)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765E8-5D4F-280B-A490-BAC2C8B8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0220507-6BB5-248A-A5D0-A7C515644CDC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제 목숨 당신 손에 맡기오니, 주님, 진실하신 하느님, 저를 구원하소서. 오로지 주님만 믿나이다. 당신 자애로 저는 기뻐하고 즐거워하리이다.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004D18C-6E9C-0E2B-DCF9-6BCA1504EDF6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31(30)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BB46E5A-9FFA-0995-5A2A-7EAC3ED7E195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4CDB8-147D-BFED-7550-3721EBB094DC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247409"/>
      </p:ext>
    </p:extLst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24D38-12EF-1840-6465-7ECDE5AC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AA3FF4C-5EDA-747C-4445-CE5D94D98851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 얼굴 이 종에게 비추시고, 당신 자애로 저를 구하소서. 당신 앞 피신처에 그들을 감추시어, 사람들의 음모에서 구해 내소서.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9768717-160D-1341-3C6B-E42196695260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  시편 31(30)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DBED3F3-758B-A477-615D-52BBE696C4D9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9A595-5A1A-0D28-00FE-CA924B3E94A1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998247"/>
      </p:ext>
    </p:extLst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object 3">
            <a:extLst>
              <a:ext uri="{FF2B5EF4-FFF2-40B4-BE49-F238E27FC236}">
                <a16:creationId xmlns:a16="http://schemas.microsoft.com/office/drawing/2014/main" xmlns="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31(30)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4CBA01-1CE1-2056-81E0-C14208C824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2"/>
            <a:ext cx="8856984" cy="1635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6C5AC-1083-F092-013A-69FAEE3B8F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051" r="35227"/>
          <a:stretch/>
        </p:blipFill>
        <p:spPr>
          <a:xfrm>
            <a:off x="107504" y="699541"/>
            <a:ext cx="8856984" cy="16354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A5CDD11-F951-FDC7-A1E5-1CD33FECAE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773"/>
          <a:stretch/>
        </p:blipFill>
        <p:spPr>
          <a:xfrm>
            <a:off x="2051720" y="2571750"/>
            <a:ext cx="5599324" cy="1635461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br>
              <a:rPr lang="en-US" spc="78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로마서 말씀입니다.</a:t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믿음으로 의롭게 된 우리는 우리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 예수 그리스도를 통하여 하느님과 더불어 평화를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누립니다.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믿음 덕분에, 우리는 그리스도를 통하여 우리가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서 있는 이 은총 속으로 들어올 수 있게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되었습니다. 그리고 하느님의 영광에 참여하리라는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희망을 자랑으로 여깁니다.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그뿐만 아니라 우리는 환난도 자랑으로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여깁니다. 우리가 알고 있듯이, 환난은 인내를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7894858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071CE5-DB82-564F-E15A-A8374D56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787EE35F-ADDC-D3DF-894D-62FEE9E63CA8}"/>
              </a:ext>
            </a:extLst>
          </p:cNvPr>
          <p:cNvSpPr txBox="1">
            <a:spLocks/>
          </p:cNvSpPr>
          <p:nvPr/>
        </p:nvSpPr>
        <p:spPr>
          <a:xfrm>
            <a:off x="179512" y="123478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자아내고 </a:t>
            </a: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인내는 수양을, 수양은 희망을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자아냅니다.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희망은 우리를 부끄럽게 하지 않습니다.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받은 성령을 통하여 하느님의 사랑이 우리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마음에 부어졌기 때문입니다.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CEEA2-E7D4-C980-FBA4-82C27D066C53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395536" y="3864166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032306"/>
      </p:ext>
    </p:extLst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EB5B0F21-29A1-459A-80BE-70062092A6BF}"/>
              </a:ext>
            </a:extLst>
          </p:cNvPr>
          <p:cNvSpPr txBox="1"/>
          <p:nvPr/>
        </p:nvSpPr>
        <p:spPr>
          <a:xfrm>
            <a:off x="6372200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7C0B726-2AB5-48EC-B158-84B7D9A76197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287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-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안드레아 김대건 신부 노래</a:t>
            </a:r>
            <a:endParaRPr kumimoji="0" lang="en-US" sz="28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31F164-2575-4EAA-8C81-AA95AF438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555526"/>
            <a:ext cx="9024789" cy="410445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6165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2591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행복하여라, 의로움 때문에 박해를 받는 사람들! 하늘 나라가 그들의 것이다.</a:t>
            </a:r>
          </a:p>
          <a:p>
            <a:pPr marL="719138" indent="-719138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0610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5611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사도들에게 말씀하셨다.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“사람들을 조심하여라. 그들이 너희를 의회에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넘기고 회당에서 채찍질할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너희는 나 때문에 총독들과 임금들 앞에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끌려가, 그들과 다른 민족들에게 증언할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19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사람들이 너희를 넘길 때, 어떻게 말할까,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무엇을 말할까 걱정하지 마라. 너희가 무엇을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말해야 할지, 그때에 너희에게 일러 주실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20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사실 말하는 이는 너희가 아니라 너희 안에서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803587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F62E60-054A-7C63-A7ED-975C956C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3E39F4-0CB2-00C5-E291-48EF5D147F26}"/>
              </a:ext>
            </a:extLst>
          </p:cNvPr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말씀하시는 아버지의 영이시다.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21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형제가 형제를 넘겨 죽게 하고 아버지가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자식을 그렇게 하며, 자식들도 부모를 거슬러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일어나 죽게 할 것이다.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너희는 내 이름 때문에 모든 사람에게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미움을 받을 것이다. 그러나 끝까지 견디는 이는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구원을 받을 것이다.”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82522-5EF2-C65E-2E17-E34E029DD0E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707164674"/>
      </p:ext>
    </p:extLst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287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-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안드레아 김대건 신부 노래</a:t>
            </a:r>
            <a:endParaRPr kumimoji="0" lang="en-US" sz="28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68305-D81A-49F4-A0BD-63935B8485AC}"/>
              </a:ext>
            </a:extLst>
          </p:cNvPr>
          <p:cNvSpPr txBox="1"/>
          <p:nvPr/>
        </p:nvSpPr>
        <p:spPr>
          <a:xfrm>
            <a:off x="6364793" y="48760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F26BF6-60AD-4A9D-9B71-88305357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555526"/>
            <a:ext cx="9001000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1248311"/>
            <a:ext cx="5421432" cy="132343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503BA-527D-5E50-C111-FFB1142D50F4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0183318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924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6771740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326819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1942631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8950326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9025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990098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217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835621"/>
      </p:ext>
    </p:extLst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정성 어린 우리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B3DAAE-3D58-9D6A-2BFA-6571130A2682}"/>
              </a:ext>
            </a:extLst>
          </p:cNvPr>
          <p:cNvGrpSpPr/>
          <p:nvPr/>
        </p:nvGrpSpPr>
        <p:grpSpPr>
          <a:xfrm>
            <a:off x="95250" y="555526"/>
            <a:ext cx="8953500" cy="3744416"/>
            <a:chOff x="95250" y="555526"/>
            <a:chExt cx="8953500" cy="374441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7D5838-E71C-AC5A-5BC5-CB3D38333F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4111"/>
            <a:stretch/>
          </p:blipFill>
          <p:spPr>
            <a:xfrm>
              <a:off x="100012" y="555526"/>
              <a:ext cx="8943975" cy="136815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BEDEA2-DFC3-723A-3D35-77307F5835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39789"/>
            <a:stretch/>
          </p:blipFill>
          <p:spPr>
            <a:xfrm>
              <a:off x="95250" y="2778224"/>
              <a:ext cx="8953500" cy="108967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FB76CF5-DF10-5CE3-4CEF-6BD1BC7B6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873" y="1995686"/>
              <a:ext cx="7648575" cy="3333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9F01F0-5C71-841E-FB43-A5FA67D9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06549" y="3890367"/>
              <a:ext cx="7381875" cy="4095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28357A8-844C-8A22-DD01-F4ED8332F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정성 어린 우리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CFF1C57-99F9-D43E-9D9A-5EFBACC78B1B}"/>
              </a:ext>
            </a:extLst>
          </p:cNvPr>
          <p:cNvGrpSpPr/>
          <p:nvPr/>
        </p:nvGrpSpPr>
        <p:grpSpPr>
          <a:xfrm>
            <a:off x="95250" y="555526"/>
            <a:ext cx="8953500" cy="3816424"/>
            <a:chOff x="95250" y="555526"/>
            <a:chExt cx="8953500" cy="38164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DC511A5-9FDD-0414-8BEB-9EE5BF030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" y="555526"/>
              <a:ext cx="8953500" cy="17335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316179-FCFB-20EE-5114-DE199BDF8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062" y="2762225"/>
              <a:ext cx="8905875" cy="160972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5FD98A7-14C6-CB82-F83C-AED30410E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217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정성 어린 우리 제물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065D8D-6F02-3AAB-B7EE-C9BA8B17E534}"/>
              </a:ext>
            </a:extLst>
          </p:cNvPr>
          <p:cNvGrpSpPr/>
          <p:nvPr/>
        </p:nvGrpSpPr>
        <p:grpSpPr>
          <a:xfrm>
            <a:off x="95250" y="555526"/>
            <a:ext cx="8953500" cy="4032448"/>
            <a:chOff x="95250" y="555526"/>
            <a:chExt cx="8953500" cy="40324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7D5838-E71C-AC5A-5BC5-CB3D38333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12" y="555526"/>
              <a:ext cx="8943975" cy="2076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BEDEA2-DFC3-723A-3D35-77307F583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250" y="2778224"/>
              <a:ext cx="8953500" cy="18097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6F146AE-8090-437A-A4FF-EEC26FF09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55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8883203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8911789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131041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1086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0626946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2422898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7165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31663022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14096196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0773871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932836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648680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897806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5303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0431588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620636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7560840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말씀하신다. 누구든지 내 뒤를 따라오려면, 자신을 버리고 제 십자가를 지고 나를 따라야 한다.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152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351544"/>
      </p:ext>
    </p:extLst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AB376844-FDA9-432B-A158-35F751CA1F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BEE0297-30A2-410C-8FA7-20808D63E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8" y="123478"/>
            <a:ext cx="8820472" cy="4464795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637E7AED-0C60-4B00-8659-F54F85065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F212CF-26C7-47C5-A1C6-1799B2915D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6B1ED3A-CD8C-44B0-940A-8238C4D74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27F938B-ED3A-4A06-8262-6E7FDA7FE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5" y="2571747"/>
            <a:ext cx="10" cy="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BA272C7-BF8D-4C2C-BC69-E9FE4650D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992" y="2569892"/>
            <a:ext cx="8015" cy="37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9392F7E-5FF8-4D25-9A45-B5F8E522E07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152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오 지극한 신비여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088110-4FB5-45B7-B79F-9D2C9F9208E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427947-79AD-409A-99D4-D009A6A39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6" y="555526"/>
            <a:ext cx="8984740" cy="4248019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152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오 지극한 신비여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4B3C1-7E09-484D-80D6-89AEF65473B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0ECA49-C4C9-4B3A-8F88-7E91BF0B0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1" y="627534"/>
            <a:ext cx="9008555" cy="3962431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338771621"/>
      </p:ext>
    </p:extLst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4">
            <a:extLst>
              <a:ext uri="{FF2B5EF4-FFF2-40B4-BE49-F238E27FC236}">
                <a16:creationId xmlns:a16="http://schemas.microsoft.com/office/drawing/2014/main" id="{BACD897D-A042-4E83-B61D-5B6FE2DFC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F55DD570-296E-4CB7-BE82-2B66968C8A2E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 봉헌</a:t>
            </a:r>
            <a:r>
              <a:rPr kumimoji="0" lang="ko-KR" altLang="en-US" sz="32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32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47</a:t>
            </a:r>
            <a:r>
              <a:rPr kumimoji="0" lang="en-US" altLang="ko-KR" sz="32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형제여 손을 들어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F09CFD3-E418-4121-B1CB-D6B64B5B6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705966"/>
            <a:ext cx="88773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 봉헌</a:t>
            </a:r>
            <a:r>
              <a:rPr kumimoji="0" lang="ko-KR" altLang="en-US" sz="32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32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47</a:t>
            </a:r>
            <a:r>
              <a:rPr kumimoji="0" lang="en-US" altLang="ko-KR" sz="32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32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형제여 손을 들어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A6303D6E-5E4D-4A36-86B6-ADE8A7A9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36F300-56DF-41CE-B173-9C650799A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771550"/>
            <a:ext cx="8867775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0344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6579772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286</a:t>
            </a:r>
          </a:p>
        </p:txBody>
      </p:sp>
    </p:spTree>
    <p:extLst>
      <p:ext uri="{BB962C8B-B14F-4D97-AF65-F5344CB8AC3E}">
        <p14:creationId xmlns:p14="http://schemas.microsoft.com/office/powerpoint/2010/main" val="3794957418"/>
      </p:ext>
    </p:extLst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952BC0B1-3584-4FAE-A13B-C4027DF7398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D49D1B63-5B89-47EB-BFF0-E7643AB4A764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286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순교자의 믿음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2C15516-232E-4FD5-B5B6-41B6B253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8" y="680144"/>
            <a:ext cx="8964488" cy="3691806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그림 2">
            <a:extLst>
              <a:ext uri="{FF2B5EF4-FFF2-40B4-BE49-F238E27FC236}">
                <a16:creationId xmlns:a16="http://schemas.microsoft.com/office/drawing/2014/main" id="{F78001A2-41CB-4748-BAD0-EFA0EE5B5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3" y="51470"/>
            <a:ext cx="8797857" cy="4824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5B0F21-29A1-459A-80BE-70062092A6B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286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순교자의 믿음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68305-D81A-49F4-A0BD-63935B8485AC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3A2FE5-431A-4765-9603-C32544B94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8" y="566327"/>
            <a:ext cx="8892480" cy="4093655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4997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0888062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8210258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4440191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4227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여호야다가 자기에게 바친 충성을 기억하지 않고,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그의 아들을 죽였다. 즈카르야는 죽으면서,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“주님께서 보고 갚으실 것이다.” 하고 말하였다.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D896C3-CD2D-AA2E-CCE0-08DE270AEDDD}"/>
              </a:ext>
            </a:extLst>
          </p:cNvPr>
          <p:cNvSpPr txBox="1">
            <a:spLocks/>
          </p:cNvSpPr>
          <p:nvPr/>
        </p:nvSpPr>
        <p:spPr>
          <a:xfrm>
            <a:off x="395536" y="2706483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60252</TotalTime>
  <Words>3255</Words>
  <Application>Microsoft Office PowerPoint</Application>
  <PresentationFormat>On-screen Show (16:9)</PresentationFormat>
  <Paragraphs>540</Paragraphs>
  <Slides>144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63" baseType="lpstr">
      <vt:lpstr>Gulim</vt:lpstr>
      <vt:lpstr>궁서</vt:lpstr>
      <vt:lpstr>궁서</vt:lpstr>
      <vt:lpstr>대한</vt:lpstr>
      <vt:lpstr>dotum</vt:lpstr>
      <vt:lpstr>Malgun Gothic</vt:lpstr>
      <vt:lpstr>Malgun Gothic</vt:lpstr>
      <vt:lpstr>Batang</vt:lpstr>
      <vt:lpstr>Batang</vt:lpstr>
      <vt:lpstr>Arial</vt:lpstr>
      <vt:lpstr>Arial Black</vt:lpstr>
      <vt:lpstr>Calibri</vt:lpstr>
      <vt:lpstr>Gill Sans MT</vt:lpstr>
      <vt:lpstr>Lucida Calligraphy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성모 찬송</vt:lpstr>
      <vt:lpstr>성모 찬송</vt:lpstr>
      <vt:lpstr>성모 찬송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입당송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성수 예식</vt:lpstr>
      <vt:lpstr>PowerPoint Presentation</vt:lpstr>
      <vt:lpstr>PowerPoint Presentation</vt:lpstr>
      <vt:lpstr>성수 예식</vt:lpstr>
      <vt:lpstr>PowerPoint Presentation</vt:lpstr>
      <vt:lpstr>성수 예식</vt:lpstr>
      <vt:lpstr>성수 예식</vt:lpstr>
      <vt:lpstr>성수 예식</vt:lpstr>
      <vt:lpstr>PowerPoint Presentation</vt:lpstr>
      <vt:lpstr>성수 예식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제 1 독서  탈출기의 말씀입니다.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제 2 독서  사도 바오로의 로마서 말씀입니다.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영성체</vt:lpstr>
      <vt:lpstr>PowerPoint Presentation</vt:lpstr>
      <vt:lpstr>영성체송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파 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2045</cp:revision>
  <dcterms:created xsi:type="dcterms:W3CDTF">2016-08-30T00:06:00Z</dcterms:created>
  <dcterms:modified xsi:type="dcterms:W3CDTF">2026-06-10T11:50:35Z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
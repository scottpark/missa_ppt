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  <p:sldMasterId id="2147483674" r:id="rId3"/>
    <p:sldMasterId id="2147483681" r:id="rId4"/>
  </p:sldMasterIdLst>
  <p:notesMasterIdLst>
    <p:notesMasterId r:id="rId72"/>
  </p:notesMasterIdLst>
  <p:sldIdLst>
    <p:sldId id="1842" r:id="rId5"/>
    <p:sldId id="1377" r:id="rId6"/>
    <p:sldId id="1062" r:id="rId7"/>
    <p:sldId id="1063" r:id="rId8"/>
    <p:sldId id="2518" r:id="rId9"/>
    <p:sldId id="2519" r:id="rId10"/>
    <p:sldId id="2520" r:id="rId11"/>
    <p:sldId id="2521" r:id="rId12"/>
    <p:sldId id="1332" r:id="rId13"/>
    <p:sldId id="2079" r:id="rId14"/>
    <p:sldId id="2067" r:id="rId15"/>
    <p:sldId id="1438" r:id="rId16"/>
    <p:sldId id="896" r:id="rId17"/>
    <p:sldId id="2064" r:id="rId18"/>
    <p:sldId id="2065" r:id="rId19"/>
    <p:sldId id="2066" r:id="rId20"/>
    <p:sldId id="2078" r:id="rId21"/>
    <p:sldId id="1796" r:id="rId22"/>
    <p:sldId id="2016" r:id="rId23"/>
    <p:sldId id="2522" r:id="rId24"/>
    <p:sldId id="2523" r:id="rId25"/>
    <p:sldId id="2060" r:id="rId26"/>
    <p:sldId id="1520" r:id="rId27"/>
    <p:sldId id="2536" r:id="rId77"/>
    <p:sldId id="2537" r:id="rId78"/>
    <p:sldId id="2538" r:id="rId79"/>
    <p:sldId id="1505" r:id="rId32"/>
    <p:sldId id="2081" r:id="rId33"/>
    <p:sldId id="2083" r:id="rId34"/>
    <p:sldId id="2527" r:id="rId35"/>
    <p:sldId id="2528" r:id="rId36"/>
    <p:sldId id="2080" r:id="rId39"/>
    <p:sldId id="2036" r:id="rId40"/>
    <p:sldId id="1507" r:id="rId41"/>
    <p:sldId id="344" r:id="rId42"/>
    <p:sldId id="2070" r:id="rId43"/>
    <p:sldId id="2530" r:id="rId44"/>
    <p:sldId id="2539" r:id="rId38"/>
    <p:sldId id="2540" r:id="rId37"/>
    <p:sldId id="2086" r:id="rId46"/>
    <p:sldId id="2087" r:id="rId47"/>
    <p:sldId id="2088" r:id="rId48"/>
    <p:sldId id="2089" r:id="rId49"/>
    <p:sldId id="2090" r:id="rId50"/>
    <p:sldId id="1514" r:id="rId51"/>
    <p:sldId id="1962" r:id="rId52"/>
    <p:sldId id="1128" r:id="rId53"/>
    <p:sldId id="2037" r:id="rId54"/>
    <p:sldId id="286" r:id="rId55"/>
    <p:sldId id="1815" r:id="rId56"/>
    <p:sldId id="1149" r:id="rId57"/>
    <p:sldId id="739" r:id="rId58"/>
    <p:sldId id="428" r:id="rId59"/>
    <p:sldId id="1965" r:id="rId60"/>
    <p:sldId id="302" r:id="rId61"/>
    <p:sldId id="1963" r:id="rId62"/>
    <p:sldId id="1379" r:id="rId63"/>
    <p:sldId id="1441" r:id="rId64"/>
    <p:sldId id="1492" r:id="rId65"/>
    <p:sldId id="2532" r:id="rId66"/>
    <p:sldId id="2533" r:id="rId67"/>
    <p:sldId id="2534" r:id="rId68"/>
    <p:sldId id="2535" r:id="rId69"/>
    <p:sldId id="2505" r:id="rId70"/>
    <p:sldId id="893" r:id="rId71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023" autoAdjust="0"/>
    <p:restoredTop sz="92015" autoAdjust="0"/>
  </p:normalViewPr>
  <p:slideViewPr>
    <p:cSldViewPr>
      <p:cViewPr varScale="1">
        <p:scale>
          <a:sx n="98" d="100"/>
          <a:sy n="98" d="100"/>
        </p:scale>
        <p:origin x="-102" y="-798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Relationship Id="rId77" Type="http://schemas.openxmlformats.org/officeDocument/2006/relationships/slide" Target="slides/slide68.xml"/><Relationship Id="rId78" Type="http://schemas.openxmlformats.org/officeDocument/2006/relationships/slide" Target="slides/slide69.xml"/><Relationship Id="rId79" Type="http://schemas.openxmlformats.org/officeDocument/2006/relationships/slide" Target="slides/slide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16/07/2026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014770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945548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3430105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187839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2801441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1556744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559042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18970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06155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06155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061556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492192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114355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114355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114355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873836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29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492192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5114355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5114355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5114355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2245972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5077285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5590429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18970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18970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4301058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4301058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0936657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9235568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202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3118444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139796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216204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1877994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xmlns="" val="3807346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9340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64001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82630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310352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140291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41445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7/16/2026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511477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7460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7/16/2026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eg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e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xmlns="" id="{1040A872-B93C-48D8-996A-17DB865F4D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39" y="0"/>
            <a:ext cx="9174600" cy="5141564"/>
          </a:xfrm>
          <a:prstGeom prst="rect">
            <a:avLst/>
          </a:prstGeom>
        </p:spPr>
      </p:pic>
      <p:pic>
        <p:nvPicPr>
          <p:cNvPr id="12" name="Picture 12" descr="broken-bay_logo.jpg">
            <a:extLst>
              <a:ext uri="{FF2B5EF4-FFF2-40B4-BE49-F238E27FC236}">
                <a16:creationId xmlns:a16="http://schemas.microsoft.com/office/drawing/2014/main" xmlns="" id="{E7D6E599-A4AD-4277-9AC8-6DF6337F15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DFFFF"/>
              </a:clrFrom>
              <a:clrTo>
                <a:srgbClr val="FD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63905" y="386614"/>
            <a:ext cx="1182298" cy="816984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:a16="http://schemas.microsoft.com/office/drawing/2014/main" xmlns="" id="{DA01D17A-8E05-4F9A-BAE4-F0B9DA2A8D38}"/>
              </a:ext>
            </a:extLst>
          </p:cNvPr>
          <p:cNvSpPr txBox="1"/>
          <p:nvPr/>
        </p:nvSpPr>
        <p:spPr>
          <a:xfrm>
            <a:off x="-36512" y="3650914"/>
            <a:ext cx="9174600" cy="1513124"/>
          </a:xfrm>
          <a:prstGeom prst="rect">
            <a:avLst/>
          </a:prstGeom>
          <a:ln w="12700">
            <a:noFill/>
          </a:ln>
        </p:spPr>
        <p:txBody>
          <a:bodyPr vert="horz" wrap="square" lIns="0" tIns="4970" rIns="0" bIns="0" rtlCol="0">
            <a:spAutoFit/>
          </a:bodyPr>
          <a:lstStyle/>
          <a:p>
            <a:pPr marL="684748" marR="678786" indent="74041" algn="ctr">
              <a:spcAft>
                <a:spcPts val="1200"/>
              </a:spcAft>
            </a:pPr>
            <a:r>
              <a:rPr sz="2200" b="1" spc="200" dirty="0" smtClean="0">
                <a:latin typeface="궁서" pitchFamily="18" charset="-127"/>
                <a:ea typeface="궁서" pitchFamily="18" charset="-127"/>
                <a:cs typeface="Malgun Gothic"/>
              </a:rPr>
              <a:t>2026년 6월 24일</a:t>
            </a:r>
            <a:endParaRPr lang="en-US" altLang="ko-KR" sz="2200" b="1" spc="200" dirty="0">
              <a:latin typeface="궁서" pitchFamily="18" charset="-127"/>
              <a:ea typeface="궁서" pitchFamily="18" charset="-127"/>
              <a:cs typeface="Malgun Gothic"/>
            </a:endParaRPr>
          </a:p>
          <a:p>
            <a:pPr marL="684748" marR="678786" indent="74041" algn="ctr">
              <a:spcAft>
                <a:spcPts val="1200"/>
              </a:spcAft>
            </a:pPr>
            <a:r>
              <a:rPr lang="ko-KR" altLang="en-US" sz="2800" b="1" spc="500" dirty="0">
                <a:latin typeface="궁서" pitchFamily="18" charset="-127"/>
                <a:ea typeface="궁서" pitchFamily="18" charset="-127"/>
              </a:rPr>
              <a:t>성 요한 세례자 탄생 대축일</a:t>
            </a:r>
            <a:endParaRPr lang="en-US" altLang="ko-KR" sz="2800" b="1" spc="500" dirty="0">
              <a:latin typeface="궁서" pitchFamily="18" charset="-127"/>
              <a:ea typeface="궁서" pitchFamily="18" charset="-127"/>
            </a:endParaRPr>
          </a:p>
          <a:p>
            <a:pPr marL="684748" marR="678786" indent="74041" algn="ctr">
              <a:spcAft>
                <a:spcPts val="1200"/>
              </a:spcAft>
            </a:pPr>
            <a:r>
              <a:rPr lang="en-US" altLang="ko-KR" sz="2800" b="1" spc="500" dirty="0">
                <a:latin typeface="궁서" pitchFamily="18" charset="-127"/>
                <a:ea typeface="궁서" pitchFamily="18" charset="-127"/>
              </a:rPr>
              <a:t>(</a:t>
            </a:r>
            <a:r>
              <a:rPr lang="ko-KR" altLang="en-US" sz="2800" b="1" spc="500" dirty="0">
                <a:latin typeface="궁서" pitchFamily="18" charset="-127"/>
                <a:ea typeface="궁서" pitchFamily="18" charset="-127"/>
              </a:rPr>
              <a:t>사제 성화의 날</a:t>
            </a:r>
            <a:r>
              <a:rPr lang="en-US" altLang="ko-KR" sz="2800" b="1" spc="500" dirty="0">
                <a:latin typeface="궁서" pitchFamily="18" charset="-127"/>
                <a:ea typeface="궁서" pitchFamily="18" charset="-127"/>
              </a:rPr>
              <a:t>)</a:t>
            </a:r>
            <a:endParaRPr lang="en-US" altLang="en-US" sz="2800" b="1" spc="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2258171" y="483518"/>
            <a:ext cx="6130253" cy="104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algn="ctr"/>
            <a:r>
              <a:rPr sz="2700" b="1" spc="120" dirty="0">
                <a:latin typeface="Arial Black" panose="020B0A04020102020204" pitchFamily="34" charset="0"/>
                <a:ea typeface="나눔고딕" pitchFamily="50" charset="-127"/>
                <a:cs typeface="Malgun Gothic"/>
              </a:rPr>
              <a:t>브로큰 베이 교구 한인 천주교회</a:t>
            </a:r>
            <a:endParaRPr lang="en-US" sz="2700" b="1" spc="120" dirty="0">
              <a:latin typeface="Arial Black" panose="020B0A04020102020204" pitchFamily="34" charset="0"/>
              <a:ea typeface="나눔고딕" pitchFamily="50" charset="-127"/>
              <a:cs typeface="Malgun Gothic"/>
            </a:endParaRPr>
          </a:p>
          <a:p>
            <a:pPr marL="9784" algn="ctr"/>
            <a:r>
              <a:rPr lang="en-GB" sz="2300" dirty="0">
                <a:solidFill>
                  <a:srgbClr val="000000"/>
                </a:solidFill>
                <a:latin typeface="AppleSystemUIFont"/>
                <a:ea typeface="Malgun Gothic" panose="020B0503020000020004" pitchFamily="34" charset="-127"/>
                <a:cs typeface="Arial" panose="020B0604020202020204" pitchFamily="34" charset="0"/>
              </a:rPr>
              <a:t>Korean Chaplaincy </a:t>
            </a:r>
            <a:r>
              <a:rPr lang="en-GB" sz="1300" dirty="0">
                <a:solidFill>
                  <a:srgbClr val="000000"/>
                </a:solidFill>
                <a:latin typeface="AppleSystemUIFont"/>
                <a:ea typeface="Malgun Gothic" panose="020B0503020000020004" pitchFamily="34" charset="-127"/>
                <a:cs typeface="AppleSystemUIFont"/>
              </a:rPr>
              <a:t>CATHOLIC DIOCESE OF BROKEN BAY </a:t>
            </a:r>
            <a:endParaRPr lang="en-AU" sz="1300" dirty="0"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9784" algn="ctr"/>
            <a:endParaRPr sz="1800" dirty="0">
              <a:latin typeface="Gill Sans MT"/>
              <a:cs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71304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60436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2699792" y="1084177"/>
            <a:ext cx="5760640" cy="2331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미사가 시작되오니</a:t>
            </a:r>
            <a:r>
              <a:rPr lang="en-AU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</a:t>
            </a: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핸드폰 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설정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을</a:t>
            </a:r>
            <a:endParaRPr lang="en-AU" sz="3200" b="1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확인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하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시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기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바랍니다</a:t>
            </a:r>
            <a:endParaRPr sz="3200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pic>
        <p:nvPicPr>
          <p:cNvPr id="3" name="Picture 2" descr="See the source image">
            <a:extLst>
              <a:ext uri="{FF2B5EF4-FFF2-40B4-BE49-F238E27FC236}">
                <a16:creationId xmlns:a16="http://schemas.microsoft.com/office/drawing/2014/main" xmlns="" id="{233D9B60-48F6-4C8E-B527-60E426E72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9293" t="1400" r="6384" b="10800"/>
          <a:stretch/>
        </p:blipFill>
        <p:spPr bwMode="auto">
          <a:xfrm>
            <a:off x="755576" y="627534"/>
            <a:ext cx="1862270" cy="2088232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  <a:softEdge rad="127000"/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3888581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9512" y="699542"/>
            <a:ext cx="8784976" cy="4265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지극히 어지신 구세주 예수님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,</a:t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 앞에 꿇어 경배하오니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저희를 굽어살피소서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20000"/>
              </a:lnSpc>
              <a:spcAft>
                <a:spcPts val="2100"/>
              </a:spcAft>
              <a:tabLst>
                <a:tab pos="719138" algn="l"/>
              </a:tabLst>
              <a:defRPr/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en-US" altLang="ko-KR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저희는 이미 주님의 백성이오니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언제나 주님과 함께 살아가기를 바라나이다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주님과 하나 되고자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오늘 저희를 주님의 성심께 봉헌하나이다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93861"/>
            <a:ext cx="7488832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defTabSz="914400">
              <a:defRPr/>
            </a:pPr>
            <a:r>
              <a:rPr lang="ko-KR" altLang="en-US" sz="3000" kern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예수 성심께 천하 만민을 바치는 기도</a:t>
            </a:r>
            <a:endParaRPr lang="ko-KR" altLang="en-US" sz="3000" kern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9331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/>
          <p:nvPr/>
        </p:nvSpPr>
        <p:spPr>
          <a:xfrm>
            <a:off x="251520" y="355916"/>
            <a:ext cx="8784976" cy="4088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일찍이 알아 모시지 못한 사람도 많고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알고도 주님의 계명을 저버리고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주님을 떠난 사람도 많사오니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30000"/>
              </a:lnSpc>
              <a:spcAft>
                <a:spcPts val="2400"/>
              </a:spcAft>
              <a:tabLst>
                <a:tab pos="719138" algn="l"/>
              </a:tabLst>
              <a:defRPr/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en-US" altLang="ko-KR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지극히 인자하신 예수님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이런 사람들도 다 불쌍히 여기시어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주님의 성심께 이끌어 들이소서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26202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30834"/>
            <a:ext cx="9001000" cy="491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주님께서는 목자이시니 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떠나지 않은 사람들을 보살피시고 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이미 주님을 떠난 사람들은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다시 아버지 집으로 돌아오게 하시어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굶어 죽는 일이 없게 하소서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</a:p>
          <a:p>
            <a:pPr>
              <a:lnSpc>
                <a:spcPct val="120000"/>
              </a:lnSpc>
              <a:spcAft>
                <a:spcPts val="1200"/>
              </a:spcAft>
              <a:tabLst>
                <a:tab pos="719138" algn="l"/>
              </a:tabLst>
              <a:defRPr/>
            </a:pPr>
            <a:r>
              <a:rPr lang="ko-KR" altLang="en-US" sz="28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lang="ko-KR" altLang="en-US" sz="30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30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옹졸한 고집에 사로잡힌 사람들이나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 err="1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불목하여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갈린 사람들도 부르시어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저희가 모두 같은 신앙을 고백하며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한 우리에서 한 목자 밑에 살게 하소서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41167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115922"/>
            <a:ext cx="8784976" cy="4716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spc="-200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spc="-200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거룩한 교회를 평화의 깃발로 세우시고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모든 나라에 참된 평화를 주시어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온 세상 어디서나 입을 모아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저희를 구원하신 거룩하신 성심께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영원히 찬미와 영광과 흠숭을 드리게 하소서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 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endParaRPr lang="en-US" altLang="ko-KR" sz="3000" b="1" dirty="0">
              <a:solidFill>
                <a:srgbClr val="EEECE1">
                  <a:lumMod val="90000"/>
                </a:srgb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400" dirty="0">
                <a:solidFill>
                  <a:prstClr val="white"/>
                </a:solidFill>
                <a:latin typeface="맑은 고딕" panose="020B0503020000020004" pitchFamily="50" charset="-127"/>
              </a:rPr>
              <a:t>◎</a:t>
            </a:r>
            <a:r>
              <a:rPr lang="ko-KR" altLang="en-US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아 멘 </a:t>
            </a:r>
            <a:endParaRPr lang="en-US" altLang="ko-KR" sz="3400" b="1" dirty="0">
              <a:solidFill>
                <a:prstClr val="white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 </a:t>
            </a:r>
            <a:r>
              <a:rPr lang="en-US" altLang="ko-KR" sz="30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 성심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endParaRPr lang="en-US" altLang="ko-KR" sz="3000" b="1" dirty="0">
              <a:solidFill>
                <a:prstClr val="white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800"/>
              </a:spcAft>
              <a:tabLst>
                <a:tab pos="719138" algn="l"/>
              </a:tabLst>
              <a:defRPr/>
            </a:pPr>
            <a:r>
              <a:rPr lang="ko-KR" altLang="en-US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 </a:t>
            </a:r>
            <a:r>
              <a:rPr lang="en-US" altLang="ko-KR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이 세상에 주님의 나라를 세우소서</a:t>
            </a:r>
            <a:r>
              <a:rPr lang="en-US" altLang="ko-KR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4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0975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4095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입당송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755576" y="915566"/>
            <a:ext cx="7272808" cy="3323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720000" indent="-720000">
              <a:lnSpc>
                <a:spcPct val="100000"/>
              </a:lnSpc>
              <a:spcAft>
                <a:spcPts val="1200"/>
              </a:spcAft>
            </a:pPr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	하느님이 보내신 사람이 있는데, 그의 이름은 요한이었다. 백성이 주님을 맞이할 준비를 하도록, 그는 빛을 증언하러 왔다.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512" y="1491630"/>
            <a:ext cx="9071992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입 당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4800" b="1" spc="1500" dirty="0" smtClean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329</a:t>
            </a:r>
            <a:endParaRPr lang="en-US" altLang="ko-KR" sz="4800" b="1" spc="1500" dirty="0"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12970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529137"/>
            <a:ext cx="9108504" cy="4185753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하늘 높은데서는 하느님께 영광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땅에서는 주님께서 사랑하시는 사람들에게 평화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 하느님 하늘의 임금님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전능하신 아버지 하느님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기리나이다 찬미하나이다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흠숭하나이다 찬양하나이다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 영광 크시오니 감사하나이다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6F17F0B-9570-4BE5-A125-85B2AE51E472}"/>
              </a:ext>
            </a:extLst>
          </p:cNvPr>
          <p:cNvSpPr/>
          <p:nvPr/>
        </p:nvSpPr>
        <p:spPr>
          <a:xfrm>
            <a:off x="8143900" y="0"/>
            <a:ext cx="1000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179512" y="-20537"/>
            <a:ext cx="7311095" cy="522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1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Batang" pitchFamily="18" charset="-127"/>
                <a:ea typeface="Batang" pitchFamily="18" charset="-127"/>
                <a:cs typeface="+mn-cs"/>
              </a:rPr>
              <a:t>대영광송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483518"/>
            <a:ext cx="9108504" cy="4678196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외아들 주 예수 그리스도님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 하느님 성부의 아드님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하느님의 어린양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세상의 죄를 없애시는 주님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저희에게 자비를 베푸소서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세상의 죄를 없애시는 주님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저희의 기도를 들어 주소서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6F17F0B-9570-4BE5-A125-85B2AE51E472}"/>
              </a:ext>
            </a:extLst>
          </p:cNvPr>
          <p:cNvSpPr/>
          <p:nvPr/>
        </p:nvSpPr>
        <p:spPr>
          <a:xfrm>
            <a:off x="8143900" y="0"/>
            <a:ext cx="1000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179512" y="-20537"/>
            <a:ext cx="7311095" cy="522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1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Batang" pitchFamily="18" charset="-127"/>
                <a:ea typeface="Batang" pitchFamily="18" charset="-127"/>
                <a:cs typeface="+mn-cs"/>
              </a:rPr>
              <a:t>대영광송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571486"/>
            <a:ext cx="9108504" cy="4170364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성부 오른편에 앉아 계신 주님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저희에게 자비를 베푸소서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홀로 거룩하시고 홀로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주님이시며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홀로 높으신 예수 그리스도님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성령과 함께 아버지 하느님의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영광안에 계시나이다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아멘</a:t>
            </a: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6F17F0B-9570-4BE5-A125-85B2AE51E472}"/>
              </a:ext>
            </a:extLst>
          </p:cNvPr>
          <p:cNvSpPr/>
          <p:nvPr/>
        </p:nvSpPr>
        <p:spPr>
          <a:xfrm>
            <a:off x="8143900" y="0"/>
            <a:ext cx="1000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179512" y="-20537"/>
            <a:ext cx="7311095" cy="522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1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Batang" pitchFamily="18" charset="-127"/>
                <a:ea typeface="Batang" pitchFamily="18" charset="-127"/>
                <a:cs typeface="+mn-cs"/>
              </a:rPr>
              <a:t>대영광송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First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861305" y="987574"/>
            <a:ext cx="8103183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1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spc="50" dirty="0" smtClean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이사야서의 말씀입니다.</a:t>
            </a:r>
            <a:r>
              <a:rPr lang="en-US" altLang="ko-KR" sz="3200" spc="5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en-US" altLang="ko-KR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endParaRPr sz="3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0FE5379-552E-5DF6-EA4A-A2F73DBD82E6}"/>
              </a:ext>
            </a:extLst>
          </p:cNvPr>
          <p:cNvSpPr txBox="1"/>
          <p:nvPr/>
        </p:nvSpPr>
        <p:spPr>
          <a:xfrm>
            <a:off x="6516216" y="4876586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xmlns="" id="{E5A6ECC0-0A15-80D4-405D-B92AB07E8085}"/>
              </a:ext>
            </a:extLst>
          </p:cNvPr>
          <p:cNvSpPr txBox="1">
            <a:spLocks/>
          </p:cNvSpPr>
          <p:nvPr/>
        </p:nvSpPr>
        <p:spPr>
          <a:xfrm>
            <a:off x="35496" y="119384"/>
            <a:ext cx="9001000" cy="4828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섬들아, 내 말을 들어라. 먼 곳에 사는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민족들아, 귀를 기울여라. 주님께서 나를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모태에서부터 부르시고 어머니 배 속에서부터 내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이름을 지어 주셨다.</a:t>
            </a:r>
          </a:p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 내 입을 날카로운 칼처럼 만드시고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당신의 손 그늘에 나를 숨겨 주셨다. 나를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날카로운 화살처럼 만드시어 당신의 화살 통 속에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감추셨다.</a:t>
            </a:r>
          </a:p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 나에게 말씀하셨다. “너는 나의</a:t>
            </a:r>
          </a:p>
        </p:txBody>
      </p:sp>
    </p:spTree>
    <p:extLst>
      <p:ext uri="{BB962C8B-B14F-4D97-AF65-F5344CB8AC3E}">
        <p14:creationId xmlns:p14="http://schemas.microsoft.com/office/powerpoint/2010/main" xmlns="" val="84285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0FE5379-552E-5DF6-EA4A-A2F73DBD82E6}"/>
              </a:ext>
            </a:extLst>
          </p:cNvPr>
          <p:cNvSpPr txBox="1"/>
          <p:nvPr/>
        </p:nvSpPr>
        <p:spPr>
          <a:xfrm>
            <a:off x="6516216" y="4876586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xmlns="" id="{E5A6ECC0-0A15-80D4-405D-B92AB07E8085}"/>
              </a:ext>
            </a:extLst>
          </p:cNvPr>
          <p:cNvSpPr txBox="1">
            <a:spLocks/>
          </p:cNvSpPr>
          <p:nvPr/>
        </p:nvSpPr>
        <p:spPr>
          <a:xfrm>
            <a:off x="35496" y="129257"/>
            <a:ext cx="9001000" cy="46747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종이다. 이스라엘아, 너에게서 내 영광이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드러나리라.”</a:t>
            </a:r>
          </a:p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그러나 나는 말하였다. “나는 쓸데없이 고생만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하였다. 허무하고 허망한 것에 내 힘을 다 써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버렸다. 그러나 내 권리는 나의 주님께 있고 내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보상은 나의 하느님께 있다.”</a:t>
            </a:r>
          </a:p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이제 주님께서 말씀하신다. 그분께서는 야곱을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당신께 돌아오게 하시고 이스라엘이 당신께</a:t>
            </a:r>
          </a:p>
        </p:txBody>
      </p:sp>
    </p:spTree>
    <p:extLst>
      <p:ext uri="{BB962C8B-B14F-4D97-AF65-F5344CB8AC3E}">
        <p14:creationId xmlns:p14="http://schemas.microsoft.com/office/powerpoint/2010/main" xmlns="" val="84285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0FE5379-552E-5DF6-EA4A-A2F73DBD82E6}"/>
              </a:ext>
            </a:extLst>
          </p:cNvPr>
          <p:cNvSpPr txBox="1"/>
          <p:nvPr/>
        </p:nvSpPr>
        <p:spPr>
          <a:xfrm>
            <a:off x="6516216" y="4876586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xmlns="" id="{E5A6ECC0-0A15-80D4-405D-B92AB07E8085}"/>
              </a:ext>
            </a:extLst>
          </p:cNvPr>
          <p:cNvSpPr txBox="1">
            <a:spLocks/>
          </p:cNvSpPr>
          <p:nvPr/>
        </p:nvSpPr>
        <p:spPr>
          <a:xfrm>
            <a:off x="35496" y="51470"/>
            <a:ext cx="9001000" cy="4326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모여들게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하시려고 나를 모태에서부터 당신 종으로 빚어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만드셨다. 나는 주님의 눈에 소중하게 여겨졌고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나의 하느님께서 나의 힘이 되어 주셨다.</a:t>
            </a:r>
          </a:p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 말씀하신다. “네가 나의 종이 되어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야곱의 지파들을 다시 일으키고 이스라엘의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생존자들을 돌아오게 하는 것만으로는 충분하지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않다. 나의 구원이 땅끝까지 다다르도록 나는 너를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민족들의 빛으로 세운다.”</a:t>
            </a:r>
          </a:p>
        </p:txBody>
      </p:sp>
    </p:spTree>
    <p:extLst>
      <p:ext uri="{BB962C8B-B14F-4D97-AF65-F5344CB8AC3E}">
        <p14:creationId xmlns:p14="http://schemas.microsoft.com/office/powerpoint/2010/main" xmlns="" val="84285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0FE5379-552E-5DF6-EA4A-A2F73DBD82E6}"/>
              </a:ext>
            </a:extLst>
          </p:cNvPr>
          <p:cNvSpPr txBox="1"/>
          <p:nvPr/>
        </p:nvSpPr>
        <p:spPr>
          <a:xfrm>
            <a:off x="6516216" y="4876586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xmlns="" id="{C9C3D184-83EF-43D4-8CC2-744C154AE418}"/>
              </a:ext>
            </a:extLst>
          </p:cNvPr>
          <p:cNvSpPr txBox="1">
            <a:spLocks/>
          </p:cNvSpPr>
          <p:nvPr/>
        </p:nvSpPr>
        <p:spPr>
          <a:xfrm>
            <a:off x="323528" y="2067694"/>
            <a:ext cx="5421432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주님의 말씀입니다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9938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하느님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감사합니다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67768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73488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750467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Second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755576" y="898723"/>
            <a:ext cx="8199675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2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spc="78" dirty="0" smtClean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사도행전의 말씀입니다.</a:t>
            </a:r>
            <a:r>
              <a:rPr lang="en-US" altLang="ko-KR" sz="3200" spc="78" dirty="0" smtClean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ko-KR" altLang="en-US" sz="3200" spc="78" dirty="0" smtClean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ko-KR" altLang="en-US" sz="3200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en-US" altLang="ko-KR" sz="3200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endParaRPr sz="3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CF469BA-F512-459C-8A7A-EE998CB1190E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07504" y="0"/>
            <a:ext cx="8928992" cy="4809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 무렵 바오로가 말하였다. “하느님께서는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조상들에게 </a:t>
            </a: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22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다윗을 임금으로 세우셨습니다.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그에 대해서는 ‘내가 이사이의 아들 다윗을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찾아냈으니, 그는 내 마음에 드는 사람으로 나의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뜻을 모두 실천할 것이다.’ 하고 증언해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주셨습니다.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23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 다윗의 후손 가운데에서, 하느님께서는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약속하신 대로 예수님을 구원자로 이스라엘에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보내셨습니다.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51E3DCD-BFEF-4611-8601-A8CAA799E307}"/>
              </a:ext>
            </a:extLst>
          </p:cNvPr>
          <p:cNvSpPr txBox="1"/>
          <p:nvPr/>
        </p:nvSpPr>
        <p:spPr>
          <a:xfrm>
            <a:off x="6516216" y="480399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327705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07504" y="0"/>
            <a:ext cx="8928992" cy="48751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24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이분께서 오시기 전에 요한이 이스라엘 온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백성에게 회개의 세례를 미리 선포하였습니다.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25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요한은 사명을 다 마칠 무렵 이렇게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말하였습니다. ‘너희는 내가 누구라고 생각하느냐?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나는 그분이 아니다. 그분께서는 내 뒤에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오시는데, 나는 그분의 신발 끈을 풀어 드리기에도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합당하지 않다.’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26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형제 여러분, 아브라함의 후손 여러분,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그리고 하느님을 경외하는 여러분, 이 구원의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51E3DCD-BFEF-4611-8601-A8CAA799E307}"/>
              </a:ext>
            </a:extLst>
          </p:cNvPr>
          <p:cNvSpPr txBox="1"/>
          <p:nvPr/>
        </p:nvSpPr>
        <p:spPr>
          <a:xfrm>
            <a:off x="6516216" y="480399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327705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07504" y="0"/>
            <a:ext cx="8928992" cy="48751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말씀이 바로 우리에게 파견되셨습니다.”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51E3DCD-BFEF-4611-8601-A8CAA799E307}"/>
              </a:ext>
            </a:extLst>
          </p:cNvPr>
          <p:cNvSpPr txBox="1"/>
          <p:nvPr/>
        </p:nvSpPr>
        <p:spPr>
          <a:xfrm>
            <a:off x="6516216" y="480399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xmlns="" id="{DE89EE32-1D4B-56FE-D257-E8FFC9FFF377}"/>
              </a:ext>
            </a:extLst>
          </p:cNvPr>
          <p:cNvSpPr txBox="1">
            <a:spLocks/>
          </p:cNvSpPr>
          <p:nvPr/>
        </p:nvSpPr>
        <p:spPr>
          <a:xfrm>
            <a:off x="323528" y="1383030"/>
            <a:ext cx="5421432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18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7705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8CE7A45-97DA-A502-2EC2-336F66BF72F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18BAB46-46C8-3A12-78C0-B50C8BCD8164}"/>
              </a:ext>
            </a:extLst>
          </p:cNvPr>
          <p:cNvSpPr txBox="1"/>
          <p:nvPr/>
        </p:nvSpPr>
        <p:spPr>
          <a:xfrm>
            <a:off x="179512" y="-1082"/>
            <a:ext cx="8928992" cy="5121394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그는 이스라엘 백성 앞에 나타날 때까지 광야에서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살았다.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790905A-732B-67D9-B6C3-204998005360}"/>
              </a:ext>
            </a:extLst>
          </p:cNvPr>
          <p:cNvSpPr txBox="1"/>
          <p:nvPr/>
        </p:nvSpPr>
        <p:spPr>
          <a:xfrm>
            <a:off x="323528" y="1842958"/>
            <a:ext cx="5421432" cy="1246495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6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8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600"/>
              </a:spcAft>
              <a:buClrTx/>
              <a:buSzTx/>
              <a:buFontTx/>
              <a:buNone/>
              <a:tabLst/>
              <a:defRPr/>
            </a:pPr>
            <a:endParaRPr lang="en-US" altLang="ko-KR" sz="2800" b="1" dirty="0" smtClean="0">
              <a:solidFill>
                <a:prstClr val="white"/>
              </a:solidFill>
              <a:latin typeface="바탕" pitchFamily="18" charset="-127"/>
              <a:ea typeface="바탕" pitchFamily="18" charset="-127"/>
            </a:endParaRP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주님의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말씀입니다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그리스도님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찬미합니다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AU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8CE7A45-97DA-A502-2EC2-336F66BF72F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18BAB46-46C8-3A12-78C0-B50C8BCD8164}"/>
              </a:ext>
            </a:extLst>
          </p:cNvPr>
          <p:cNvSpPr txBox="1"/>
          <p:nvPr/>
        </p:nvSpPr>
        <p:spPr>
          <a:xfrm>
            <a:off x="179512" y="-1082"/>
            <a:ext cx="8928992" cy="5121394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65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그리하여 이웃이 모두 두려움에 휩싸였다.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그리고 이 모든 일이 유다의 온 산악 지방에서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화제가 되었다.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66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소문을 들은 이들은 모두 그것을 마음에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새기며, “이 아기가 대체 무엇이 될 것인가?”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하고 말하였다. 정녕 주님의 손길이 그를 보살피고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계셨던 것이다.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80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아기는 자라면서 정신도 굳세어졌다. 그리고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750467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09F1B7D1-ED9E-48F2-98A0-A66CD7A16038}"/>
              </a:ext>
            </a:extLst>
          </p:cNvPr>
          <p:cNvSpPr/>
          <p:nvPr/>
        </p:nvSpPr>
        <p:spPr>
          <a:xfrm>
            <a:off x="285720" y="963405"/>
            <a:ext cx="8316416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base">
              <a:lnSpc>
                <a:spcPct val="110000"/>
              </a:lnSpc>
              <a:spcBef>
                <a:spcPct val="0"/>
              </a:spcBef>
              <a:spcAft>
                <a:spcPts val="2400"/>
              </a:spcAft>
            </a:pPr>
            <a:r>
              <a:rPr lang="ko-KR" altLang="en-US" sz="3300" b="1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 </a:t>
            </a:r>
            <a:r>
              <a:rPr lang="ko-KR" altLang="en-US" sz="3600" dirty="0">
                <a:solidFill>
                  <a:schemeClr val="bg2">
                    <a:lumMod val="75000"/>
                  </a:schemeClr>
                </a:solidFill>
              </a:rPr>
              <a:t> 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.</a:t>
            </a:r>
            <a:endParaRPr lang="en-AU" altLang="ko-KR" sz="3300" b="1" dirty="0">
              <a:solidFill>
                <a:schemeClr val="bg2">
                  <a:lumMod val="75000"/>
                </a:schemeClr>
              </a:solidFill>
              <a:latin typeface="Batang" pitchFamily="18" charset="-127"/>
              <a:ea typeface="Batang" pitchFamily="18" charset="-127"/>
            </a:endParaRPr>
          </a:p>
          <a:p>
            <a:pPr marL="715963" lvl="0" indent="-625475" defTabSz="914400" fontAlgn="base">
              <a:lnSpc>
                <a:spcPct val="120000"/>
              </a:lnSpc>
              <a:spcBef>
                <a:spcPct val="0"/>
              </a:spcBef>
              <a:spcAft>
                <a:spcPts val="3000"/>
              </a:spcAft>
              <a:tabLst>
                <a:tab pos="715963" algn="l"/>
              </a:tabLst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대한" pitchFamily="50" charset="-127"/>
                <a:ea typeface="대한" pitchFamily="50" charset="-127"/>
                <a:cs typeface="+mn-cs"/>
              </a:rPr>
              <a:t>○ 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아기야, 너는 지극히 높으신 분의 예언자 되어 주님에 앞서 그분의 길을 준비하리라.</a:t>
            </a:r>
          </a:p>
          <a:p>
            <a:pPr marL="715963" marR="0" lvl="0" indent="-625475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ts val="3000"/>
              </a:spcAft>
              <a:buClrTx/>
              <a:buSzTx/>
              <a:buFontTx/>
              <a:buNone/>
              <a:tabLst>
                <a:tab pos="715963" algn="l"/>
              </a:tabLst>
              <a:defRPr/>
            </a:pPr>
            <a:r>
              <a:rPr lang="ko-KR" altLang="en-US" sz="3300" b="1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 </a:t>
            </a:r>
            <a:r>
              <a:rPr lang="ko-KR" altLang="en-US" sz="3600" dirty="0">
                <a:solidFill>
                  <a:schemeClr val="bg2">
                    <a:lumMod val="75000"/>
                  </a:schemeClr>
                </a:solidFill>
              </a:rPr>
              <a:t> </a:t>
            </a:r>
            <a:r>
              <a:rPr lang="ko-KR" altLang="en-US" sz="3600" b="1" dirty="0" smtClean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.</a:t>
            </a:r>
            <a:endParaRPr lang="en-AU" altLang="ko-KR" sz="33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BA011866-7B88-4DA6-AFBF-292C0A0227E3}"/>
              </a:ext>
            </a:extLst>
          </p:cNvPr>
          <p:cNvSpPr/>
          <p:nvPr/>
        </p:nvSpPr>
        <p:spPr>
          <a:xfrm>
            <a:off x="8028384" y="51470"/>
            <a:ext cx="10118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Alleluia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107505" y="-56310"/>
            <a:ext cx="1800200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kern="0" spc="-11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복음 환호</a:t>
            </a:r>
            <a:r>
              <a:rPr kumimoji="0" lang="ko-KR" altLang="en-US" sz="24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송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229960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161257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51470"/>
            <a:ext cx="1063304" cy="6381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938">
              <a:lnSpc>
                <a:spcPct val="150000"/>
              </a:lnSpc>
              <a:defRPr/>
            </a:pPr>
            <a:r>
              <a:rPr lang="ko-KR" altLang="en-US" sz="2800" kern="0" spc="78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Malgun Gothic"/>
              </a:rPr>
              <a:t>복 음</a:t>
            </a:r>
            <a:endParaRPr lang="en-US" altLang="ko-KR" sz="2800" kern="0" spc="78" dirty="0">
              <a:solidFill>
                <a:schemeClr val="tx1">
                  <a:lumMod val="75000"/>
                  <a:lumOff val="25000"/>
                </a:schemeClr>
              </a:solidFill>
              <a:latin typeface="궁서" pitchFamily="18" charset="-127"/>
              <a:ea typeface="궁서" pitchFamily="18" charset="-127"/>
              <a:cs typeface="Malgun Gothic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F1A5630-FC74-4BD2-B1C5-E128C99C8C35}"/>
              </a:ext>
            </a:extLst>
          </p:cNvPr>
          <p:cNvSpPr/>
          <p:nvPr/>
        </p:nvSpPr>
        <p:spPr>
          <a:xfrm>
            <a:off x="8023077" y="91193"/>
            <a:ext cx="10134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ea typeface="dotum" panose="020B0600000101010101" pitchFamily="50" charset="-127"/>
              </a:rPr>
              <a:t>GOSPEL</a:t>
            </a:r>
            <a:endParaRPr lang="en-AU" sz="2000" dirty="0">
              <a:solidFill>
                <a:schemeClr val="accent2"/>
              </a:solidFill>
              <a:ea typeface="dotum" panose="020B0600000101010101" pitchFamily="50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35496" y="843558"/>
            <a:ext cx="9073008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4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marL="9938" algn="ctr">
              <a:lnSpc>
                <a:spcPct val="150000"/>
              </a:lnSpc>
              <a:defRPr/>
            </a:pPr>
            <a:r>
              <a:rPr lang="ko-KR" altLang="en-US" sz="3600" b="1" kern="0" spc="78" dirty="0" err="1" smtClean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루카가 전한 거룩한 복음입니다.</a:t>
            </a:r>
          </a:p>
          <a:p>
            <a:pPr lvl="1"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 영광 받으소서</a:t>
            </a:r>
            <a:r>
              <a:rPr 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sz="4400" b="1" spc="300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ko-KR" altLang="en-US" sz="4000" b="1" kern="0" spc="300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DD7C9BC-E46D-4133-ACD4-C347F251CFC4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8CE7A45-97DA-A502-2EC2-336F66BF72F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18BAB46-46C8-3A12-78C0-B50C8BCD8164}"/>
              </a:ext>
            </a:extLst>
          </p:cNvPr>
          <p:cNvSpPr txBox="1"/>
          <p:nvPr/>
        </p:nvSpPr>
        <p:spPr>
          <a:xfrm>
            <a:off x="179512" y="-1082"/>
            <a:ext cx="8928992" cy="5121394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57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엘리사벳은 해산달이 차서 아들을 낳았다.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58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이웃과 친척들은 주님께서 엘리사벳에게 큰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자비를 베푸셨다는 것을 듣고, 그와 함께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기뻐하였다.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59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여드레째 되는 날, 그들은 아기의 할례식에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갔다가 아버지의 이름을 따서 아기를 즈카르야라고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부르려 하였다.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60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그러나 아기 어머니는 “안 됩니다.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요한이라고 불러야 합니다.” 하고 말하였다.</a:t>
            </a:r>
          </a:p>
        </p:txBody>
      </p:sp>
    </p:spTree>
    <p:extLst>
      <p:ext uri="{BB962C8B-B14F-4D97-AF65-F5344CB8AC3E}">
        <p14:creationId xmlns:p14="http://schemas.microsoft.com/office/powerpoint/2010/main" xmlns="" val="111327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8CE7A45-97DA-A502-2EC2-336F66BF72F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18BAB46-46C8-3A12-78C0-B50C8BCD8164}"/>
              </a:ext>
            </a:extLst>
          </p:cNvPr>
          <p:cNvSpPr txBox="1"/>
          <p:nvPr/>
        </p:nvSpPr>
        <p:spPr>
          <a:xfrm>
            <a:off x="179512" y="2830"/>
            <a:ext cx="8928992" cy="5044450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61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그들은 “당신의 친척 가운데에는 그런 이름을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가진 이가 없습니다.” 하며, </a:t>
            </a: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62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 아버지에게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아기의 이름을 무엇이라 하겠느냐고 손짓으로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물었다.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63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즈카르야는 글 쓰는 판을 달라고 하여 ‘그의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이름은 요한’이라고 썼다. 그러자 모두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놀라워하였다.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64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그때에 즈카르야는 즉시 입이 열리고 혀가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풀려 말을 하기 시작하면서 하느님을 찬미하였다.</a:t>
            </a:r>
          </a:p>
        </p:txBody>
      </p:sp>
    </p:spTree>
    <p:extLst>
      <p:ext uri="{BB962C8B-B14F-4D97-AF65-F5344CB8AC3E}">
        <p14:creationId xmlns:p14="http://schemas.microsoft.com/office/powerpoint/2010/main" xmlns="" val="111327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827734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267494"/>
            <a:ext cx="9112468" cy="4539696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ko-KR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한 분이신 하느님을</a:t>
            </a:r>
            <a:endParaRPr lang="en-AU" altLang="ko-KR" sz="28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저는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전능하신 아버지</a:t>
            </a:r>
            <a:endParaRPr lang="en-US" altLang="ko-KR" sz="33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하늘과 땅과 유형무형한 만물의 창조주를 믿나이다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한 분이신 주 예수 그리스도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하느님의 외아들</a:t>
            </a:r>
            <a:endParaRPr lang="en-US" altLang="ko-KR" sz="3300" b="1" spc="-2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영원으로부터 성부에게서 나신 분을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하느님에게서 나신 하느님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빛에서 나신 빛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참 하느님에게서 나신 참 하느님으로서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A9AD5D6-333F-45AB-A982-0ACAA71FF6F3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88696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3964" y="398311"/>
            <a:ext cx="9112468" cy="433367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창조되지 않고 나시어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한 본체로서 만물을 창조하셨음을 믿나이다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성자께서는 저희 인간을 위하여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 구원을 위하여</a:t>
            </a:r>
            <a:endParaRPr lang="en-US" altLang="ko-KR" sz="3300" b="1" spc="-25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하늘에서 내려오셨음을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</a:t>
            </a:r>
            <a:endParaRPr lang="en-US" altLang="ko-KR" sz="2700" b="1" spc="-150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성령으로 인하여 동정 마리아에게서 </a:t>
            </a:r>
            <a:endParaRPr lang="en-US" altLang="ko-KR" sz="3300" b="1" spc="-100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육신을 취하시어 사람이 되셨음을 믿나이다</a:t>
            </a:r>
            <a:r>
              <a:rPr lang="en-US" altLang="ko-KR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58368EE-7F62-466A-ABD1-FA19ED44FD40}"/>
              </a:ext>
            </a:extLst>
          </p:cNvPr>
          <p:cNvSpPr/>
          <p:nvPr/>
        </p:nvSpPr>
        <p:spPr>
          <a:xfrm>
            <a:off x="6588224" y="51470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20537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A60F507-E3A1-4108-B3AD-3848C73E0BDC}"/>
              </a:ext>
            </a:extLst>
          </p:cNvPr>
          <p:cNvSpPr txBox="1"/>
          <p:nvPr/>
        </p:nvSpPr>
        <p:spPr>
          <a:xfrm>
            <a:off x="6265794" y="4844532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1052838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60959"/>
            <a:ext cx="9112468" cy="4415047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본시오 빌라도 통치 아래서 저희를 위하여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십자가에 못박혀 수난하고 묻히셨으며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성서 말씀대로 사흗날에 부활하시어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 올라 성부 오른편에 앉아계심을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그분께서는 산 이와 죽은 이를 심판하러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영광 속에 다시 오시리니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나라는 끝이 없으리이다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08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주님이시며 생명을 주시는 성령을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C7F51F4-96F1-45D7-B57E-F3B2B4267BBF}"/>
              </a:ext>
            </a:extLst>
          </p:cNvPr>
          <p:cNvSpPr txBox="1"/>
          <p:nvPr/>
        </p:nvSpPr>
        <p:spPr>
          <a:xfrm>
            <a:off x="6300192" y="4876561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151068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555526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성령께서는 성부와 성자에게서 발하시고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성자와 더불어 영광과 흠숭을 받으시며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예언자들을 통하여 말씀하셨나이다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하나이고 거룩하고 보편되며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사도로부터 이어오는 교회를 믿나이다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죄를 씻는 유일한 세례를 믿으며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죽은 이들의 부활과 내세의 삶을 기다리나이다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400" b="1" kern="0" spc="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endParaRPr lang="en-US" altLang="ko-KR" sz="3400" b="1" kern="0" spc="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4623FE5-67F7-4449-AAED-492277CDF490}"/>
              </a:ext>
            </a:extLst>
          </p:cNvPr>
          <p:cNvSpPr txBox="1"/>
          <p:nvPr/>
        </p:nvSpPr>
        <p:spPr>
          <a:xfrm>
            <a:off x="6228184" y="4803998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258698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856651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512" y="1491630"/>
            <a:ext cx="9071992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봉 헌</a:t>
            </a:r>
            <a:endParaRPr lang="en-AU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5200" b="1" spc="1500" dirty="0" smtClean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221</a:t>
            </a:r>
            <a:endParaRPr lang="en-US" altLang="ko-KR" sz="5200" b="1" spc="1500" dirty="0">
              <a:solidFill>
                <a:srgbClr val="FFC000"/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1116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CB4AB07-B303-4F10-88DE-59AA695BADE4}"/>
              </a:ext>
            </a:extLst>
          </p:cNvPr>
          <p:cNvSpPr/>
          <p:nvPr/>
        </p:nvSpPr>
        <p:spPr>
          <a:xfrm>
            <a:off x="467544" y="195486"/>
            <a:ext cx="7848872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900" b="1" spc="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sz="2900" b="1" spc="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신앙의 신비여!</a:t>
            </a:r>
            <a:endParaRPr lang="en-AU" sz="2500" b="1" spc="1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직사각형 2"/>
          <p:cNvSpPr/>
          <p:nvPr/>
        </p:nvSpPr>
        <p:spPr>
          <a:xfrm>
            <a:off x="1115616" y="966146"/>
            <a:ext cx="7056784" cy="2680759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>
              <a:lnSpc>
                <a:spcPct val="135000"/>
              </a:lnSpc>
              <a:spcAft>
                <a:spcPts val="1200"/>
              </a:spcAft>
            </a:pPr>
            <a:r>
              <a:rPr lang="ko-KR" altLang="en-US" sz="44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주님께서 오실 때까지 주님의 죽음을 전하며 부활을 선포하나이다</a:t>
            </a:r>
            <a:r>
              <a:rPr lang="en-US" altLang="ko-KR" sz="4400" b="1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4200" b="1" spc="154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251520" y="1460568"/>
            <a:ext cx="8532440" cy="183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/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주님의 평화가 항상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sz="4000" b="1" dirty="0">
              <a:solidFill>
                <a:schemeClr val="accent3">
                  <a:lumMod val="60000"/>
                  <a:lumOff val="4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D737ADA-6B20-4417-B6EE-13E6EB644697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3812530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2914" cy="5140477"/>
          </a:xfrm>
          <a:custGeom>
            <a:avLst/>
            <a:gdLst/>
            <a:ahLst/>
            <a:cxnLst/>
            <a:rect l="l" t="t" r="r" b="b"/>
            <a:pathLst>
              <a:path w="10692130" h="7558405">
                <a:moveTo>
                  <a:pt x="0" y="7558024"/>
                </a:moveTo>
                <a:lnTo>
                  <a:pt x="10692003" y="7558024"/>
                </a:lnTo>
                <a:lnTo>
                  <a:pt x="10692003" y="0"/>
                </a:lnTo>
                <a:lnTo>
                  <a:pt x="0" y="0"/>
                </a:lnTo>
                <a:lnTo>
                  <a:pt x="0" y="7558024"/>
                </a:lnTo>
                <a:close/>
              </a:path>
            </a:pathLst>
          </a:custGeom>
          <a:solidFill>
            <a:srgbClr val="60799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959185" y="1349"/>
            <a:ext cx="5354745" cy="5138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8FF8F058-4A53-448D-923D-7B3CA886A99A}"/>
              </a:ext>
            </a:extLst>
          </p:cNvPr>
          <p:cNvSpPr/>
          <p:nvPr/>
        </p:nvSpPr>
        <p:spPr>
          <a:xfrm>
            <a:off x="6261891" y="83408"/>
            <a:ext cx="29031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COMMUNION ANTIPHON</a:t>
            </a:r>
            <a:endParaRPr lang="en-AU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5" name="직사각형 2">
            <a:extLst>
              <a:ext uri="{FF2B5EF4-FFF2-40B4-BE49-F238E27FC236}">
                <a16:creationId xmlns:a16="http://schemas.microsoft.com/office/drawing/2014/main" xmlns="" id="{5256002D-F60C-20F2-45FC-2D07654A49CB}"/>
              </a:ext>
            </a:extLst>
          </p:cNvPr>
          <p:cNvSpPr/>
          <p:nvPr/>
        </p:nvSpPr>
        <p:spPr>
          <a:xfrm>
            <a:off x="395536" y="1059582"/>
            <a:ext cx="7992888" cy="3159159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 하느님이 크신 자비를 베푸시니, 떠오르는 태양이 높은 데서 우리를 찾아오셨네.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성 체</a:t>
            </a:r>
            <a:endParaRPr lang="en-AU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52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156</a:t>
            </a:r>
            <a:endParaRPr lang="ko-KR" altLang="en-US" sz="5200" b="1" spc="1500" dirty="0">
              <a:solidFill>
                <a:srgbClr val="FFC000"/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33743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33770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파 견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4800" b="1" spc="1500" dirty="0" smtClean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25</a:t>
            </a:r>
            <a:endParaRPr lang="en-US" altLang="ko-KR" sz="4800" b="1" spc="1500" dirty="0"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24450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875219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09273" y="1079191"/>
            <a:ext cx="8856984" cy="3867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indent="-625475">
              <a:lnSpc>
                <a:spcPct val="150000"/>
              </a:lnSpc>
              <a:spcAft>
                <a:spcPts val="1200"/>
              </a:spcAft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  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지극히 좋으신 하느님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</a:p>
          <a:p>
            <a:pPr marL="625475" indent="-625475">
              <a:lnSpc>
                <a:spcPct val="150000"/>
              </a:lnSpc>
              <a:spcAft>
                <a:spcPts val="1200"/>
              </a:spcAft>
            </a:pP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최양업 토마스 신부를 박해로 고통받는 교회의 든든한 목자로 세워 주셨음에 감사드리나이다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pPr marL="625475" indent="-625475">
              <a:lnSpc>
                <a:spcPct val="120000"/>
              </a:lnSpc>
              <a:spcAft>
                <a:spcPts val="1200"/>
              </a:spcAft>
            </a:pPr>
            <a:endParaRPr lang="en-US" altLang="ko-KR" sz="3200" b="1" dirty="0">
              <a:solidFill>
                <a:srgbClr val="DDD9C3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196647"/>
            <a:ext cx="727280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defTabSz="914400"/>
            <a:r>
              <a:rPr lang="ko-KR" altLang="en-US" sz="2800" kern="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가경자 최양업 토마스 신부 시복 시성 기도문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678DF541-2D9C-4FDB-BFB1-A59A4B9A1C8F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19024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78049" y="252036"/>
            <a:ext cx="8991076" cy="4563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indent="-625475">
              <a:lnSpc>
                <a:spcPct val="150000"/>
              </a:lnSpc>
              <a:spcAft>
                <a:spcPts val="1200"/>
              </a:spcAft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	</a:t>
            </a:r>
            <a:r>
              <a:rPr lang="ko-KR" altLang="en-US" sz="3200" b="1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모든 교우들이 오로지 하느님 자비에 희망을 두고 박해를 피해 산골 깊이 숨어 신앙을 지켜야 했던 시대에 최양업 토마스 신부는 주님을 닮은 착한 목자로 목숨이 다할 때까지 쉼 없이 양들을 찾아 복음을 전하고 주님께서 이루신 구원의 은총을 전했나이다</a:t>
            </a:r>
            <a:r>
              <a:rPr lang="en-AU" altLang="ko-KR" sz="3200" b="1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54A94FA-B5D4-48DC-994C-9FCB87C8A2E9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30818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9512" y="537763"/>
            <a:ext cx="8784976" cy="3701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17550" indent="-717550">
              <a:lnSpc>
                <a:spcPct val="125000"/>
              </a:lnSpc>
              <a:spcAft>
                <a:spcPts val="1200"/>
              </a:spcAft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  	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자비로우신 하느님 아버지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간절히 청하오니 가경자 최양업 토마스 신부에게 시복 시성의 은혜를 허락하시어 그에게 주셨던 굳건한 믿음과 온전한 헌신의 정신을 본받아 오늘 저희도 한마음으로 복음을 살고 전하는 일꾼이 되게 하소서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7C8B50A-87C0-41C7-83D4-96B95F8F1E2D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585405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496" y="102371"/>
            <a:ext cx="9073008" cy="4816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indent="-625475">
              <a:lnSpc>
                <a:spcPct val="150000"/>
              </a:lnSpc>
              <a:spcAft>
                <a:spcPts val="2400"/>
              </a:spcAft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en-AU" altLang="ko-KR" sz="4000" dirty="0">
                <a:solidFill>
                  <a:srgbClr val="444444"/>
                </a:solidFill>
                <a:latin typeface="Nanum Gothic Thin"/>
                <a:ea typeface="Batang" panose="02030600000101010101" pitchFamily="18" charset="-127"/>
              </a:rPr>
              <a:t>	</a:t>
            </a:r>
            <a:r>
              <a:rPr lang="ko-KR" altLang="en-US" sz="3200" b="1" spc="-50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저희는 가경자 최양업 신부의 시복 시성의 은총을 빌며 그의 전구에 힘입어 브로큰베이 한인천주교회를 위하여 기도드리오니 들어주소서</a:t>
            </a:r>
            <a:r>
              <a:rPr lang="en-US" altLang="ko-KR" sz="3200" b="1" spc="-50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 </a:t>
            </a:r>
            <a:r>
              <a:rPr lang="ko-KR" altLang="en-US" sz="3200" b="1" spc="-50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우리 주 그리스도를 통하여 비나이다</a:t>
            </a:r>
            <a:r>
              <a:rPr lang="en-US" altLang="ko-KR" sz="3200" b="1" spc="-50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r>
              <a:rPr lang="en-US" altLang="ko-KR" sz="3200" b="1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    </a:t>
            </a:r>
          </a:p>
          <a:p>
            <a:pPr marL="625475" indent="-625475">
              <a:spcAft>
                <a:spcPts val="1200"/>
              </a:spcAft>
            </a:pPr>
            <a:r>
              <a:rPr lang="ko-KR" altLang="en-US" sz="35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◎</a:t>
            </a:r>
            <a:r>
              <a:rPr lang="en-US" altLang="ko-KR" sz="35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	</a:t>
            </a:r>
            <a:r>
              <a:rPr lang="ko-KR" altLang="en-US" sz="35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r>
              <a:rPr lang="en-US" altLang="ko-KR" sz="35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C196F71-023D-4BE4-8EE4-DF4BF5614C97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85637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xmlns="" id="{9423646B-4619-4289-9220-025A9EFB7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89721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0" y="1543324"/>
            <a:ext cx="9144000" cy="170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marR="0" lvl="0" indent="0" algn="ctr" defTabSz="914400" eaLnBrk="1" fontAlgn="auto" latinLnBrk="0" hangingPunct="1">
              <a:lnSpc>
                <a:spcPct val="150000"/>
              </a:lnSpc>
              <a:spcBef>
                <a:spcPts val="924"/>
              </a:spcBef>
              <a:spcAft>
                <a:spcPts val="924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미사가 끝났으니 </a:t>
            </a:r>
            <a:b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</a:b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안녕히 돌아가십시오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8856984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400">
              <a:lnSpc>
                <a:spcPct val="150000"/>
              </a:lnSpc>
              <a:defRPr/>
            </a:pPr>
            <a:r>
              <a:rPr kumimoji="0" lang="ko-KR" altLang="en-US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화 답 송   시편 139(138)</a:t>
            </a:r>
            <a:endParaRPr lang="ko-KR" altLang="en-US" sz="2600" kern="0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157316C-57D6-EBB9-91F6-145DA88765B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xmlns="" id="{F8849E71-E989-7DF3-13FE-C6AE418D96A7}"/>
              </a:ext>
            </a:extLst>
          </p:cNvPr>
          <p:cNvSpPr txBox="1">
            <a:spLocks/>
          </p:cNvSpPr>
          <p:nvPr/>
        </p:nvSpPr>
        <p:spPr>
          <a:xfrm>
            <a:off x="35496" y="627534"/>
            <a:ext cx="9001000" cy="3154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138" indent="-719138" defTabSz="914400">
              <a:lnSpc>
                <a:spcPct val="100000"/>
              </a:lnSpc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6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	오묘하게 지어 주신 이 몸, 당신을 찬송하나이다.</a:t>
            </a:r>
            <a:endParaRPr lang="en-US" altLang="ko-KR" sz="3700" b="1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719138" indent="-719138" defTabSz="914400">
              <a:lnSpc>
                <a:spcPct val="100000"/>
              </a:lnSpc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6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주님, 당신은 저를 살펴보시고 잘 아시나이다. 앉으나 서나 당신은 저를 아시고, 멀리서도 제 생각 알아차리시나이다. 길을 가도 누워 있어도 헤아리시니, 당신은 저의 길 모두 아시나이다. ◎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8856984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400">
              <a:lnSpc>
                <a:spcPct val="150000"/>
              </a:lnSpc>
              <a:defRPr/>
            </a:pPr>
            <a:r>
              <a:rPr kumimoji="0" lang="ko-KR" altLang="en-US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화 답 송   시편 139(138)</a:t>
            </a:r>
            <a:endParaRPr lang="ko-KR" altLang="en-US" sz="2600" kern="0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157316C-57D6-EBB9-91F6-145DA88765B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xmlns="" id="{F8849E71-E989-7DF3-13FE-C6AE418D96A7}"/>
              </a:ext>
            </a:extLst>
          </p:cNvPr>
          <p:cNvSpPr txBox="1">
            <a:spLocks/>
          </p:cNvSpPr>
          <p:nvPr/>
        </p:nvSpPr>
        <p:spPr>
          <a:xfrm>
            <a:off x="35496" y="627534"/>
            <a:ext cx="9001000" cy="3154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	오묘하게 지어 주신 이 몸, 당신을 찬송하나이다.</a:t>
            </a:r>
            <a:endParaRPr lang="en-US" altLang="ko-KR" sz="3700" b="1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당신은 제 오장육부를 만드시고, 어미 배 속에서 저를 엮으셨나이다. 오묘하게 지어 주신 이 몸, 당신을 찬송하나이다. 당신 작품들은 놀랍기만 하옵니다. ◎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8856984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400">
              <a:lnSpc>
                <a:spcPct val="150000"/>
              </a:lnSpc>
              <a:defRPr/>
            </a:pPr>
            <a:r>
              <a:rPr kumimoji="0" lang="ko-KR" altLang="en-US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화 답 송   시편 139(138)</a:t>
            </a:r>
            <a:endParaRPr lang="ko-KR" altLang="en-US" sz="2600" kern="0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157316C-57D6-EBB9-91F6-145DA88765B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xmlns="" id="{F8849E71-E989-7DF3-13FE-C6AE418D96A7}"/>
              </a:ext>
            </a:extLst>
          </p:cNvPr>
          <p:cNvSpPr txBox="1">
            <a:spLocks/>
          </p:cNvSpPr>
          <p:nvPr/>
        </p:nvSpPr>
        <p:spPr>
          <a:xfrm>
            <a:off x="35496" y="627534"/>
            <a:ext cx="9001000" cy="3154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	오묘하게 지어 주신 이 몸, 당신을 찬송하나이다.</a:t>
            </a:r>
            <a:endParaRPr lang="en-US" altLang="ko-KR" sz="3700" b="1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제 영혼이 잘 아나이다. 제가 남몰래 만들어질 때, 땅속 깊은 곳에서 짜일 때, 제 뼛속까지 당신께 드러났나이다. ◎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20060</TotalTime>
  <Words>1074</Words>
  <Application>Microsoft Office PowerPoint</Application>
  <PresentationFormat>화면 슬라이드 쇼(16:9)</PresentationFormat>
  <Paragraphs>268</Paragraphs>
  <Slides>65</Slides>
  <Notes>35</Notes>
  <HiddenSlides>0</HiddenSlides>
  <MMClips>0</MMClips>
  <ScaleCrop>false</ScaleCrop>
  <HeadingPairs>
    <vt:vector size="4" baseType="variant">
      <vt:variant>
        <vt:lpstr>테마</vt:lpstr>
      </vt:variant>
      <vt:variant>
        <vt:i4>4</vt:i4>
      </vt:variant>
      <vt:variant>
        <vt:lpstr>슬라이드 제목</vt:lpstr>
      </vt:variant>
      <vt:variant>
        <vt:i4>67</vt:i4>
      </vt:variant>
    </vt:vector>
  </HeadingPairs>
  <TitlesOfParts>
    <vt:vector size="71" baseType="lpstr">
      <vt:lpstr>Office Theme</vt:lpstr>
      <vt:lpstr>1_Office Theme</vt:lpstr>
      <vt:lpstr>2_Office Theme</vt:lpstr>
      <vt:lpstr>3_Office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입당송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제 1 독서  신명기의 말씀입니다.  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제 2 독서  요한 1서의 말씀입니다.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슬라이드 48</vt:lpstr>
      <vt:lpstr>슬라이드 49</vt:lpstr>
      <vt:lpstr>슬라이드 50</vt:lpstr>
      <vt:lpstr>슬라이드 51</vt:lpstr>
      <vt:lpstr>슬라이드 52</vt:lpstr>
      <vt:lpstr>슬라이드 53</vt:lpstr>
      <vt:lpstr>슬라이드 54</vt:lpstr>
      <vt:lpstr>슬라이드 55</vt:lpstr>
      <vt:lpstr>영성체송</vt:lpstr>
      <vt:lpstr>슬라이드 57</vt:lpstr>
      <vt:lpstr>슬라이드 58</vt:lpstr>
      <vt:lpstr>슬라이드 59</vt:lpstr>
      <vt:lpstr>슬라이드 60</vt:lpstr>
      <vt:lpstr>슬라이드 61</vt:lpstr>
      <vt:lpstr>슬라이드 62</vt:lpstr>
      <vt:lpstr>슬라이드 63</vt:lpstr>
      <vt:lpstr>슬라이드 64</vt:lpstr>
      <vt:lpstr>슬라이드 65</vt:lpstr>
      <vt:lpstr>슬라이드 66</vt:lpstr>
      <vt:lpstr>슬라이드 67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Scott</cp:lastModifiedBy>
  <cp:revision>1954</cp:revision>
  <dcterms:created xsi:type="dcterms:W3CDTF">2016-08-30T00:06:00Z</dcterms:created>
  <dcterms:modified xsi:type="dcterms:W3CDTF">2026-07-16T05:26:53Z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
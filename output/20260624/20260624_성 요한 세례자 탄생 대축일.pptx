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</p:sldMasterIdLst>
  <p:notesMasterIdLst>
    <p:notesMasterId r:id="rId72"/>
  </p:notesMasterIdLst>
  <p:sldIdLst>
    <p:sldId id="1842" r:id="rId5"/>
    <p:sldId id="1377" r:id="rId6"/>
    <p:sldId id="1062" r:id="rId7"/>
    <p:sldId id="1063" r:id="rId8"/>
    <p:sldId id="2518" r:id="rId9"/>
    <p:sldId id="2519" r:id="rId10"/>
    <p:sldId id="2520" r:id="rId11"/>
    <p:sldId id="2521" r:id="rId12"/>
    <p:sldId id="1332" r:id="rId13"/>
    <p:sldId id="2079" r:id="rId14"/>
    <p:sldId id="2067" r:id="rId15"/>
    <p:sldId id="1438" r:id="rId16"/>
    <p:sldId id="896" r:id="rId17"/>
    <p:sldId id="2064" r:id="rId18"/>
    <p:sldId id="2065" r:id="rId19"/>
    <p:sldId id="2066" r:id="rId20"/>
    <p:sldId id="2078" r:id="rId21"/>
    <p:sldId id="1796" r:id="rId22"/>
    <p:sldId id="2016" r:id="rId23"/>
    <p:sldId id="2522" r:id="rId24"/>
    <p:sldId id="2523" r:id="rId25"/>
    <p:sldId id="2536" r:id="rId77"/>
    <p:sldId id="1520" r:id="rId27"/>
    <p:sldId id="2537" r:id="rId26"/>
    <p:sldId id="2538" r:id="rId78"/>
    <p:sldId id="2539" r:id="rId79"/>
    <p:sldId id="1505" r:id="rId32"/>
    <p:sldId id="2081" r:id="rId33"/>
    <p:sldId id="2083" r:id="rId34"/>
    <p:sldId id="2527" r:id="rId35"/>
    <p:sldId id="2528" r:id="rId36"/>
    <p:sldId id="2080" r:id="rId39"/>
    <p:sldId id="2036" r:id="rId40"/>
    <p:sldId id="1507" r:id="rId41"/>
    <p:sldId id="344" r:id="rId42"/>
    <p:sldId id="2070" r:id="rId43"/>
    <p:sldId id="2530" r:id="rId44"/>
    <p:sldId id="2540" r:id="rId38"/>
    <p:sldId id="2541" r:id="rId37"/>
    <p:sldId id="2086" r:id="rId46"/>
    <p:sldId id="2087" r:id="rId47"/>
    <p:sldId id="2088" r:id="rId48"/>
    <p:sldId id="2089" r:id="rId49"/>
    <p:sldId id="2090" r:id="rId50"/>
    <p:sldId id="1514" r:id="rId51"/>
    <p:sldId id="1962" r:id="rId52"/>
    <p:sldId id="1128" r:id="rId53"/>
    <p:sldId id="2037" r:id="rId54"/>
    <p:sldId id="286" r:id="rId55"/>
    <p:sldId id="1815" r:id="rId56"/>
    <p:sldId id="1149" r:id="rId57"/>
    <p:sldId id="739" r:id="rId58"/>
    <p:sldId id="428" r:id="rId59"/>
    <p:sldId id="1965" r:id="rId60"/>
    <p:sldId id="302" r:id="rId61"/>
    <p:sldId id="1963" r:id="rId62"/>
    <p:sldId id="1379" r:id="rId63"/>
    <p:sldId id="1441" r:id="rId64"/>
    <p:sldId id="1492" r:id="rId65"/>
    <p:sldId id="2532" r:id="rId66"/>
    <p:sldId id="2533" r:id="rId67"/>
    <p:sldId id="2534" r:id="rId68"/>
    <p:sldId id="2535" r:id="rId69"/>
    <p:sldId id="2505" r:id="rId70"/>
    <p:sldId id="893" r:id="rId71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23" autoAdjust="0"/>
    <p:restoredTop sz="92015" autoAdjust="0"/>
  </p:normalViewPr>
  <p:slideViewPr>
    <p:cSldViewPr>
      <p:cViewPr varScale="1">
        <p:scale>
          <a:sx n="98" d="100"/>
          <a:sy n="98" d="100"/>
        </p:scale>
        <p:origin x="-102" y="-798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94554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87839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280144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556744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2245972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77285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0936657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923556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02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11844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39796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16204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87799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xmlns="" val="3807346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9340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6400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382630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31035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14029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41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511477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746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e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xmlns="" id="{1040A872-B93C-48D8-996A-17DB865F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439" y="0"/>
            <a:ext cx="9174600" cy="5141564"/>
          </a:xfrm>
          <a:prstGeom prst="rect">
            <a:avLst/>
          </a:prstGeom>
        </p:spPr>
      </p:pic>
      <p:pic>
        <p:nvPicPr>
          <p:cNvPr id="12" name="Picture 12" descr="broken-bay_logo.jpg">
            <a:extLst>
              <a:ext uri="{FF2B5EF4-FFF2-40B4-BE49-F238E27FC236}">
                <a16:creationId xmlns:a16="http://schemas.microsoft.com/office/drawing/2014/main" xmlns="" id="{E7D6E599-A4AD-4277-9AC8-6DF6337F15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3905" y="386614"/>
            <a:ext cx="1182298" cy="816984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:a16="http://schemas.microsoft.com/office/drawing/2014/main" xmlns="" id="{DA01D17A-8E05-4F9A-BAE4-F0B9DA2A8D38}"/>
              </a:ext>
            </a:extLst>
          </p:cNvPr>
          <p:cNvSpPr txBox="1"/>
          <p:nvPr/>
        </p:nvSpPr>
        <p:spPr>
          <a:xfrm>
            <a:off x="-36512" y="3650914"/>
            <a:ext cx="9174600" cy="1513124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200" b="1" spc="200" dirty="0" smtClean="0">
                <a:latin typeface="궁서" pitchFamily="18" charset="-127"/>
                <a:ea typeface="궁서" pitchFamily="18" charset="-127"/>
                <a:cs typeface="Malgun Gothic"/>
              </a:rPr>
              <a:t>2026년 6월 24일</a:t>
            </a:r>
            <a:endParaRPr lang="en-US" altLang="ko-KR" sz="2200" b="1" spc="2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성 요한 세례자 탄생 대축일</a:t>
            </a:r>
            <a:endParaRPr lang="en-US" altLang="ko-KR" sz="2800" b="1" spc="500" dirty="0">
              <a:latin typeface="궁서" pitchFamily="18" charset="-127"/>
              <a:ea typeface="궁서" pitchFamily="18" charset="-127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사제 성화의 날</a:t>
            </a: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)</a:t>
            </a:r>
            <a:endParaRPr lang="en-US" altLang="en-US" sz="2800" b="1" spc="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2258171" y="483518"/>
            <a:ext cx="6130253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lang="en-GB" sz="2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rial" panose="020B0604020202020204" pitchFamily="34" charset="0"/>
              </a:rPr>
              <a:t>Korean Chaplaincy </a:t>
            </a:r>
            <a:r>
              <a:rPr lang="en-GB" sz="1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ppleSystemUIFont"/>
              </a:rPr>
              <a:t>CATHOLIC DIOCESE OF BROKEN BAY </a:t>
            </a:r>
            <a:endParaRPr lang="en-AU" sz="1300" dirty="0">
              <a:latin typeface="Calibri" panose="020F0502020204030204" pitchFamily="34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9784" algn="ctr"/>
            <a:endParaRPr sz="1800" dirty="0"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7130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6043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:a16="http://schemas.microsoft.com/office/drawing/2014/main" xmlns="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38885811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9331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2620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41167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09755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74095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755576" y="915566"/>
            <a:ext cx="7272808" cy="3323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spcAft>
                <a:spcPts val="1200"/>
              </a:spcAft>
            </a:pPr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	하느님이 보내신 사람이 있는데, 그의 이름은 요한이었다. 백성이 주님을 맞이할 준비를 하도록, 그는 빛을 증언하러 왔다.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입 당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1297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29137"/>
            <a:ext cx="9108504" cy="4185753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하늘 높은데서는 하느님께 영광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땅에서는 주님께서 사랑하시는 사람들에게 평화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하늘의 임금님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아버지 하느님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기리나이다 찬미하나이다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흠숭하나이다 찬양하나이다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영광 크시오니 감사하나이다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83518"/>
            <a:ext cx="9108504" cy="4678196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외아들 주 예수 그리스도님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성부의 아드님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하느님의 어린양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저희의 기도를 들어 주소서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71486"/>
            <a:ext cx="9108504" cy="4170364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성부 오른편에 앉아 계신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거룩하시고 홀로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주님이시며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높으신 예수 그리스도님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성령과 함께 아버지 하느님의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영광안에 계시나이다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아멘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61305" y="987574"/>
            <a:ext cx="810318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50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5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19384"/>
            <a:ext cx="9001000" cy="4828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섬들아, 내 말을 들어라. 먼 곳에 사는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민족들아, 귀를 기울여라. 주님께서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모태에서부터 부르시고 어머니 배 속에서부터 내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이름을 지어 주셨다.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내 입을 날카로운 칼처럼 만드시고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당신의 손 그늘에 나를 숨겨 주셨다.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날카로운 화살처럼 만드시어 당신의 화살 통 속에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감추셨다.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나에게 말씀하셨다. “너는 나의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29257"/>
            <a:ext cx="9001000" cy="46747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종이다. 이스라엘아, 너에게서 내 영광이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드러나리라.”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나는 말하였다. “나는 쓸데없이 고생만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하였다. 허무하고 허망한 것에 내 힘을 다 써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버렸다. 그러나 내 권리는 나의 주님께 있고 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보상은 나의 하느님께 있다.”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3263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이제 주님께서 말씀하신다. 그분께서는 야곱을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당신께 돌아오게 하시고 이스라엘이 당신께 모여들게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하시려고 나를 모태에서부터 당신 종으로 빚어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만드셨다. 나는 주님의 눈에 소중하게 여겨졌고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나의 하느님께서 나의 힘이 되어 주셨다.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주님, 당신은 저를 살펴보시고 잘 아시나이다. 앉으나 서나 당신은 저를 아시고, 멀리서도 제 생각 알아차리시나이다. 길을 가도 누워 있어도 헤아리시니, 당신은 저의 길 모두 아시나이다.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7348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755576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사도행전의 말씀입니다.</a:t>
            </a:r>
            <a:r>
              <a:rPr lang="en-US" altLang="ko-KR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CF469BA-F512-459C-8A7A-EE998CB1190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바오로가 말하였다. “하느님께서는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조상들에게 </a:t>
            </a: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다윗을 임금으로 세우셨습니다.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그에 대해서는 ‘내가 이사이의 아들 다윗을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찾아냈으니, 그는 내 마음에 드는 사람으로 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뜻을 모두 실천할 것이다.’ 하고 증언해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주셨습니다.</a:t>
            </a:r>
          </a:p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 다윗의 후손 가운데에서, 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약속하신 대로 예수님을 구원자로 이스라엘에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보내셨습니다.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이분께서 오시기 전에 요한이 이스라엘 온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백성에게 회개의 세례를 미리 선포하였습니다.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25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요한은 사명을 다 마칠 무렵 이렇게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말하였습니다. ‘너희는 내가 누구라고 생각하느냐?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나는 그분이 아니다. 그분께서는 내 뒤에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오시는데, 나는 그분의 신발 끈을 풀어 드리기에도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합당하지 않다.’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26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아브라함의 후손 여러분,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하느님을 경외하는 여러분, 이 구원의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말씀이 바로 우리에게 파견되셨습니다.”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xmlns="" id="{DE89EE32-1D4B-56FE-D257-E8FFC9FFF377}"/>
              </a:ext>
            </a:extLst>
          </p:cNvPr>
          <p:cNvSpPr txBox="1">
            <a:spLocks/>
          </p:cNvSpPr>
          <p:nvPr/>
        </p:nvSpPr>
        <p:spPr>
          <a:xfrm>
            <a:off x="323528" y="1383030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18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아기는 자라면서 정신도 굳세어졌다. 그리고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이스라엘 백성 앞에 나타날 때까지 광야에서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살았다.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790905A-732B-67D9-B6C3-204998005360}"/>
              </a:ext>
            </a:extLst>
          </p:cNvPr>
          <p:cNvSpPr txBox="1"/>
          <p:nvPr/>
        </p:nvSpPr>
        <p:spPr>
          <a:xfrm>
            <a:off x="323528" y="2303968"/>
            <a:ext cx="5421432" cy="1246495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8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lang="en-US" altLang="ko-KR" sz="2800" b="1" dirty="0" smtClean="0">
              <a:solidFill>
                <a:prstClr val="white"/>
              </a:solidFill>
              <a:latin typeface="바탕" pitchFamily="18" charset="-127"/>
              <a:ea typeface="바탕" pitchFamily="18" charset="-127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그리스도님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찬미합니다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AU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그리하여 이웃이 모두 두려움에 휩싸였다.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이 모든 일이 유다의 온 산악 지방에서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화제가 되었다.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소문을 들은 이들은 모두 그것을 마음에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새기며, “이 아기가 대체 무엇이 될 것인가?”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하고 말하였다. 정녕 주님의 손길이 그를 보살피고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계셨던 것이다.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9F1B7D1-ED9E-48F2-98A0-A66CD7A16038}"/>
              </a:ext>
            </a:extLst>
          </p:cNvPr>
          <p:cNvSpPr/>
          <p:nvPr/>
        </p:nvSpPr>
        <p:spPr>
          <a:xfrm>
            <a:off x="285720" y="963405"/>
            <a:ext cx="8316416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fontAlgn="base">
              <a:lnSpc>
                <a:spcPct val="110000"/>
              </a:lnSpc>
              <a:spcBef>
                <a:spcPct val="0"/>
              </a:spcBef>
              <a:spcAft>
                <a:spcPts val="2400"/>
              </a:spcAft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Batang" pitchFamily="18" charset="-127"/>
              <a:ea typeface="Batang" pitchFamily="18" charset="-127"/>
            </a:endParaRPr>
          </a:p>
          <a:p>
            <a:pPr marL="715963" lvl="0" indent="-625475" defTabSz="914400" fontAlgn="base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tabLst>
                <a:tab pos="715963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대한" pitchFamily="50" charset="-127"/>
                <a:ea typeface="대한" pitchFamily="50" charset="-127"/>
                <a:cs typeface="+mn-cs"/>
              </a:rPr>
              <a:t>○ 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아기야, 너는 지극히 높으신 분의 예언자 되어 주님에 앞서 그분의 길을 준비하리라.</a:t>
            </a:r>
          </a:p>
          <a:p>
            <a:pPr marL="715963" marR="0" lvl="0" indent="-625475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>
                <a:tab pos="715963" algn="l"/>
              </a:tabLst>
              <a:defRPr/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 smtClean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A011866-7B88-4DA6-AFBF-292C0A0227E3}"/>
              </a:ext>
            </a:extLst>
          </p:cNvPr>
          <p:cNvSpPr/>
          <p:nvPr/>
        </p:nvSpPr>
        <p:spPr>
          <a:xfrm>
            <a:off x="8028384" y="51470"/>
            <a:ext cx="10118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Alleluia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29960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1612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843558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 smtClean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루카가 전한 거룩한 복음입니다.</a:t>
            </a:r>
          </a:p>
          <a:p>
            <a:pPr lvl="1"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DD7C9BC-E46D-4133-ACD4-C347F251CFC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57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엘리사벳은 해산달이 차서 아들을 낳았다.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58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이웃과 친척들은 주님께서 엘리사벳에게 큰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자비를 베푸셨다는 것을 듣고, 그와 함께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기뻐하였다.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59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여드레째 되는 날, 그들은 아기의 할례식에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갔다가 아버지의 이름을 따서 아기를 즈카르야라고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부르려 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아기 어머니는 “안 됩니다.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요한이라고 불러야 합니다.” 하고 말하였다.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2830"/>
            <a:ext cx="8928992" cy="5044450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그들은 “당신의 친척 가운데에는 그런 이름을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가진 이가 없습니다.” 하며, </a:t>
            </a: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아버지에게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아기의 이름을 무엇이라 하겠느냐고 손짓으로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물었다.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즈카르야는 글 쓰는 판을 달라고 하여 ‘그의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이름은 요한’이라고 썼다. 그러자 모두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놀라워하였다.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즈카르야는 즉시 입이 열리고 혀가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풀려 말을 하기 시작하면서 하느님을 찬미하였다.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2773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267494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A9AD5D6-333F-45AB-A982-0ACAA71FF6F3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88696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398311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A60F507-E3A1-4108-B3AD-3848C73E0BDC}"/>
              </a:ext>
            </a:extLst>
          </p:cNvPr>
          <p:cNvSpPr txBox="1"/>
          <p:nvPr/>
        </p:nvSpPr>
        <p:spPr>
          <a:xfrm>
            <a:off x="6265794" y="4844532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052838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60959"/>
            <a:ext cx="9112468" cy="4415047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C7F51F4-96F1-45D7-B57E-F3B2B4267BBF}"/>
              </a:ext>
            </a:extLst>
          </p:cNvPr>
          <p:cNvSpPr txBox="1"/>
          <p:nvPr/>
        </p:nvSpPr>
        <p:spPr>
          <a:xfrm>
            <a:off x="6300192" y="4876561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51068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4623FE5-67F7-4449-AAED-492277CDF490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58698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85665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봉 헌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lang="en-US" altLang="ko-KR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1116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신앙의 신비여!</a:t>
            </a:r>
            <a:endParaRPr lang="en-AU" sz="25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직사각형 2"/>
          <p:cNvSpPr/>
          <p:nvPr/>
        </p:nvSpPr>
        <p:spPr>
          <a:xfrm>
            <a:off x="1115616" y="966146"/>
            <a:ext cx="7056784" cy="26807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5000"/>
              </a:lnSpc>
              <a:spcAft>
                <a:spcPts val="1200"/>
              </a:spcAft>
            </a:pPr>
            <a:r>
              <a:rPr lang="ko-KR" alt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주님께서 오실 때까지 주님의 죽음을 전하며 부활을 선포하나이다</a:t>
            </a:r>
            <a:r>
              <a:rPr lang="en-US" altLang="ko-KR" sz="4400" b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4200" b="1" spc="154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D737ADA-6B20-4417-B6EE-13E6EB644697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812530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5" name="직사각형 2">
            <a:extLst>
              <a:ext uri="{FF2B5EF4-FFF2-40B4-BE49-F238E27FC236}">
                <a16:creationId xmlns:a16="http://schemas.microsoft.com/office/drawing/2014/main" xmlns="" id="{5256002D-F60C-20F2-45FC-2D07654A49CB}"/>
              </a:ext>
            </a:extLst>
          </p:cNvPr>
          <p:cNvSpPr/>
          <p:nvPr/>
        </p:nvSpPr>
        <p:spPr>
          <a:xfrm>
            <a:off x="395536" y="1059582"/>
            <a:ext cx="7992888" cy="31591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 하느님이 크신 자비를 베푸시니, 떠오르는 태양이 높은 데서 우리를 찾아오셨네.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ko-KR" altLang="en-US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33743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33770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824450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75219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09273" y="1079191"/>
            <a:ext cx="8856984" cy="386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지극히 좋으신 하느님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</a:p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최양업 토마스 신부를 박해로 고통받는 교회의 든든한 목자로 세워 주셨음에 감사드리나이다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</a:p>
          <a:p>
            <a:pPr marL="625475" indent="-625475">
              <a:lnSpc>
                <a:spcPct val="120000"/>
              </a:lnSpc>
              <a:spcAft>
                <a:spcPts val="1200"/>
              </a:spcAft>
            </a:pPr>
            <a:endParaRPr lang="en-US" altLang="ko-KR" sz="3200" b="1" dirty="0">
              <a:solidFill>
                <a:srgbClr val="DDD9C3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196647"/>
            <a:ext cx="727280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/>
            <a:r>
              <a:rPr lang="ko-KR" altLang="en-US" sz="2800" kern="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가경자 최양업 토마스 신부 시복 시성 기도문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78DF541-2D9C-4FDB-BFB1-A59A4B9A1C8F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190241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78049" y="252036"/>
            <a:ext cx="8991076" cy="4563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	</a:t>
            </a:r>
            <a:r>
              <a:rPr lang="ko-KR" altLang="en-US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모든 교우들이 오로지 하느님 자비에 희망을 두고 박해를 피해 산골 깊이 숨어 신앙을 지켜야 했던 시대에 최양업 토마스 신부는 주님을 닮은 착한 목자로 목숨이 다할 때까지 쉼 없이 양들을 찾아 복음을 전하고 주님께서 이루신 구원의 은총을 전했나이다</a:t>
            </a:r>
            <a:r>
              <a:rPr lang="en-AU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854A94FA-B5D4-48DC-994C-9FCB87C8A2E9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08187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537763"/>
            <a:ext cx="8784976" cy="3701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17550" indent="-717550">
              <a:lnSpc>
                <a:spcPct val="125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자비로우신 하느님 아버지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간절히 청하오니 가경자 최양업 토마스 신부에게 시복 시성의 은혜를 허락하시어 그에게 주셨던 굳건한 믿음과 온전한 헌신의 정신을 본받아 오늘 저희도 한마음으로 복음을 살고 전하는 일꾼이 되게 하소서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67C8B50A-87C0-41C7-83D4-96B95F8F1E2D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58540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496" y="102371"/>
            <a:ext cx="9073008" cy="4816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24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r>
              <a:rPr lang="en-AU" altLang="ko-KR" sz="4000" dirty="0">
                <a:solidFill>
                  <a:srgbClr val="444444"/>
                </a:solidFill>
                <a:latin typeface="Nanum Gothic Thin"/>
                <a:ea typeface="Batang" panose="02030600000101010101" pitchFamily="18" charset="-127"/>
              </a:rPr>
              <a:t>	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저희는 가경자 최양업 신부의 시복 시성의 은총을 빌며 그의 전구에 힘입어 브로큰베이 한인천주교회를 위하여 기도드리오니 들어주소서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 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우리 주 그리스도를 통하여 비나이다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r>
              <a:rPr lang="en-US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    </a:t>
            </a:r>
          </a:p>
          <a:p>
            <a:pPr marL="625475" indent="-625475">
              <a:spcAft>
                <a:spcPts val="1200"/>
              </a:spcAft>
            </a:pP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	</a:t>
            </a: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C196F71-023D-4BE4-8EE4-DF4BF5614C9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5637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23646B-4619-4289-9220-025A9EFB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97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3263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말씀하신다. “네가 나의 종이 되어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야곱의 지파들을 다시 일으키고 이스라엘의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생존자들을 돌아오게 하는 것만으로는 충분하지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않다. 나의 구원이 땅끝까지 다다르도록 나는 너를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민족들의 빛으로 세운다.”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C9C3D184-83EF-43D4-8CC2-744C154AE418}"/>
              </a:ext>
            </a:extLst>
          </p:cNvPr>
          <p:cNvSpPr txBox="1">
            <a:spLocks/>
          </p:cNvSpPr>
          <p:nvPr/>
        </p:nvSpPr>
        <p:spPr>
          <a:xfrm>
            <a:off x="323528" y="3278540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감사합니다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당신은 제 오장육부를 만드시고, 어미 배 속에서 저를 엮으셨나이다. 오묘하게 지어 주신 이 몸, 당신을 찬송하나이다. 당신 작품들은 놀랍기만 하옵니다.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제 영혼이 잘 아나이다. 제가 남몰래 만들어질 때, 땅속 깊은 곳에서 짜일 때, 제 뼛속까지 당신께 드러났나이다.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20060</TotalTime>
  <Words>1074</Words>
  <Application>Microsoft Office PowerPoint</Application>
  <PresentationFormat>화면 슬라이드 쇼(16:9)</PresentationFormat>
  <Paragraphs>268</Paragraphs>
  <Slides>65</Slides>
  <Notes>35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67</vt:i4>
      </vt:variant>
    </vt:vector>
  </HeadingPairs>
  <TitlesOfParts>
    <vt:vector size="71" baseType="lpstr">
      <vt:lpstr>Office Theme</vt:lpstr>
      <vt:lpstr>1_Office Theme</vt:lpstr>
      <vt:lpstr>2_Office Theme</vt:lpstr>
      <vt:lpstr>3_Office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입당송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제 1 독서  신명기의 말씀입니다.  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제 2 독서  요한 1서의 말씀입니다.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영성체송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슬라이드 66</vt:lpstr>
      <vt:lpstr>슬라이드 67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1954</cp:revision>
  <dcterms:created xsi:type="dcterms:W3CDTF">2016-08-30T00:06:00Z</dcterms:created>
  <dcterms:modified xsi:type="dcterms:W3CDTF">2026-07-16T05:26:53Z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
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7" r:id="rId2"/>
  </p:sldMasterIdLst>
  <p:notesMasterIdLst>
    <p:notesMasterId r:id="rId144"/>
  </p:notesMasterIdLst>
  <p:sldIdLst>
    <p:sldId id="1697" r:id="rId3"/>
    <p:sldId id="1372" r:id="rId4"/>
    <p:sldId id="1373" r:id="rId5"/>
    <p:sldId id="1374" r:id="rId6"/>
    <p:sldId id="1375" r:id="rId7"/>
    <p:sldId id="1376" r:id="rId8"/>
    <p:sldId id="2532" r:id="rId9"/>
    <p:sldId id="2533" r:id="rId10"/>
    <p:sldId id="2534" r:id="rId11"/>
    <p:sldId id="1377" r:id="rId12"/>
    <p:sldId id="1062" r:id="rId13"/>
    <p:sldId id="1063" r:id="rId14"/>
    <p:sldId id="3065" r:id="rId51"/>
    <p:sldId id="3066" r:id="rId18"/>
    <p:sldId id="3067" r:id="rId17"/>
    <p:sldId id="3068" r:id="rId16"/>
    <p:sldId id="1511" r:id="rId19"/>
    <p:sldId id="2068" r:id="rId20"/>
    <p:sldId id="2195" r:id="rId21"/>
    <p:sldId id="2194" r:id="rId22"/>
    <p:sldId id="3069" r:id="rId26"/>
    <p:sldId id="3070" r:id="rId25"/>
    <p:sldId id="3071" r:id="rId24"/>
    <p:sldId id="1565" r:id="rId27"/>
    <p:sldId id="1566" r:id="rId28"/>
    <p:sldId id="1575" r:id="rId29"/>
    <p:sldId id="1576" r:id="rId30"/>
    <p:sldId id="1528" r:id="rId31"/>
    <p:sldId id="2337" r:id="rId32"/>
    <p:sldId id="1334" r:id="rId33"/>
    <p:sldId id="2339" r:id="rId34"/>
    <p:sldId id="2340" r:id="rId35"/>
    <p:sldId id="1336" r:id="rId36"/>
    <p:sldId id="2342" r:id="rId37"/>
    <p:sldId id="2343" r:id="rId38"/>
    <p:sldId id="2344" r:id="rId39"/>
    <p:sldId id="2345" r:id="rId40"/>
    <p:sldId id="2346" r:id="rId41"/>
    <p:sldId id="2347" r:id="rId42"/>
    <p:sldId id="2348" r:id="rId43"/>
    <p:sldId id="2349" r:id="rId44"/>
    <p:sldId id="2350" r:id="rId45"/>
    <p:sldId id="2351" r:id="rId46"/>
    <p:sldId id="1670" r:id="rId47"/>
    <p:sldId id="1020" r:id="rId48"/>
    <p:sldId id="1757" r:id="rId49"/>
    <p:sldId id="3039" r:id="rId50"/>
    <p:sldId id="3058" r:id="rId150"/>
    <p:sldId id="1737" r:id="rId52"/>
    <p:sldId id="3059" r:id="rId149"/>
    <p:sldId id="1729" r:id="rId54"/>
    <p:sldId id="3060" r:id="rId55"/>
    <p:sldId id="3042" r:id="rId56"/>
    <p:sldId id="3061" r:id="rId57"/>
    <p:sldId id="3044" r:id="rId58"/>
    <p:sldId id="3062" r:id="rId59"/>
    <p:sldId id="787" r:id="rId60"/>
    <p:sldId id="1138" r:id="rId61"/>
    <p:sldId id="1730" r:id="rId62"/>
    <p:sldId id="3063" r:id="rId53"/>
    <p:sldId id="1706" r:id="rId63"/>
    <p:sldId id="1427" r:id="rId64"/>
    <p:sldId id="1555" r:id="rId65"/>
    <p:sldId id="3046" r:id="rId66"/>
    <p:sldId id="344" r:id="rId67"/>
    <p:sldId id="1556" r:id="rId68"/>
    <p:sldId id="3047" r:id="rId69"/>
    <p:sldId id="3064" r:id="rId151"/>
    <p:sldId id="3048" r:id="rId70"/>
    <p:sldId id="1462" r:id="rId71"/>
    <p:sldId id="1770" r:id="rId72"/>
    <p:sldId id="1771" r:id="rId73"/>
    <p:sldId id="1772" r:id="rId74"/>
    <p:sldId id="1773" r:id="rId75"/>
    <p:sldId id="1680" r:id="rId76"/>
    <p:sldId id="1598" r:id="rId77"/>
    <p:sldId id="348" r:id="rId78"/>
    <p:sldId id="2206" r:id="rId79"/>
    <p:sldId id="3072" r:id="rId83"/>
    <p:sldId id="3073" r:id="rId82"/>
    <p:sldId id="1128" r:id="rId84"/>
    <p:sldId id="1129" r:id="rId85"/>
    <p:sldId id="1130" r:id="rId86"/>
    <p:sldId id="1131" r:id="rId87"/>
    <p:sldId id="1132" r:id="rId88"/>
    <p:sldId id="1599" r:id="rId89"/>
    <p:sldId id="1600" r:id="rId90"/>
    <p:sldId id="1601" r:id="rId91"/>
    <p:sldId id="1602" r:id="rId92"/>
    <p:sldId id="1774" r:id="rId93"/>
    <p:sldId id="286" r:id="rId94"/>
    <p:sldId id="1604" r:id="rId95"/>
    <p:sldId id="1605" r:id="rId96"/>
    <p:sldId id="1606" r:id="rId97"/>
    <p:sldId id="1607" r:id="rId98"/>
    <p:sldId id="1608" r:id="rId99"/>
    <p:sldId id="1609" r:id="rId100"/>
    <p:sldId id="1610" r:id="rId101"/>
    <p:sldId id="1144" r:id="rId102"/>
    <p:sldId id="706" r:id="rId103"/>
    <p:sldId id="1611" r:id="rId104"/>
    <p:sldId id="707" r:id="rId105"/>
    <p:sldId id="497" r:id="rId106"/>
    <p:sldId id="1149" r:id="rId107"/>
    <p:sldId id="739" r:id="rId108"/>
    <p:sldId id="428" r:id="rId109"/>
    <p:sldId id="1612" r:id="rId110"/>
    <p:sldId id="1613" r:id="rId111"/>
    <p:sldId id="1146" r:id="rId112"/>
    <p:sldId id="423" r:id="rId113"/>
    <p:sldId id="424" r:id="rId114"/>
    <p:sldId id="1033" r:id="rId115"/>
    <p:sldId id="302" r:id="rId116"/>
    <p:sldId id="1633" r:id="rId117"/>
    <p:sldId id="3074" r:id="rId121"/>
    <p:sldId id="3075" r:id="rId120"/>
    <p:sldId id="3076" r:id="rId119"/>
    <p:sldId id="3077" r:id="rId118"/>
    <p:sldId id="1701" r:id="rId122"/>
    <p:sldId id="1634" r:id="rId123"/>
    <p:sldId id="3078" r:id="rId129"/>
    <p:sldId id="3079" r:id="rId128"/>
    <p:sldId id="3080" r:id="rId127"/>
    <p:sldId id="3081" r:id="rId126"/>
    <p:sldId id="3082" r:id="rId125"/>
    <p:sldId id="3083" r:id="rId124"/>
    <p:sldId id="1413" r:id="rId130"/>
    <p:sldId id="498" r:id="rId131"/>
    <p:sldId id="1742" r:id="rId132"/>
    <p:sldId id="499" r:id="rId133"/>
    <p:sldId id="1363" r:id="rId134"/>
    <p:sldId id="3084" r:id="rId137"/>
    <p:sldId id="3085" r:id="rId136"/>
    <p:sldId id="3086" r:id="rId135"/>
    <p:sldId id="542" r:id="rId138"/>
    <p:sldId id="1775" r:id="rId139"/>
    <p:sldId id="1776" r:id="rId140"/>
    <p:sldId id="1777" r:id="rId141"/>
    <p:sldId id="1356" r:id="rId142"/>
    <p:sldId id="893" r:id="rId143"/>
  </p:sldIdLst>
  <p:sldSz cx="9144000" cy="5143500" type="screen16x9"/>
  <p:notesSz cx="10693400" cy="7562850"/>
  <p:defaultTextStyle>
    <a:defPPr>
      <a:defRPr lang="en-US"/>
    </a:defPPr>
    <a:lvl1pPr marL="0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959">
          <p15:clr>
            <a:srgbClr val="A4A3A4"/>
          </p15:clr>
        </p15:guide>
        <p15:guide id="2" pos="184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0"/>
      </p:ext>
    </p:extLst>
  </p:showPr>
  <p:clrMru>
    <a:srgbClr val="FFFFCC"/>
    <a:srgbClr val="FFFFFF"/>
    <a:srgbClr val="FFFF99"/>
    <a:srgbClr val="FFFF66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9785" autoAdjust="0"/>
  </p:normalViewPr>
  <p:slideViewPr>
    <p:cSldViewPr>
      <p:cViewPr varScale="1">
        <p:scale>
          <a:sx n="79" d="100"/>
          <a:sy n="79" d="100"/>
        </p:scale>
        <p:origin x="-96" y="-1284"/>
      </p:cViewPr>
      <p:guideLst>
        <p:guide orient="horz" pos="1959"/>
        <p:guide pos="1847"/>
      </p:guideLst>
    </p:cSldViewPr>
  </p:slideViewPr>
  <p:outlineViewPr>
    <p:cViewPr>
      <p:scale>
        <a:sx n="33" d="100"/>
        <a:sy n="33" d="100"/>
      </p:scale>
      <p:origin x="0" y="8358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16.xml"/><Relationship Id="rId52" Type="http://schemas.openxmlformats.org/officeDocument/2006/relationships/slide" Target="slides/slide50.xml"/><Relationship Id="rId53" Type="http://schemas.openxmlformats.org/officeDocument/2006/relationships/slide" Target="slides/slide49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5.xml"/><Relationship Id="rId58" Type="http://schemas.openxmlformats.org/officeDocument/2006/relationships/slide" Target="slides/slide56.xml"/><Relationship Id="rId59" Type="http://schemas.openxmlformats.org/officeDocument/2006/relationships/slide" Target="slides/slide57.xml"/><Relationship Id="rId60" Type="http://schemas.openxmlformats.org/officeDocument/2006/relationships/slide" Target="slides/slide58.xml"/><Relationship Id="rId61" Type="http://schemas.openxmlformats.org/officeDocument/2006/relationships/slide" Target="slides/slide59.xml"/><Relationship Id="rId62" Type="http://schemas.openxmlformats.org/officeDocument/2006/relationships/slide" Target="slides/slide60.xml"/><Relationship Id="rId63" Type="http://schemas.openxmlformats.org/officeDocument/2006/relationships/slide" Target="slides/slide61.xml"/><Relationship Id="rId64" Type="http://schemas.openxmlformats.org/officeDocument/2006/relationships/slide" Target="slides/slide62.xml"/><Relationship Id="rId65" Type="http://schemas.openxmlformats.org/officeDocument/2006/relationships/slide" Target="slides/slide63.xml"/><Relationship Id="rId66" Type="http://schemas.openxmlformats.org/officeDocument/2006/relationships/slide" Target="slides/slide64.xml"/><Relationship Id="rId67" Type="http://schemas.openxmlformats.org/officeDocument/2006/relationships/slide" Target="slides/slide65.xml"/><Relationship Id="rId68" Type="http://schemas.openxmlformats.org/officeDocument/2006/relationships/slide" Target="slides/slide66.xml"/><Relationship Id="rId69" Type="http://schemas.openxmlformats.org/officeDocument/2006/relationships/slide" Target="slides/slide67.xml"/><Relationship Id="rId70" Type="http://schemas.openxmlformats.org/officeDocument/2006/relationships/slide" Target="slides/slide68.xml"/><Relationship Id="rId71" Type="http://schemas.openxmlformats.org/officeDocument/2006/relationships/slide" Target="slides/slide69.xml"/><Relationship Id="rId72" Type="http://schemas.openxmlformats.org/officeDocument/2006/relationships/slide" Target="slides/slide70.xml"/><Relationship Id="rId73" Type="http://schemas.openxmlformats.org/officeDocument/2006/relationships/slide" Target="slides/slide71.xml"/><Relationship Id="rId74" Type="http://schemas.openxmlformats.org/officeDocument/2006/relationships/slide" Target="slides/slide72.xml"/><Relationship Id="rId75" Type="http://schemas.openxmlformats.org/officeDocument/2006/relationships/slide" Target="slides/slide73.xml"/><Relationship Id="rId76" Type="http://schemas.openxmlformats.org/officeDocument/2006/relationships/slide" Target="slides/slide74.xml"/><Relationship Id="rId77" Type="http://schemas.openxmlformats.org/officeDocument/2006/relationships/slide" Target="slides/slide75.xml"/><Relationship Id="rId78" Type="http://schemas.openxmlformats.org/officeDocument/2006/relationships/slide" Target="slides/slide76.xml"/><Relationship Id="rId79" Type="http://schemas.openxmlformats.org/officeDocument/2006/relationships/slide" Target="slides/slide77.xml"/><Relationship Id="rId82" Type="http://schemas.openxmlformats.org/officeDocument/2006/relationships/slide" Target="slides/slide80.xml"/><Relationship Id="rId83" Type="http://schemas.openxmlformats.org/officeDocument/2006/relationships/slide" Target="slides/slide81.xml"/><Relationship Id="rId84" Type="http://schemas.openxmlformats.org/officeDocument/2006/relationships/slide" Target="slides/slide82.xml"/><Relationship Id="rId85" Type="http://schemas.openxmlformats.org/officeDocument/2006/relationships/slide" Target="slides/slide83.xml"/><Relationship Id="rId86" Type="http://schemas.openxmlformats.org/officeDocument/2006/relationships/slide" Target="slides/slide84.xml"/><Relationship Id="rId87" Type="http://schemas.openxmlformats.org/officeDocument/2006/relationships/slide" Target="slides/slide85.xml"/><Relationship Id="rId88" Type="http://schemas.openxmlformats.org/officeDocument/2006/relationships/slide" Target="slides/slide86.xml"/><Relationship Id="rId89" Type="http://schemas.openxmlformats.org/officeDocument/2006/relationships/slide" Target="slides/slide87.xml"/><Relationship Id="rId90" Type="http://schemas.openxmlformats.org/officeDocument/2006/relationships/slide" Target="slides/slide88.xml"/><Relationship Id="rId91" Type="http://schemas.openxmlformats.org/officeDocument/2006/relationships/slide" Target="slides/slide89.xml"/><Relationship Id="rId92" Type="http://schemas.openxmlformats.org/officeDocument/2006/relationships/slide" Target="slides/slide90.xml"/><Relationship Id="rId93" Type="http://schemas.openxmlformats.org/officeDocument/2006/relationships/slide" Target="slides/slide91.xml"/><Relationship Id="rId94" Type="http://schemas.openxmlformats.org/officeDocument/2006/relationships/slide" Target="slides/slide92.xml"/><Relationship Id="rId95" Type="http://schemas.openxmlformats.org/officeDocument/2006/relationships/slide" Target="slides/slide93.xml"/><Relationship Id="rId96" Type="http://schemas.openxmlformats.org/officeDocument/2006/relationships/slide" Target="slides/slide94.xml"/><Relationship Id="rId97" Type="http://schemas.openxmlformats.org/officeDocument/2006/relationships/slide" Target="slides/slide95.xml"/><Relationship Id="rId98" Type="http://schemas.openxmlformats.org/officeDocument/2006/relationships/slide" Target="slides/slide96.xml"/><Relationship Id="rId99" Type="http://schemas.openxmlformats.org/officeDocument/2006/relationships/slide" Target="slides/slide97.xml"/><Relationship Id="rId100" Type="http://schemas.openxmlformats.org/officeDocument/2006/relationships/slide" Target="slides/slide98.xml"/><Relationship Id="rId101" Type="http://schemas.openxmlformats.org/officeDocument/2006/relationships/slide" Target="slides/slide99.xml"/><Relationship Id="rId102" Type="http://schemas.openxmlformats.org/officeDocument/2006/relationships/slide" Target="slides/slide100.xml"/><Relationship Id="rId103" Type="http://schemas.openxmlformats.org/officeDocument/2006/relationships/slide" Target="slides/slide101.xml"/><Relationship Id="rId104" Type="http://schemas.openxmlformats.org/officeDocument/2006/relationships/slide" Target="slides/slide102.xml"/><Relationship Id="rId105" Type="http://schemas.openxmlformats.org/officeDocument/2006/relationships/slide" Target="slides/slide103.xml"/><Relationship Id="rId106" Type="http://schemas.openxmlformats.org/officeDocument/2006/relationships/slide" Target="slides/slide104.xml"/><Relationship Id="rId107" Type="http://schemas.openxmlformats.org/officeDocument/2006/relationships/slide" Target="slides/slide105.xml"/><Relationship Id="rId108" Type="http://schemas.openxmlformats.org/officeDocument/2006/relationships/slide" Target="slides/slide106.xml"/><Relationship Id="rId109" Type="http://schemas.openxmlformats.org/officeDocument/2006/relationships/slide" Target="slides/slide107.xml"/><Relationship Id="rId110" Type="http://schemas.openxmlformats.org/officeDocument/2006/relationships/slide" Target="slides/slide108.xml"/><Relationship Id="rId111" Type="http://schemas.openxmlformats.org/officeDocument/2006/relationships/slide" Target="slides/slide109.xml"/><Relationship Id="rId112" Type="http://schemas.openxmlformats.org/officeDocument/2006/relationships/slide" Target="slides/slide110.xml"/><Relationship Id="rId113" Type="http://schemas.openxmlformats.org/officeDocument/2006/relationships/slide" Target="slides/slide111.xml"/><Relationship Id="rId114" Type="http://schemas.openxmlformats.org/officeDocument/2006/relationships/slide" Target="slides/slide112.xml"/><Relationship Id="rId115" Type="http://schemas.openxmlformats.org/officeDocument/2006/relationships/slide" Target="slides/slide113.xml"/><Relationship Id="rId116" Type="http://schemas.openxmlformats.org/officeDocument/2006/relationships/slide" Target="slides/slide114.xml"/><Relationship Id="rId117" Type="http://schemas.openxmlformats.org/officeDocument/2006/relationships/slide" Target="slides/slide115.xml"/><Relationship Id="rId118" Type="http://schemas.openxmlformats.org/officeDocument/2006/relationships/slide" Target="slides/slide116.xml"/><Relationship Id="rId119" Type="http://schemas.openxmlformats.org/officeDocument/2006/relationships/slide" Target="slides/slide117.xml"/><Relationship Id="rId120" Type="http://schemas.openxmlformats.org/officeDocument/2006/relationships/slide" Target="slides/slide118.xml"/><Relationship Id="rId121" Type="http://schemas.openxmlformats.org/officeDocument/2006/relationships/slide" Target="slides/slide119.xml"/><Relationship Id="rId122" Type="http://schemas.openxmlformats.org/officeDocument/2006/relationships/slide" Target="slides/slide120.xml"/><Relationship Id="rId123" Type="http://schemas.openxmlformats.org/officeDocument/2006/relationships/slide" Target="slides/slide121.xml"/><Relationship Id="rId124" Type="http://schemas.openxmlformats.org/officeDocument/2006/relationships/slide" Target="slides/slide122.xml"/><Relationship Id="rId125" Type="http://schemas.openxmlformats.org/officeDocument/2006/relationships/slide" Target="slides/slide123.xml"/><Relationship Id="rId126" Type="http://schemas.openxmlformats.org/officeDocument/2006/relationships/slide" Target="slides/slide124.xml"/><Relationship Id="rId127" Type="http://schemas.openxmlformats.org/officeDocument/2006/relationships/slide" Target="slides/slide125.xml"/><Relationship Id="rId128" Type="http://schemas.openxmlformats.org/officeDocument/2006/relationships/slide" Target="slides/slide126.xml"/><Relationship Id="rId129" Type="http://schemas.openxmlformats.org/officeDocument/2006/relationships/slide" Target="slides/slide127.xml"/><Relationship Id="rId130" Type="http://schemas.openxmlformats.org/officeDocument/2006/relationships/slide" Target="slides/slide128.xml"/><Relationship Id="rId131" Type="http://schemas.openxmlformats.org/officeDocument/2006/relationships/slide" Target="slides/slide129.xml"/><Relationship Id="rId132" Type="http://schemas.openxmlformats.org/officeDocument/2006/relationships/slide" Target="slides/slide130.xml"/><Relationship Id="rId133" Type="http://schemas.openxmlformats.org/officeDocument/2006/relationships/slide" Target="slides/slide131.xml"/><Relationship Id="rId134" Type="http://schemas.openxmlformats.org/officeDocument/2006/relationships/slide" Target="slides/slide132.xml"/><Relationship Id="rId135" Type="http://schemas.openxmlformats.org/officeDocument/2006/relationships/slide" Target="slides/slide133.xml"/><Relationship Id="rId136" Type="http://schemas.openxmlformats.org/officeDocument/2006/relationships/slide" Target="slides/slide134.xml"/><Relationship Id="rId137" Type="http://schemas.openxmlformats.org/officeDocument/2006/relationships/slide" Target="slides/slide135.xml"/><Relationship Id="rId138" Type="http://schemas.openxmlformats.org/officeDocument/2006/relationships/slide" Target="slides/slide136.xml"/><Relationship Id="rId139" Type="http://schemas.openxmlformats.org/officeDocument/2006/relationships/slide" Target="slides/slide137.xml"/><Relationship Id="rId140" Type="http://schemas.openxmlformats.org/officeDocument/2006/relationships/slide" Target="slides/slide138.xml"/><Relationship Id="rId141" Type="http://schemas.openxmlformats.org/officeDocument/2006/relationships/slide" Target="slides/slide139.xml"/><Relationship Id="rId142" Type="http://schemas.openxmlformats.org/officeDocument/2006/relationships/slide" Target="slides/slide140.xml"/><Relationship Id="rId143" Type="http://schemas.openxmlformats.org/officeDocument/2006/relationships/slide" Target="slides/slide141.xml"/><Relationship Id="rId144" Type="http://schemas.openxmlformats.org/officeDocument/2006/relationships/notesMaster" Target="notesMasters/notesMaster1.xml"/><Relationship Id="rId145" Type="http://schemas.openxmlformats.org/officeDocument/2006/relationships/presProps" Target="presProps.xml"/><Relationship Id="rId146" Type="http://schemas.openxmlformats.org/officeDocument/2006/relationships/viewProps" Target="viewProps.xml"/><Relationship Id="rId147" Type="http://schemas.openxmlformats.org/officeDocument/2006/relationships/theme" Target="theme/theme1.xml"/><Relationship Id="rId148" Type="http://schemas.openxmlformats.org/officeDocument/2006/relationships/tableStyles" Target="tableStyles.xml"/><Relationship Id="rId149" Type="http://schemas.openxmlformats.org/officeDocument/2006/relationships/slide" Target="slides/slide51.xml"/><Relationship Id="rId150" Type="http://schemas.openxmlformats.org/officeDocument/2006/relationships/slide" Target="slides/slide142.xml"/><Relationship Id="rId151" Type="http://schemas.openxmlformats.org/officeDocument/2006/relationships/slide" Target="slides/slide143.xml"/><Relationship Id="rId163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b Yang" userId="96e110e5a1896ef6" providerId="LiveId" clId="{8EB410B9-5EBC-420C-8E01-1D28E64F7A8C}"/>
    <pc:docChg chg="undo custSel addSld delSld modSld sldOrd">
      <pc:chgData name="Jacob Yang" userId="96e110e5a1896ef6" providerId="LiveId" clId="{8EB410B9-5EBC-420C-8E01-1D28E64F7A8C}" dt="2026-06-06T22:16:31.429" v="865"/>
      <pc:docMkLst>
        <pc:docMk/>
      </pc:docMkLst>
      <pc:sldChg chg="add del">
        <pc:chgData name="Jacob Yang" userId="96e110e5a1896ef6" providerId="LiveId" clId="{8EB410B9-5EBC-420C-8E01-1D28E64F7A8C}" dt="2026-06-01T11:55:45.499" v="634" actId="47"/>
        <pc:sldMkLst>
          <pc:docMk/>
          <pc:sldMk cId="0" sldId="787"/>
        </pc:sldMkLst>
      </pc:sldChg>
      <pc:sldChg chg="modSp mod">
        <pc:chgData name="Jacob Yang" userId="96e110e5a1896ef6" providerId="LiveId" clId="{8EB410B9-5EBC-420C-8E01-1D28E64F7A8C}" dt="2026-06-01T11:42:36.925" v="61" actId="20577"/>
        <pc:sldMkLst>
          <pc:docMk/>
          <pc:sldMk cId="0" sldId="1020"/>
        </pc:sldMkLst>
        <pc:spChg chg="mod">
          <ac:chgData name="Jacob Yang" userId="96e110e5a1896ef6" providerId="LiveId" clId="{8EB410B9-5EBC-420C-8E01-1D28E64F7A8C}" dt="2026-06-01T11:42:36.925" v="61" actId="20577"/>
          <ac:spMkLst>
            <pc:docMk/>
            <pc:sldMk cId="0" sldId="1020"/>
            <ac:spMk id="10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3T11:51:08.132" v="850" actId="14100"/>
        <pc:sldMkLst>
          <pc:docMk/>
          <pc:sldMk cId="0" sldId="1033"/>
        </pc:sldMkLst>
        <pc:spChg chg="mod">
          <ac:chgData name="Jacob Yang" userId="96e110e5a1896ef6" providerId="LiveId" clId="{8EB410B9-5EBC-420C-8E01-1D28E64F7A8C}" dt="2026-06-03T11:51:08.132" v="850" actId="14100"/>
          <ac:spMkLst>
            <pc:docMk/>
            <pc:sldMk cId="0" sldId="1033"/>
            <ac:spMk id="5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1T11:57:07.904" v="647" actId="20577"/>
        <pc:sldMkLst>
          <pc:docMk/>
          <pc:sldMk cId="0" sldId="1138"/>
        </pc:sldMkLst>
        <pc:spChg chg="mod">
          <ac:chgData name="Jacob Yang" userId="96e110e5a1896ef6" providerId="LiveId" clId="{8EB410B9-5EBC-420C-8E01-1D28E64F7A8C}" dt="2026-06-01T11:57:07.904" v="647" actId="20577"/>
          <ac:spMkLst>
            <pc:docMk/>
            <pc:sldMk cId="0" sldId="1138"/>
            <ac:spMk id="10" creationId="{00000000-0000-0000-0000-000000000000}"/>
          </ac:spMkLst>
        </pc:spChg>
      </pc:sldChg>
      <pc:sldChg chg="ord">
        <pc:chgData name="Jacob Yang" userId="96e110e5a1896ef6" providerId="LiveId" clId="{8EB410B9-5EBC-420C-8E01-1D28E64F7A8C}" dt="2026-06-01T12:00:45.735" v="656"/>
        <pc:sldMkLst>
          <pc:docMk/>
          <pc:sldMk cId="4008561108" sldId="1260"/>
        </pc:sldMkLst>
      </pc:sldChg>
      <pc:sldChg chg="modSp mod">
        <pc:chgData name="Jacob Yang" userId="96e110e5a1896ef6" providerId="LiveId" clId="{8EB410B9-5EBC-420C-8E01-1D28E64F7A8C}" dt="2026-06-01T12:08:47.602" v="748" actId="6549"/>
        <pc:sldMkLst>
          <pc:docMk/>
          <pc:sldMk cId="3794957418" sldId="1363"/>
        </pc:sldMkLst>
        <pc:spChg chg="mod">
          <ac:chgData name="Jacob Yang" userId="96e110e5a1896ef6" providerId="LiveId" clId="{8EB410B9-5EBC-420C-8E01-1D28E64F7A8C}" dt="2026-06-01T12:08:47.602" v="748" actId="6549"/>
          <ac:spMkLst>
            <pc:docMk/>
            <pc:sldMk cId="3794957418" sldId="1363"/>
            <ac:spMk id="8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1T12:01:36.312" v="658" actId="20577"/>
        <pc:sldMkLst>
          <pc:docMk/>
          <pc:sldMk cId="20610786" sldId="1555"/>
        </pc:sldMkLst>
        <pc:spChg chg="mod">
          <ac:chgData name="Jacob Yang" userId="96e110e5a1896ef6" providerId="LiveId" clId="{8EB410B9-5EBC-420C-8E01-1D28E64F7A8C}" dt="2026-06-01T12:01:36.312" v="658" actId="20577"/>
          <ac:spMkLst>
            <pc:docMk/>
            <pc:sldMk cId="20610786" sldId="1555"/>
            <ac:spMk id="4" creationId="{09F1B7D1-ED9E-48F2-98A0-A66CD7A16038}"/>
          </ac:spMkLst>
        </pc:spChg>
      </pc:sldChg>
      <pc:sldChg chg="modSp mod">
        <pc:chgData name="Jacob Yang" userId="96e110e5a1896ef6" providerId="LiveId" clId="{8EB410B9-5EBC-420C-8E01-1D28E64F7A8C}" dt="2026-06-01T12:05:37.569" v="671" actId="6549"/>
        <pc:sldMkLst>
          <pc:docMk/>
          <pc:sldMk cId="180358702" sldId="1556"/>
        </pc:sldMkLst>
        <pc:spChg chg="mod">
          <ac:chgData name="Jacob Yang" userId="96e110e5a1896ef6" providerId="LiveId" clId="{8EB410B9-5EBC-420C-8E01-1D28E64F7A8C}" dt="2026-06-01T12:05:37.569" v="671" actId="6549"/>
          <ac:spMkLst>
            <pc:docMk/>
            <pc:sldMk cId="180358702" sldId="1556"/>
            <ac:spMk id="3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1T12:08:02.869" v="731" actId="6549"/>
        <pc:sldMkLst>
          <pc:docMk/>
          <pc:sldMk cId="3882351544" sldId="1633"/>
        </pc:sldMkLst>
        <pc:spChg chg="mod">
          <ac:chgData name="Jacob Yang" userId="96e110e5a1896ef6" providerId="LiveId" clId="{8EB410B9-5EBC-420C-8E01-1D28E64F7A8C}" dt="2026-06-01T12:08:02.869" v="731" actId="6549"/>
          <ac:spMkLst>
            <pc:docMk/>
            <pc:sldMk cId="3882351544" sldId="1633"/>
            <ac:spMk id="8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6T22:14:39.154" v="855" actId="6549"/>
        <pc:sldMkLst>
          <pc:docMk/>
          <pc:sldMk cId="3338771621" sldId="1634"/>
        </pc:sldMkLst>
        <pc:spChg chg="mod">
          <ac:chgData name="Jacob Yang" userId="96e110e5a1896ef6" providerId="LiveId" clId="{8EB410B9-5EBC-420C-8E01-1D28E64F7A8C}" dt="2026-06-06T22:14:39.154" v="855" actId="6549"/>
          <ac:spMkLst>
            <pc:docMk/>
            <pc:sldMk cId="3338771621" sldId="1634"/>
            <ac:spMk id="8" creationId="{00000000-0000-0000-0000-000000000000}"/>
          </ac:spMkLst>
        </pc:spChg>
      </pc:sldChg>
      <pc:sldChg chg="modSp del mod">
        <pc:chgData name="Jacob Yang" userId="96e110e5a1896ef6" providerId="LiveId" clId="{8EB410B9-5EBC-420C-8E01-1D28E64F7A8C}" dt="2026-06-06T22:15:56.031" v="856" actId="47"/>
        <pc:sldMkLst>
          <pc:docMk/>
          <pc:sldMk cId="743096849" sldId="1671"/>
        </pc:sldMkLst>
        <pc:spChg chg="mod">
          <ac:chgData name="Jacob Yang" userId="96e110e5a1896ef6" providerId="LiveId" clId="{8EB410B9-5EBC-420C-8E01-1D28E64F7A8C}" dt="2026-06-01T12:10:08.680" v="793" actId="20577"/>
          <ac:spMkLst>
            <pc:docMk/>
            <pc:sldMk cId="743096849" sldId="1671"/>
            <ac:spMk id="4" creationId="{5A7D84C2-204A-4D0B-9651-2443F086A869}"/>
          </ac:spMkLst>
        </pc:spChg>
      </pc:sldChg>
      <pc:sldChg chg="del">
        <pc:chgData name="Jacob Yang" userId="96e110e5a1896ef6" providerId="LiveId" clId="{8EB410B9-5EBC-420C-8E01-1D28E64F7A8C}" dt="2026-06-01T12:07:32.412" v="725" actId="47"/>
        <pc:sldMkLst>
          <pc:docMk/>
          <pc:sldMk cId="883721219" sldId="1672"/>
        </pc:sldMkLst>
      </pc:sldChg>
      <pc:sldChg chg="modSp mod">
        <pc:chgData name="Jacob Yang" userId="96e110e5a1896ef6" providerId="LiveId" clId="{8EB410B9-5EBC-420C-8E01-1D28E64F7A8C}" dt="2026-06-01T12:11:08.908" v="805" actId="20577"/>
        <pc:sldMkLst>
          <pc:docMk/>
          <pc:sldMk cId="1393686005" sldId="1672"/>
        </pc:sldMkLst>
        <pc:spChg chg="mod">
          <ac:chgData name="Jacob Yang" userId="96e110e5a1896ef6" providerId="LiveId" clId="{8EB410B9-5EBC-420C-8E01-1D28E64F7A8C}" dt="2026-06-01T12:11:08.908" v="805" actId="20577"/>
          <ac:spMkLst>
            <pc:docMk/>
            <pc:sldMk cId="1393686005" sldId="1672"/>
            <ac:spMk id="4" creationId="{5A7D84C2-204A-4D0B-9651-2443F086A869}"/>
          </ac:spMkLst>
        </pc:spChg>
      </pc:sldChg>
      <pc:sldChg chg="del">
        <pc:chgData name="Jacob Yang" userId="96e110e5a1896ef6" providerId="LiveId" clId="{8EB410B9-5EBC-420C-8E01-1D28E64F7A8C}" dt="2026-06-01T12:07:33.099" v="726" actId="47"/>
        <pc:sldMkLst>
          <pc:docMk/>
          <pc:sldMk cId="1502360552" sldId="1673"/>
        </pc:sldMkLst>
      </pc:sldChg>
      <pc:sldChg chg="modSp mod">
        <pc:chgData name="Jacob Yang" userId="96e110e5a1896ef6" providerId="LiveId" clId="{8EB410B9-5EBC-420C-8E01-1D28E64F7A8C}" dt="2026-06-01T12:11:20.026" v="806"/>
        <pc:sldMkLst>
          <pc:docMk/>
          <pc:sldMk cId="2218556644" sldId="1673"/>
        </pc:sldMkLst>
        <pc:spChg chg="mod">
          <ac:chgData name="Jacob Yang" userId="96e110e5a1896ef6" providerId="LiveId" clId="{8EB410B9-5EBC-420C-8E01-1D28E64F7A8C}" dt="2026-06-01T12:11:20.026" v="806"/>
          <ac:spMkLst>
            <pc:docMk/>
            <pc:sldMk cId="2218556644" sldId="1673"/>
            <ac:spMk id="4" creationId="{5A7D84C2-204A-4D0B-9651-2443F086A869}"/>
          </ac:spMkLst>
        </pc:spChg>
      </pc:sldChg>
      <pc:sldChg chg="modSp mod">
        <pc:chgData name="Jacob Yang" userId="96e110e5a1896ef6" providerId="LiveId" clId="{8EB410B9-5EBC-420C-8E01-1D28E64F7A8C}" dt="2026-06-01T12:11:26.083" v="807"/>
        <pc:sldMkLst>
          <pc:docMk/>
          <pc:sldMk cId="770124332" sldId="1674"/>
        </pc:sldMkLst>
        <pc:spChg chg="mod">
          <ac:chgData name="Jacob Yang" userId="96e110e5a1896ef6" providerId="LiveId" clId="{8EB410B9-5EBC-420C-8E01-1D28E64F7A8C}" dt="2026-06-01T12:11:26.083" v="807"/>
          <ac:spMkLst>
            <pc:docMk/>
            <pc:sldMk cId="770124332" sldId="1674"/>
            <ac:spMk id="4" creationId="{5A7D84C2-204A-4D0B-9651-2443F086A869}"/>
          </ac:spMkLst>
        </pc:spChg>
      </pc:sldChg>
      <pc:sldChg chg="del">
        <pc:chgData name="Jacob Yang" userId="96e110e5a1896ef6" providerId="LiveId" clId="{8EB410B9-5EBC-420C-8E01-1D28E64F7A8C}" dt="2026-06-01T12:07:33.832" v="727" actId="47"/>
        <pc:sldMkLst>
          <pc:docMk/>
          <pc:sldMk cId="3207303563" sldId="1674"/>
        </pc:sldMkLst>
      </pc:sldChg>
      <pc:sldChg chg="modSp mod">
        <pc:chgData name="Jacob Yang" userId="96e110e5a1896ef6" providerId="LiveId" clId="{8EB410B9-5EBC-420C-8E01-1D28E64F7A8C}" dt="2026-06-01T12:11:32.447" v="808"/>
        <pc:sldMkLst>
          <pc:docMk/>
          <pc:sldMk cId="4090471206" sldId="1675"/>
        </pc:sldMkLst>
        <pc:spChg chg="mod">
          <ac:chgData name="Jacob Yang" userId="96e110e5a1896ef6" providerId="LiveId" clId="{8EB410B9-5EBC-420C-8E01-1D28E64F7A8C}" dt="2026-06-01T12:11:32.447" v="808"/>
          <ac:spMkLst>
            <pc:docMk/>
            <pc:sldMk cId="4090471206" sldId="1675"/>
            <ac:spMk id="4" creationId="{5A7D84C2-204A-4D0B-9651-2443F086A869}"/>
          </ac:spMkLst>
        </pc:spChg>
      </pc:sldChg>
      <pc:sldChg chg="del">
        <pc:chgData name="Jacob Yang" userId="96e110e5a1896ef6" providerId="LiveId" clId="{8EB410B9-5EBC-420C-8E01-1D28E64F7A8C}" dt="2026-06-01T12:08:25.284" v="733" actId="47"/>
        <pc:sldMkLst>
          <pc:docMk/>
          <pc:sldMk cId="2561479705" sldId="1677"/>
        </pc:sldMkLst>
      </pc:sldChg>
      <pc:sldChg chg="modSp del mod">
        <pc:chgData name="Jacob Yang" userId="96e110e5a1896ef6" providerId="LiveId" clId="{8EB410B9-5EBC-420C-8E01-1D28E64F7A8C}" dt="2026-06-06T22:15:56.708" v="857" actId="47"/>
        <pc:sldMkLst>
          <pc:docMk/>
          <pc:sldMk cId="568367058" sldId="1678"/>
        </pc:sldMkLst>
        <pc:spChg chg="mod">
          <ac:chgData name="Jacob Yang" userId="96e110e5a1896ef6" providerId="LiveId" clId="{8EB410B9-5EBC-420C-8E01-1D28E64F7A8C}" dt="2026-06-01T12:10:17.595" v="794"/>
          <ac:spMkLst>
            <pc:docMk/>
            <pc:sldMk cId="568367058" sldId="1678"/>
            <ac:spMk id="4" creationId="{5A7D84C2-204A-4D0B-9651-2443F086A869}"/>
          </ac:spMkLst>
        </pc:spChg>
      </pc:sldChg>
      <pc:sldChg chg="del">
        <pc:chgData name="Jacob Yang" userId="96e110e5a1896ef6" providerId="LiveId" clId="{8EB410B9-5EBC-420C-8E01-1D28E64F7A8C}" dt="2026-06-01T12:08:25.603" v="734" actId="47"/>
        <pc:sldMkLst>
          <pc:docMk/>
          <pc:sldMk cId="4220702740" sldId="1678"/>
        </pc:sldMkLst>
      </pc:sldChg>
      <pc:sldChg chg="del">
        <pc:chgData name="Jacob Yang" userId="96e110e5a1896ef6" providerId="LiveId" clId="{8EB410B9-5EBC-420C-8E01-1D28E64F7A8C}" dt="2026-06-01T12:08:26.019" v="735" actId="47"/>
        <pc:sldMkLst>
          <pc:docMk/>
          <pc:sldMk cId="2961763039" sldId="1679"/>
        </pc:sldMkLst>
      </pc:sldChg>
      <pc:sldChg chg="modSp del mod">
        <pc:chgData name="Jacob Yang" userId="96e110e5a1896ef6" providerId="LiveId" clId="{8EB410B9-5EBC-420C-8E01-1D28E64F7A8C}" dt="2026-06-06T22:15:58.159" v="859" actId="47"/>
        <pc:sldMkLst>
          <pc:docMk/>
          <pc:sldMk cId="1556432237" sldId="1681"/>
        </pc:sldMkLst>
        <pc:spChg chg="mod">
          <ac:chgData name="Jacob Yang" userId="96e110e5a1896ef6" providerId="LiveId" clId="{8EB410B9-5EBC-420C-8E01-1D28E64F7A8C}" dt="2026-06-01T12:10:24.990" v="796"/>
          <ac:spMkLst>
            <pc:docMk/>
            <pc:sldMk cId="1556432237" sldId="1681"/>
            <ac:spMk id="4" creationId="{5A7D84C2-204A-4D0B-9651-2443F086A869}"/>
          </ac:spMkLst>
        </pc:spChg>
      </pc:sldChg>
      <pc:sldChg chg="del">
        <pc:chgData name="Jacob Yang" userId="96e110e5a1896ef6" providerId="LiveId" clId="{8EB410B9-5EBC-420C-8E01-1D28E64F7A8C}" dt="2026-06-01T12:08:38.155" v="740" actId="47"/>
        <pc:sldMkLst>
          <pc:docMk/>
          <pc:sldMk cId="2594146979" sldId="1684"/>
        </pc:sldMkLst>
      </pc:sldChg>
      <pc:sldChg chg="addSp modSp mod">
        <pc:chgData name="Jacob Yang" userId="96e110e5a1896ef6" providerId="LiveId" clId="{8EB410B9-5EBC-420C-8E01-1D28E64F7A8C}" dt="2026-06-01T12:06:36.123" v="687"/>
        <pc:sldMkLst>
          <pc:docMk/>
          <pc:sldMk cId="2534335505" sldId="1697"/>
        </pc:sldMkLst>
        <pc:spChg chg="add mod">
          <ac:chgData name="Jacob Yang" userId="96e110e5a1896ef6" providerId="LiveId" clId="{8EB410B9-5EBC-420C-8E01-1D28E64F7A8C}" dt="2026-06-01T12:06:36.123" v="687"/>
          <ac:spMkLst>
            <pc:docMk/>
            <pc:sldMk cId="2534335505" sldId="1697"/>
            <ac:spMk id="2" creationId="{08C31E0F-AB32-4342-34EC-853DDA162C43}"/>
          </ac:spMkLst>
        </pc:spChg>
        <pc:spChg chg="mod">
          <ac:chgData name="Jacob Yang" userId="96e110e5a1896ef6" providerId="LiveId" clId="{8EB410B9-5EBC-420C-8E01-1D28E64F7A8C}" dt="2026-06-01T11:34:27.634" v="32" actId="20577"/>
          <ac:spMkLst>
            <pc:docMk/>
            <pc:sldMk cId="2534335505" sldId="1697"/>
            <ac:spMk id="9" creationId="{00000000-0000-0000-0000-000000000000}"/>
          </ac:spMkLst>
        </pc:spChg>
      </pc:sldChg>
      <pc:sldChg chg="del">
        <pc:chgData name="Jacob Yang" userId="96e110e5a1896ef6" providerId="LiveId" clId="{8EB410B9-5EBC-420C-8E01-1D28E64F7A8C}" dt="2026-06-01T12:07:00.489" v="717" actId="47"/>
        <pc:sldMkLst>
          <pc:docMk/>
          <pc:sldMk cId="1018331834" sldId="1714"/>
        </pc:sldMkLst>
      </pc:sldChg>
      <pc:sldChg chg="modSp mod">
        <pc:chgData name="Jacob Yang" userId="96e110e5a1896ef6" providerId="LiveId" clId="{8EB410B9-5EBC-420C-8E01-1D28E64F7A8C}" dt="2026-06-01T11:55:18.355" v="618"/>
        <pc:sldMkLst>
          <pc:docMk/>
          <pc:sldMk cId="4094780995" sldId="1729"/>
        </pc:sldMkLst>
        <pc:spChg chg="mod">
          <ac:chgData name="Jacob Yang" userId="96e110e5a1896ef6" providerId="LiveId" clId="{8EB410B9-5EBC-420C-8E01-1D28E64F7A8C}" dt="2026-06-01T11:55:04.595" v="617" actId="20577"/>
          <ac:spMkLst>
            <pc:docMk/>
            <pc:sldMk cId="4094780995" sldId="1729"/>
            <ac:spMk id="5" creationId="{00000000-0000-0000-0000-000000000000}"/>
          </ac:spMkLst>
        </pc:spChg>
        <pc:spChg chg="mod">
          <ac:chgData name="Jacob Yang" userId="96e110e5a1896ef6" providerId="LiveId" clId="{8EB410B9-5EBC-420C-8E01-1D28E64F7A8C}" dt="2026-06-01T11:55:18.355" v="618"/>
          <ac:spMkLst>
            <pc:docMk/>
            <pc:sldMk cId="4094780995" sldId="1729"/>
            <ac:spMk id="6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1T11:57:41.992" v="653" actId="207"/>
        <pc:sldMkLst>
          <pc:docMk/>
          <pc:sldMk cId="1789485839" sldId="1730"/>
        </pc:sldMkLst>
        <pc:spChg chg="mod">
          <ac:chgData name="Jacob Yang" userId="96e110e5a1896ef6" providerId="LiveId" clId="{8EB410B9-5EBC-420C-8E01-1D28E64F7A8C}" dt="2026-06-01T11:57:41.992" v="653" actId="207"/>
          <ac:spMkLst>
            <pc:docMk/>
            <pc:sldMk cId="1789485839" sldId="1730"/>
            <ac:spMk id="8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3T11:44:56.120" v="813"/>
        <pc:sldMkLst>
          <pc:docMk/>
          <pc:sldMk cId="3328112084" sldId="1757"/>
        </pc:sldMkLst>
        <pc:spChg chg="mod">
          <ac:chgData name="Jacob Yang" userId="96e110e5a1896ef6" providerId="LiveId" clId="{8EB410B9-5EBC-420C-8E01-1D28E64F7A8C}" dt="2026-06-03T11:44:56.120" v="813"/>
          <ac:spMkLst>
            <pc:docMk/>
            <pc:sldMk cId="3328112084" sldId="1757"/>
            <ac:spMk id="8" creationId="{00000000-0000-0000-0000-000000000000}"/>
          </ac:spMkLst>
        </pc:spChg>
      </pc:sldChg>
      <pc:sldChg chg="del">
        <pc:chgData name="Jacob Yang" userId="96e110e5a1896ef6" providerId="LiveId" clId="{8EB410B9-5EBC-420C-8E01-1D28E64F7A8C}" dt="2026-06-01T11:40:21.918" v="46" actId="47"/>
        <pc:sldMkLst>
          <pc:docMk/>
          <pc:sldMk cId="1555400951" sldId="1760"/>
        </pc:sldMkLst>
      </pc:sldChg>
      <pc:sldChg chg="del">
        <pc:chgData name="Jacob Yang" userId="96e110e5a1896ef6" providerId="LiveId" clId="{8EB410B9-5EBC-420C-8E01-1D28E64F7A8C}" dt="2026-06-01T11:40:22.303" v="47" actId="47"/>
        <pc:sldMkLst>
          <pc:docMk/>
          <pc:sldMk cId="564166940" sldId="1761"/>
        </pc:sldMkLst>
      </pc:sldChg>
      <pc:sldChg chg="del">
        <pc:chgData name="Jacob Yang" userId="96e110e5a1896ef6" providerId="LiveId" clId="{8EB410B9-5EBC-420C-8E01-1D28E64F7A8C}" dt="2026-06-01T12:08:39.162" v="742" actId="47"/>
        <pc:sldMkLst>
          <pc:docMk/>
          <pc:sldMk cId="1134527556" sldId="1834"/>
        </pc:sldMkLst>
      </pc:sldChg>
      <pc:sldChg chg="del">
        <pc:chgData name="Jacob Yang" userId="96e110e5a1896ef6" providerId="LiveId" clId="{8EB410B9-5EBC-420C-8E01-1D28E64F7A8C}" dt="2026-06-01T12:08:38.698" v="741" actId="47"/>
        <pc:sldMkLst>
          <pc:docMk/>
          <pc:sldMk cId="1394662154" sldId="1835"/>
        </pc:sldMkLst>
      </pc:sldChg>
      <pc:sldChg chg="del">
        <pc:chgData name="Jacob Yang" userId="96e110e5a1896ef6" providerId="LiveId" clId="{8EB410B9-5EBC-420C-8E01-1D28E64F7A8C}" dt="2026-06-01T12:08:39.736" v="743" actId="47"/>
        <pc:sldMkLst>
          <pc:docMk/>
          <pc:sldMk cId="1118717039" sldId="1836"/>
        </pc:sldMkLst>
      </pc:sldChg>
      <pc:sldChg chg="modSp mod">
        <pc:chgData name="Jacob Yang" userId="96e110e5a1896ef6" providerId="LiveId" clId="{8EB410B9-5EBC-420C-8E01-1D28E64F7A8C}" dt="2026-06-06T22:16:05.596" v="860"/>
        <pc:sldMkLst>
          <pc:docMk/>
          <pc:sldMk cId="1555400951" sldId="1897"/>
        </pc:sldMkLst>
        <pc:spChg chg="mod">
          <ac:chgData name="Jacob Yang" userId="96e110e5a1896ef6" providerId="LiveId" clId="{8EB410B9-5EBC-420C-8E01-1D28E64F7A8C}" dt="2026-06-06T22:16:05.596" v="860"/>
          <ac:spMkLst>
            <pc:docMk/>
            <pc:sldMk cId="1555400951" sldId="1897"/>
            <ac:spMk id="4" creationId="{5A7D84C2-204A-4D0B-9651-2443F086A869}"/>
          </ac:spMkLst>
        </pc:spChg>
      </pc:sldChg>
      <pc:sldChg chg="modSp mod">
        <pc:chgData name="Jacob Yang" userId="96e110e5a1896ef6" providerId="LiveId" clId="{8EB410B9-5EBC-420C-8E01-1D28E64F7A8C}" dt="2026-06-06T22:16:10.729" v="861"/>
        <pc:sldMkLst>
          <pc:docMk/>
          <pc:sldMk cId="564166940" sldId="1898"/>
        </pc:sldMkLst>
        <pc:spChg chg="mod">
          <ac:chgData name="Jacob Yang" userId="96e110e5a1896ef6" providerId="LiveId" clId="{8EB410B9-5EBC-420C-8E01-1D28E64F7A8C}" dt="2026-06-06T22:16:10.729" v="861"/>
          <ac:spMkLst>
            <pc:docMk/>
            <pc:sldMk cId="564166940" sldId="1898"/>
            <ac:spMk id="6" creationId="{28BCECC7-2F46-46DE-9D89-81288B45A39D}"/>
          </ac:spMkLst>
        </pc:spChg>
      </pc:sldChg>
      <pc:sldChg chg="modSp mod">
        <pc:chgData name="Jacob Yang" userId="96e110e5a1896ef6" providerId="LiveId" clId="{8EB410B9-5EBC-420C-8E01-1D28E64F7A8C}" dt="2026-06-06T22:16:26.900" v="864"/>
        <pc:sldMkLst>
          <pc:docMk/>
          <pc:sldMk cId="4204747330" sldId="1899"/>
        </pc:sldMkLst>
        <pc:spChg chg="mod">
          <ac:chgData name="Jacob Yang" userId="96e110e5a1896ef6" providerId="LiveId" clId="{8EB410B9-5EBC-420C-8E01-1D28E64F7A8C}" dt="2026-06-06T22:16:26.900" v="864"/>
          <ac:spMkLst>
            <pc:docMk/>
            <pc:sldMk cId="4204747330" sldId="1899"/>
            <ac:spMk id="35" creationId="{7B376904-F72E-49C0-AD7E-98E51634849C}"/>
          </ac:spMkLst>
        </pc:spChg>
      </pc:sldChg>
      <pc:sldChg chg="modSp mod">
        <pc:chgData name="Jacob Yang" userId="96e110e5a1896ef6" providerId="LiveId" clId="{8EB410B9-5EBC-420C-8E01-1D28E64F7A8C}" dt="2026-06-06T22:16:15.862" v="862"/>
        <pc:sldMkLst>
          <pc:docMk/>
          <pc:sldMk cId="315594505" sldId="1920"/>
        </pc:sldMkLst>
        <pc:spChg chg="mod">
          <ac:chgData name="Jacob Yang" userId="96e110e5a1896ef6" providerId="LiveId" clId="{8EB410B9-5EBC-420C-8E01-1D28E64F7A8C}" dt="2026-06-06T22:16:15.862" v="862"/>
          <ac:spMkLst>
            <pc:docMk/>
            <pc:sldMk cId="315594505" sldId="1920"/>
            <ac:spMk id="6" creationId="{28BCECC7-2F46-46DE-9D89-81288B45A39D}"/>
          </ac:spMkLst>
        </pc:spChg>
      </pc:sldChg>
      <pc:sldChg chg="modSp mod">
        <pc:chgData name="Jacob Yang" userId="96e110e5a1896ef6" providerId="LiveId" clId="{8EB410B9-5EBC-420C-8E01-1D28E64F7A8C}" dt="2026-06-06T22:16:22.465" v="863"/>
        <pc:sldMkLst>
          <pc:docMk/>
          <pc:sldMk cId="3399767645" sldId="1921"/>
        </pc:sldMkLst>
        <pc:spChg chg="mod">
          <ac:chgData name="Jacob Yang" userId="96e110e5a1896ef6" providerId="LiveId" clId="{8EB410B9-5EBC-420C-8E01-1D28E64F7A8C}" dt="2026-06-06T22:16:22.465" v="863"/>
          <ac:spMkLst>
            <pc:docMk/>
            <pc:sldMk cId="3399767645" sldId="1921"/>
            <ac:spMk id="4" creationId="{5A7D84C2-204A-4D0B-9651-2443F086A869}"/>
          </ac:spMkLst>
        </pc:spChg>
      </pc:sldChg>
      <pc:sldChg chg="modSp mod">
        <pc:chgData name="Jacob Yang" userId="96e110e5a1896ef6" providerId="LiveId" clId="{8EB410B9-5EBC-420C-8E01-1D28E64F7A8C}" dt="2026-06-06T22:16:31.429" v="865"/>
        <pc:sldMkLst>
          <pc:docMk/>
          <pc:sldMk cId="4183130055" sldId="1922"/>
        </pc:sldMkLst>
        <pc:spChg chg="mod">
          <ac:chgData name="Jacob Yang" userId="96e110e5a1896ef6" providerId="LiveId" clId="{8EB410B9-5EBC-420C-8E01-1D28E64F7A8C}" dt="2026-06-06T22:16:31.429" v="865"/>
          <ac:spMkLst>
            <pc:docMk/>
            <pc:sldMk cId="4183130055" sldId="1922"/>
            <ac:spMk id="6" creationId="{28BCECC7-2F46-46DE-9D89-81288B45A39D}"/>
          </ac:spMkLst>
        </pc:spChg>
      </pc:sldChg>
      <pc:sldChg chg="del">
        <pc:chgData name="Jacob Yang" userId="96e110e5a1896ef6" providerId="LiveId" clId="{8EB410B9-5EBC-420C-8E01-1D28E64F7A8C}" dt="2026-06-01T11:40:22.812" v="48" actId="47"/>
        <pc:sldMkLst>
          <pc:docMk/>
          <pc:sldMk cId="1639333555" sldId="1990"/>
        </pc:sldMkLst>
      </pc:sldChg>
      <pc:sldChg chg="del">
        <pc:chgData name="Jacob Yang" userId="96e110e5a1896ef6" providerId="LiveId" clId="{8EB410B9-5EBC-420C-8E01-1D28E64F7A8C}" dt="2026-06-01T11:40:23.565" v="49" actId="47"/>
        <pc:sldMkLst>
          <pc:docMk/>
          <pc:sldMk cId="39220166" sldId="1991"/>
        </pc:sldMkLst>
      </pc:sldChg>
      <pc:sldChg chg="modSp mod">
        <pc:chgData name="Jacob Yang" userId="96e110e5a1896ef6" providerId="LiveId" clId="{8EB410B9-5EBC-420C-8E01-1D28E64F7A8C}" dt="2026-06-01T11:39:49.092" v="40" actId="20577"/>
        <pc:sldMkLst>
          <pc:docMk/>
          <pc:sldMk cId="0" sldId="2068"/>
        </pc:sldMkLst>
        <pc:spChg chg="mod">
          <ac:chgData name="Jacob Yang" userId="96e110e5a1896ef6" providerId="LiveId" clId="{8EB410B9-5EBC-420C-8E01-1D28E64F7A8C}" dt="2026-06-01T11:39:49.092" v="40" actId="20577"/>
          <ac:spMkLst>
            <pc:docMk/>
            <pc:sldMk cId="0" sldId="2068"/>
            <ac:spMk id="5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1T11:40:15.447" v="45" actId="6549"/>
        <pc:sldMkLst>
          <pc:docMk/>
          <pc:sldMk cId="1576640453" sldId="2194"/>
        </pc:sldMkLst>
        <pc:spChg chg="mod">
          <ac:chgData name="Jacob Yang" userId="96e110e5a1896ef6" providerId="LiveId" clId="{8EB410B9-5EBC-420C-8E01-1D28E64F7A8C}" dt="2026-06-01T11:40:15.447" v="45" actId="6549"/>
          <ac:spMkLst>
            <pc:docMk/>
            <pc:sldMk cId="1576640453" sldId="2194"/>
            <ac:spMk id="8" creationId="{00000000-0000-0000-0000-000000000000}"/>
          </ac:spMkLst>
        </pc:spChg>
      </pc:sldChg>
      <pc:sldChg chg="del">
        <pc:chgData name="Jacob Yang" userId="96e110e5a1896ef6" providerId="LiveId" clId="{8EB410B9-5EBC-420C-8E01-1D28E64F7A8C}" dt="2026-06-01T11:42:57.883" v="63" actId="47"/>
        <pc:sldMkLst>
          <pc:docMk/>
          <pc:sldMk cId="3712951906" sldId="2196"/>
        </pc:sldMkLst>
      </pc:sldChg>
      <pc:sldChg chg="del">
        <pc:chgData name="Jacob Yang" userId="96e110e5a1896ef6" providerId="LiveId" clId="{8EB410B9-5EBC-420C-8E01-1D28E64F7A8C}" dt="2026-06-01T11:44:27.487" v="124" actId="47"/>
        <pc:sldMkLst>
          <pc:docMk/>
          <pc:sldMk cId="1817576673" sldId="2198"/>
        </pc:sldMkLst>
      </pc:sldChg>
      <pc:sldChg chg="modSp mod">
        <pc:chgData name="Jacob Yang" userId="96e110e5a1896ef6" providerId="LiveId" clId="{8EB410B9-5EBC-420C-8E01-1D28E64F7A8C}" dt="2026-06-01T12:07:27.491" v="723" actId="6549"/>
        <pc:sldMkLst>
          <pc:docMk/>
          <pc:sldMk cId="2074835621" sldId="2206"/>
        </pc:sldMkLst>
        <pc:spChg chg="mod">
          <ac:chgData name="Jacob Yang" userId="96e110e5a1896ef6" providerId="LiveId" clId="{8EB410B9-5EBC-420C-8E01-1D28E64F7A8C}" dt="2026-06-01T12:07:27.491" v="723" actId="6549"/>
          <ac:spMkLst>
            <pc:docMk/>
            <pc:sldMk cId="2074835621" sldId="2206"/>
            <ac:spMk id="8" creationId="{00000000-0000-0000-0000-000000000000}"/>
          </ac:spMkLst>
        </pc:spChg>
      </pc:sldChg>
      <pc:sldChg chg="del">
        <pc:chgData name="Jacob Yang" userId="96e110e5a1896ef6" providerId="LiveId" clId="{8EB410B9-5EBC-420C-8E01-1D28E64F7A8C}" dt="2026-06-01T12:08:51.238" v="749" actId="47"/>
        <pc:sldMkLst>
          <pc:docMk/>
          <pc:sldMk cId="1145640309" sldId="2508"/>
        </pc:sldMkLst>
      </pc:sldChg>
      <pc:sldChg chg="del">
        <pc:chgData name="Jacob Yang" userId="96e110e5a1896ef6" providerId="LiveId" clId="{8EB410B9-5EBC-420C-8E01-1D28E64F7A8C}" dt="2026-06-01T11:38:24.119" v="33" actId="47"/>
        <pc:sldMkLst>
          <pc:docMk/>
          <pc:sldMk cId="3833832453" sldId="3013"/>
        </pc:sldMkLst>
      </pc:sldChg>
      <pc:sldChg chg="del">
        <pc:chgData name="Jacob Yang" userId="96e110e5a1896ef6" providerId="LiveId" clId="{8EB410B9-5EBC-420C-8E01-1D28E64F7A8C}" dt="2026-06-01T11:38:25.031" v="34" actId="47"/>
        <pc:sldMkLst>
          <pc:docMk/>
          <pc:sldMk cId="4008264119" sldId="3014"/>
        </pc:sldMkLst>
      </pc:sldChg>
      <pc:sldChg chg="del">
        <pc:chgData name="Jacob Yang" userId="96e110e5a1896ef6" providerId="LiveId" clId="{8EB410B9-5EBC-420C-8E01-1D28E64F7A8C}" dt="2026-06-01T11:38:25.976" v="35" actId="47"/>
        <pc:sldMkLst>
          <pc:docMk/>
          <pc:sldMk cId="3916034289" sldId="3015"/>
        </pc:sldMkLst>
      </pc:sldChg>
      <pc:sldChg chg="del">
        <pc:chgData name="Jacob Yang" userId="96e110e5a1896ef6" providerId="LiveId" clId="{8EB410B9-5EBC-420C-8E01-1D28E64F7A8C}" dt="2026-06-01T11:38:26.866" v="36" actId="47"/>
        <pc:sldMkLst>
          <pc:docMk/>
          <pc:sldMk cId="559574533" sldId="3016"/>
        </pc:sldMkLst>
      </pc:sldChg>
      <pc:sldChg chg="del">
        <pc:chgData name="Jacob Yang" userId="96e110e5a1896ef6" providerId="LiveId" clId="{8EB410B9-5EBC-420C-8E01-1D28E64F7A8C}" dt="2026-06-01T11:38:27.833" v="37" actId="47"/>
        <pc:sldMkLst>
          <pc:docMk/>
          <pc:sldMk cId="120918051" sldId="3017"/>
        </pc:sldMkLst>
      </pc:sldChg>
      <pc:sldChg chg="del">
        <pc:chgData name="Jacob Yang" userId="96e110e5a1896ef6" providerId="LiveId" clId="{8EB410B9-5EBC-420C-8E01-1D28E64F7A8C}" dt="2026-06-01T11:38:28.707" v="38" actId="47"/>
        <pc:sldMkLst>
          <pc:docMk/>
          <pc:sldMk cId="455246502" sldId="3018"/>
        </pc:sldMkLst>
      </pc:sldChg>
      <pc:sldChg chg="addSp delSp modSp mod">
        <pc:chgData name="Jacob Yang" userId="96e110e5a1896ef6" providerId="LiveId" clId="{8EB410B9-5EBC-420C-8E01-1D28E64F7A8C}" dt="2026-06-03T11:47:32.029" v="843" actId="1037"/>
        <pc:sldMkLst>
          <pc:docMk/>
          <pc:sldMk cId="974117914" sldId="3019"/>
        </pc:sldMkLst>
        <pc:spChg chg="mod">
          <ac:chgData name="Jacob Yang" userId="96e110e5a1896ef6" providerId="LiveId" clId="{8EB410B9-5EBC-420C-8E01-1D28E64F7A8C}" dt="2026-06-01T11:47:43.312" v="211" actId="6549"/>
          <ac:spMkLst>
            <pc:docMk/>
            <pc:sldMk cId="974117914" sldId="3019"/>
            <ac:spMk id="5" creationId="{E41B86AD-665A-50DD-8DF6-B91BB4908BC9}"/>
          </ac:spMkLst>
        </pc:spChg>
        <pc:picChg chg="del">
          <ac:chgData name="Jacob Yang" userId="96e110e5a1896ef6" providerId="LiveId" clId="{8EB410B9-5EBC-420C-8E01-1D28E64F7A8C}" dt="2026-06-01T11:45:48.306" v="125" actId="478"/>
          <ac:picMkLst>
            <pc:docMk/>
            <pc:sldMk cId="974117914" sldId="3019"/>
            <ac:picMk id="3" creationId="{9357B9EE-285E-E4F3-AFE2-CCBD0A2D5E88}"/>
          </ac:picMkLst>
        </pc:picChg>
        <pc:picChg chg="add del mod modCrop">
          <ac:chgData name="Jacob Yang" userId="96e110e5a1896ef6" providerId="LiveId" clId="{8EB410B9-5EBC-420C-8E01-1D28E64F7A8C}" dt="2026-06-01T11:52:38.374" v="392" actId="478"/>
          <ac:picMkLst>
            <pc:docMk/>
            <pc:sldMk cId="974117914" sldId="3019"/>
            <ac:picMk id="4" creationId="{E2A0C1F3-9B91-0631-BA35-928BFA0E9949}"/>
          </ac:picMkLst>
        </pc:picChg>
        <pc:picChg chg="add del mod modCrop">
          <ac:chgData name="Jacob Yang" userId="96e110e5a1896ef6" providerId="LiveId" clId="{8EB410B9-5EBC-420C-8E01-1D28E64F7A8C}" dt="2026-06-01T11:52:39.192" v="393" actId="478"/>
          <ac:picMkLst>
            <pc:docMk/>
            <pc:sldMk cId="974117914" sldId="3019"/>
            <ac:picMk id="6" creationId="{C7ED7A3D-8974-F160-F808-778F2DD0D2FE}"/>
          </ac:picMkLst>
        </pc:picChg>
        <pc:picChg chg="del">
          <ac:chgData name="Jacob Yang" userId="96e110e5a1896ef6" providerId="LiveId" clId="{8EB410B9-5EBC-420C-8E01-1D28E64F7A8C}" dt="2026-06-01T11:45:48.306" v="125" actId="478"/>
          <ac:picMkLst>
            <pc:docMk/>
            <pc:sldMk cId="974117914" sldId="3019"/>
            <ac:picMk id="7" creationId="{3B16EF2E-5615-96CA-4EED-D2B712C3AF71}"/>
          </ac:picMkLst>
        </pc:picChg>
        <pc:picChg chg="add mod modCrop">
          <ac:chgData name="Jacob Yang" userId="96e110e5a1896ef6" providerId="LiveId" clId="{8EB410B9-5EBC-420C-8E01-1D28E64F7A8C}" dt="2026-06-03T11:47:04.372" v="816" actId="14100"/>
          <ac:picMkLst>
            <pc:docMk/>
            <pc:sldMk cId="974117914" sldId="3019"/>
            <ac:picMk id="10" creationId="{1C6A0951-17B3-66FB-1A20-57B4C26B5BA9}"/>
          </ac:picMkLst>
        </pc:picChg>
        <pc:picChg chg="add mod modCrop">
          <ac:chgData name="Jacob Yang" userId="96e110e5a1896ef6" providerId="LiveId" clId="{8EB410B9-5EBC-420C-8E01-1D28E64F7A8C}" dt="2026-06-03T11:47:32.029" v="843" actId="1037"/>
          <ac:picMkLst>
            <pc:docMk/>
            <pc:sldMk cId="974117914" sldId="3019"/>
            <ac:picMk id="12" creationId="{63982018-FC94-6117-A0A6-EA33860288EA}"/>
          </ac:picMkLst>
        </pc:picChg>
      </pc:sldChg>
      <pc:sldChg chg="del">
        <pc:chgData name="Jacob Yang" userId="96e110e5a1896ef6" providerId="LiveId" clId="{8EB410B9-5EBC-420C-8E01-1D28E64F7A8C}" dt="2026-06-01T11:55:34.491" v="623" actId="47"/>
        <pc:sldMkLst>
          <pc:docMk/>
          <pc:sldMk cId="2048444681" sldId="3021"/>
        </pc:sldMkLst>
      </pc:sldChg>
      <pc:sldChg chg="del">
        <pc:chgData name="Jacob Yang" userId="96e110e5a1896ef6" providerId="LiveId" clId="{8EB410B9-5EBC-420C-8E01-1D28E64F7A8C}" dt="2026-06-01T11:55:36.128" v="625" actId="47"/>
        <pc:sldMkLst>
          <pc:docMk/>
          <pc:sldMk cId="1410083024" sldId="3022"/>
        </pc:sldMkLst>
      </pc:sldChg>
      <pc:sldChg chg="del">
        <pc:chgData name="Jacob Yang" userId="96e110e5a1896ef6" providerId="LiveId" clId="{8EB410B9-5EBC-420C-8E01-1D28E64F7A8C}" dt="2026-06-01T11:55:37.578" v="627" actId="47"/>
        <pc:sldMkLst>
          <pc:docMk/>
          <pc:sldMk cId="3356793840" sldId="3023"/>
        </pc:sldMkLst>
      </pc:sldChg>
      <pc:sldChg chg="del">
        <pc:chgData name="Jacob Yang" userId="96e110e5a1896ef6" providerId="LiveId" clId="{8EB410B9-5EBC-420C-8E01-1D28E64F7A8C}" dt="2026-06-01T11:55:39.250" v="629" actId="47"/>
        <pc:sldMkLst>
          <pc:docMk/>
          <pc:sldMk cId="3371243117" sldId="3024"/>
        </pc:sldMkLst>
      </pc:sldChg>
      <pc:sldChg chg="del">
        <pc:chgData name="Jacob Yang" userId="96e110e5a1896ef6" providerId="LiveId" clId="{8EB410B9-5EBC-420C-8E01-1D28E64F7A8C}" dt="2026-06-01T11:55:40.784" v="631" actId="47"/>
        <pc:sldMkLst>
          <pc:docMk/>
          <pc:sldMk cId="4275728786" sldId="3025"/>
        </pc:sldMkLst>
      </pc:sldChg>
      <pc:sldChg chg="del">
        <pc:chgData name="Jacob Yang" userId="96e110e5a1896ef6" providerId="LiveId" clId="{8EB410B9-5EBC-420C-8E01-1D28E64F7A8C}" dt="2026-06-01T12:07:31.677" v="724" actId="47"/>
        <pc:sldMkLst>
          <pc:docMk/>
          <pc:sldMk cId="3327335471" sldId="3026"/>
        </pc:sldMkLst>
      </pc:sldChg>
      <pc:sldChg chg="del">
        <pc:chgData name="Jacob Yang" userId="96e110e5a1896ef6" providerId="LiveId" clId="{8EB410B9-5EBC-420C-8E01-1D28E64F7A8C}" dt="2026-06-01T12:08:51.637" v="750" actId="47"/>
        <pc:sldMkLst>
          <pc:docMk/>
          <pc:sldMk cId="2005723963" sldId="3027"/>
        </pc:sldMkLst>
      </pc:sldChg>
      <pc:sldChg chg="del">
        <pc:chgData name="Jacob Yang" userId="96e110e5a1896ef6" providerId="LiveId" clId="{8EB410B9-5EBC-420C-8E01-1D28E64F7A8C}" dt="2026-06-01T12:08:52.080" v="751" actId="47"/>
        <pc:sldMkLst>
          <pc:docMk/>
          <pc:sldMk cId="3786304501" sldId="3028"/>
        </pc:sldMkLst>
      </pc:sldChg>
      <pc:sldChg chg="del">
        <pc:chgData name="Jacob Yang" userId="96e110e5a1896ef6" providerId="LiveId" clId="{8EB410B9-5EBC-420C-8E01-1D28E64F7A8C}" dt="2026-06-01T12:08:52.573" v="752" actId="47"/>
        <pc:sldMkLst>
          <pc:docMk/>
          <pc:sldMk cId="1025458033" sldId="3029"/>
        </pc:sldMkLst>
      </pc:sldChg>
      <pc:sldChg chg="del">
        <pc:chgData name="Jacob Yang" userId="96e110e5a1896ef6" providerId="LiveId" clId="{8EB410B9-5EBC-420C-8E01-1D28E64F7A8C}" dt="2026-06-01T11:55:31.013" v="622" actId="47"/>
        <pc:sldMkLst>
          <pc:docMk/>
          <pc:sldMk cId="3430225228" sldId="3030"/>
        </pc:sldMkLst>
      </pc:sldChg>
      <pc:sldChg chg="del">
        <pc:chgData name="Jacob Yang" userId="96e110e5a1896ef6" providerId="LiveId" clId="{8EB410B9-5EBC-420C-8E01-1D28E64F7A8C}" dt="2026-06-01T11:55:35.404" v="624" actId="47"/>
        <pc:sldMkLst>
          <pc:docMk/>
          <pc:sldMk cId="3883191667" sldId="3032"/>
        </pc:sldMkLst>
      </pc:sldChg>
      <pc:sldChg chg="del">
        <pc:chgData name="Jacob Yang" userId="96e110e5a1896ef6" providerId="LiveId" clId="{8EB410B9-5EBC-420C-8E01-1D28E64F7A8C}" dt="2026-06-01T11:55:36.838" v="626" actId="47"/>
        <pc:sldMkLst>
          <pc:docMk/>
          <pc:sldMk cId="291395776" sldId="3033"/>
        </pc:sldMkLst>
      </pc:sldChg>
      <pc:sldChg chg="del">
        <pc:chgData name="Jacob Yang" userId="96e110e5a1896ef6" providerId="LiveId" clId="{8EB410B9-5EBC-420C-8E01-1D28E64F7A8C}" dt="2026-06-01T11:55:38.323" v="628" actId="47"/>
        <pc:sldMkLst>
          <pc:docMk/>
          <pc:sldMk cId="3439935831" sldId="3034"/>
        </pc:sldMkLst>
      </pc:sldChg>
      <pc:sldChg chg="del">
        <pc:chgData name="Jacob Yang" userId="96e110e5a1896ef6" providerId="LiveId" clId="{8EB410B9-5EBC-420C-8E01-1D28E64F7A8C}" dt="2026-06-01T11:55:40.001" v="630" actId="47"/>
        <pc:sldMkLst>
          <pc:docMk/>
          <pc:sldMk cId="2650825989" sldId="3035"/>
        </pc:sldMkLst>
      </pc:sldChg>
      <pc:sldChg chg="del">
        <pc:chgData name="Jacob Yang" userId="96e110e5a1896ef6" providerId="LiveId" clId="{8EB410B9-5EBC-420C-8E01-1D28E64F7A8C}" dt="2026-06-01T11:55:41.553" v="632" actId="47"/>
        <pc:sldMkLst>
          <pc:docMk/>
          <pc:sldMk cId="323893693" sldId="3036"/>
        </pc:sldMkLst>
      </pc:sldChg>
      <pc:sldChg chg="modSp add mod">
        <pc:chgData name="Jacob Yang" userId="96e110e5a1896ef6" providerId="LiveId" clId="{8EB410B9-5EBC-420C-8E01-1D28E64F7A8C}" dt="2026-06-03T11:45:27.450" v="814" actId="207"/>
        <pc:sldMkLst>
          <pc:docMk/>
          <pc:sldMk cId="2076000119" sldId="3039"/>
        </pc:sldMkLst>
        <pc:spChg chg="mod">
          <ac:chgData name="Jacob Yang" userId="96e110e5a1896ef6" providerId="LiveId" clId="{8EB410B9-5EBC-420C-8E01-1D28E64F7A8C}" dt="2026-06-03T11:45:27.450" v="814" actId="207"/>
          <ac:spMkLst>
            <pc:docMk/>
            <pc:sldMk cId="2076000119" sldId="3039"/>
            <ac:spMk id="8" creationId="{00000000-0000-0000-0000-000000000000}"/>
          </ac:spMkLst>
        </pc:spChg>
      </pc:sldChg>
      <pc:sldChg chg="addSp modSp add mod">
        <pc:chgData name="Jacob Yang" userId="96e110e5a1896ef6" providerId="LiveId" clId="{8EB410B9-5EBC-420C-8E01-1D28E64F7A8C}" dt="2026-06-01T11:44:24.138" v="123" actId="1037"/>
        <pc:sldMkLst>
          <pc:docMk/>
          <pc:sldMk cId="1327731717" sldId="3040"/>
        </pc:sldMkLst>
        <pc:spChg chg="add mod">
          <ac:chgData name="Jacob Yang" userId="96e110e5a1896ef6" providerId="LiveId" clId="{8EB410B9-5EBC-420C-8E01-1D28E64F7A8C}" dt="2026-06-01T11:44:24.138" v="123" actId="1037"/>
          <ac:spMkLst>
            <pc:docMk/>
            <pc:sldMk cId="1327731717" sldId="3040"/>
            <ac:spMk id="3" creationId="{8B57CD69-B6F1-AC3B-8A41-A0099EB3E13A}"/>
          </ac:spMkLst>
        </pc:spChg>
        <pc:spChg chg="mod">
          <ac:chgData name="Jacob Yang" userId="96e110e5a1896ef6" providerId="LiveId" clId="{8EB410B9-5EBC-420C-8E01-1D28E64F7A8C}" dt="2026-06-01T11:44:11.571" v="80" actId="207"/>
          <ac:spMkLst>
            <pc:docMk/>
            <pc:sldMk cId="1327731717" sldId="3040"/>
            <ac:spMk id="8" creationId="{00000000-0000-0000-0000-000000000000}"/>
          </ac:spMkLst>
        </pc:spChg>
      </pc:sldChg>
      <pc:sldChg chg="add del ord">
        <pc:chgData name="Jacob Yang" userId="96e110e5a1896ef6" providerId="LiveId" clId="{8EB410B9-5EBC-420C-8E01-1D28E64F7A8C}" dt="2026-06-03T11:47:47.023" v="844" actId="47"/>
        <pc:sldMkLst>
          <pc:docMk/>
          <pc:sldMk cId="2841463438" sldId="3041"/>
        </pc:sldMkLst>
      </pc:sldChg>
      <pc:sldChg chg="modSp add mod ord">
        <pc:chgData name="Jacob Yang" userId="96e110e5a1896ef6" providerId="LiveId" clId="{8EB410B9-5EBC-420C-8E01-1D28E64F7A8C}" dt="2026-06-01T11:56:13.107" v="639" actId="20577"/>
        <pc:sldMkLst>
          <pc:docMk/>
          <pc:sldMk cId="244852181" sldId="3042"/>
        </pc:sldMkLst>
        <pc:spChg chg="mod">
          <ac:chgData name="Jacob Yang" userId="96e110e5a1896ef6" providerId="LiveId" clId="{8EB410B9-5EBC-420C-8E01-1D28E64F7A8C}" dt="2026-06-01T11:56:13.107" v="639" actId="20577"/>
          <ac:spMkLst>
            <pc:docMk/>
            <pc:sldMk cId="244852181" sldId="3042"/>
            <ac:spMk id="6" creationId="{00000000-0000-0000-0000-000000000000}"/>
          </ac:spMkLst>
        </pc:spChg>
      </pc:sldChg>
      <pc:sldChg chg="add del">
        <pc:chgData name="Jacob Yang" userId="96e110e5a1896ef6" providerId="LiveId" clId="{8EB410B9-5EBC-420C-8E01-1D28E64F7A8C}" dt="2026-06-03T11:47:52.368" v="845" actId="47"/>
        <pc:sldMkLst>
          <pc:docMk/>
          <pc:sldMk cId="1108114467" sldId="3043"/>
        </pc:sldMkLst>
      </pc:sldChg>
      <pc:sldChg chg="modSp add mod replId">
        <pc:chgData name="Jacob Yang" userId="96e110e5a1896ef6" providerId="LiveId" clId="{8EB410B9-5EBC-420C-8E01-1D28E64F7A8C}" dt="2026-06-01T11:56:38.494" v="642" actId="20577"/>
        <pc:sldMkLst>
          <pc:docMk/>
          <pc:sldMk cId="2590767200" sldId="3044"/>
        </pc:sldMkLst>
        <pc:spChg chg="mod">
          <ac:chgData name="Jacob Yang" userId="96e110e5a1896ef6" providerId="LiveId" clId="{8EB410B9-5EBC-420C-8E01-1D28E64F7A8C}" dt="2026-06-01T11:56:38.494" v="642" actId="20577"/>
          <ac:spMkLst>
            <pc:docMk/>
            <pc:sldMk cId="2590767200" sldId="3044"/>
            <ac:spMk id="6" creationId="{00000000-0000-0000-0000-000000000000}"/>
          </ac:spMkLst>
        </pc:spChg>
      </pc:sldChg>
      <pc:sldChg chg="add del ord">
        <pc:chgData name="Jacob Yang" userId="96e110e5a1896ef6" providerId="LiveId" clId="{8EB410B9-5EBC-420C-8E01-1D28E64F7A8C}" dt="2026-06-03T11:47:56.964" v="846" actId="47"/>
        <pc:sldMkLst>
          <pc:docMk/>
          <pc:sldMk cId="1582570374" sldId="3045"/>
        </pc:sldMkLst>
      </pc:sldChg>
      <pc:sldChg chg="add">
        <pc:chgData name="Jacob Yang" userId="96e110e5a1896ef6" providerId="LiveId" clId="{8EB410B9-5EBC-420C-8E01-1D28E64F7A8C}" dt="2026-06-01T12:00:44.132" v="654" actId="2890"/>
        <pc:sldMkLst>
          <pc:docMk/>
          <pc:sldMk cId="3350953169" sldId="3046"/>
        </pc:sldMkLst>
      </pc:sldChg>
      <pc:sldChg chg="modSp add mod">
        <pc:chgData name="Jacob Yang" userId="96e110e5a1896ef6" providerId="LiveId" clId="{8EB410B9-5EBC-420C-8E01-1D28E64F7A8C}" dt="2026-06-01T12:06:15.244" v="684" actId="6549"/>
        <pc:sldMkLst>
          <pc:docMk/>
          <pc:sldMk cId="229940133" sldId="3047"/>
        </pc:sldMkLst>
        <pc:spChg chg="mod">
          <ac:chgData name="Jacob Yang" userId="96e110e5a1896ef6" providerId="LiveId" clId="{8EB410B9-5EBC-420C-8E01-1D28E64F7A8C}" dt="2026-06-01T12:06:15.244" v="684" actId="6549"/>
          <ac:spMkLst>
            <pc:docMk/>
            <pc:sldMk cId="229940133" sldId="3047"/>
            <ac:spMk id="3" creationId="{00000000-0000-0000-0000-000000000000}"/>
          </ac:spMkLst>
        </pc:spChg>
      </pc:sldChg>
      <pc:sldChg chg="addSp modSp add mod">
        <pc:chgData name="Jacob Yang" userId="96e110e5a1896ef6" providerId="LiveId" clId="{8EB410B9-5EBC-420C-8E01-1D28E64F7A8C}" dt="2026-06-01T12:06:57.854" v="716" actId="1036"/>
        <pc:sldMkLst>
          <pc:docMk/>
          <pc:sldMk cId="3457408445" sldId="3048"/>
        </pc:sldMkLst>
        <pc:spChg chg="mod">
          <ac:chgData name="Jacob Yang" userId="96e110e5a1896ef6" providerId="LiveId" clId="{8EB410B9-5EBC-420C-8E01-1D28E64F7A8C}" dt="2026-06-01T12:06:28.250" v="686" actId="207"/>
          <ac:spMkLst>
            <pc:docMk/>
            <pc:sldMk cId="3457408445" sldId="3048"/>
            <ac:spMk id="3" creationId="{00000000-0000-0000-0000-000000000000}"/>
          </ac:spMkLst>
        </pc:spChg>
        <pc:spChg chg="add mod">
          <ac:chgData name="Jacob Yang" userId="96e110e5a1896ef6" providerId="LiveId" clId="{8EB410B9-5EBC-420C-8E01-1D28E64F7A8C}" dt="2026-06-01T12:06:57.854" v="716" actId="1036"/>
          <ac:spMkLst>
            <pc:docMk/>
            <pc:sldMk cId="3457408445" sldId="3048"/>
            <ac:spMk id="4" creationId="{01FBAA5B-429A-AC19-8372-13816AAECB75}"/>
          </ac:spMkLst>
        </pc:spChg>
      </pc:sldChg>
      <pc:sldChg chg="modSp del mod">
        <pc:chgData name="Jacob Yang" userId="96e110e5a1896ef6" providerId="LiveId" clId="{8EB410B9-5EBC-420C-8E01-1D28E64F7A8C}" dt="2026-06-06T22:15:57.372" v="858" actId="47"/>
        <pc:sldMkLst>
          <pc:docMk/>
          <pc:sldMk cId="3703237098" sldId="3049"/>
        </pc:sldMkLst>
        <pc:spChg chg="mod">
          <ac:chgData name="Jacob Yang" userId="96e110e5a1896ef6" providerId="LiveId" clId="{8EB410B9-5EBC-420C-8E01-1D28E64F7A8C}" dt="2026-06-01T12:10:21.049" v="795"/>
          <ac:spMkLst>
            <pc:docMk/>
            <pc:sldMk cId="3703237098" sldId="3049"/>
            <ac:spMk id="4" creationId="{5A7D84C2-204A-4D0B-9651-2443F086A869}"/>
          </ac:spMkLst>
        </pc:spChg>
      </pc:sldChg>
      <pc:sldChg chg="modSp mod">
        <pc:chgData name="Jacob Yang" userId="96e110e5a1896ef6" providerId="LiveId" clId="{8EB410B9-5EBC-420C-8E01-1D28E64F7A8C}" dt="2026-06-01T12:12:26.660" v="812" actId="1036"/>
        <pc:sldMkLst>
          <pc:docMk/>
          <pc:sldMk cId="2129818636" sldId="3050"/>
        </pc:sldMkLst>
        <pc:grpChg chg="mod">
          <ac:chgData name="Jacob Yang" userId="96e110e5a1896ef6" providerId="LiveId" clId="{8EB410B9-5EBC-420C-8E01-1D28E64F7A8C}" dt="2026-06-01T12:12:26.660" v="812" actId="1036"/>
          <ac:grpSpMkLst>
            <pc:docMk/>
            <pc:sldMk cId="2129818636" sldId="3050"/>
            <ac:grpSpMk id="13" creationId="{5594C849-27B9-B04B-583E-2AB1B79330CD}"/>
          </ac:grpSpMkLst>
        </pc:grpChg>
      </pc:sldChg>
      <pc:sldChg chg="modSp mod">
        <pc:chgData name="Jacob Yang" userId="96e110e5a1896ef6" providerId="LiveId" clId="{8EB410B9-5EBC-420C-8E01-1D28E64F7A8C}" dt="2026-06-01T12:12:14.256" v="810" actId="1036"/>
        <pc:sldMkLst>
          <pc:docMk/>
          <pc:sldMk cId="3577614596" sldId="3052"/>
        </pc:sldMkLst>
        <pc:picChg chg="mod">
          <ac:chgData name="Jacob Yang" userId="96e110e5a1896ef6" providerId="LiveId" clId="{8EB410B9-5EBC-420C-8E01-1D28E64F7A8C}" dt="2026-06-01T12:12:14.256" v="810" actId="1036"/>
          <ac:picMkLst>
            <pc:docMk/>
            <pc:sldMk cId="3577614596" sldId="3052"/>
            <ac:picMk id="3" creationId="{2891BF7A-6DFA-6F2D-0F0B-42F346F814FA}"/>
          </ac:picMkLst>
        </pc:picChg>
        <pc:picChg chg="mod">
          <ac:chgData name="Jacob Yang" userId="96e110e5a1896ef6" providerId="LiveId" clId="{8EB410B9-5EBC-420C-8E01-1D28E64F7A8C}" dt="2026-06-01T12:12:14.256" v="810" actId="1036"/>
          <ac:picMkLst>
            <pc:docMk/>
            <pc:sldMk cId="3577614596" sldId="3052"/>
            <ac:picMk id="10" creationId="{6A143E29-FE88-771D-C206-9FAA6972B2B1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8ACA7C-5262-4C8E-AE19-3DA31B6A1CDA}" type="datetimeFigureOut">
              <a:rPr lang="en-AU" smtClean="0"/>
              <a:pPr/>
              <a:t>30/06/2026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25750" y="566738"/>
            <a:ext cx="5041900" cy="28368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592513"/>
            <a:ext cx="8553450" cy="340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3FD64-BF31-4C61-B552-27E91C04657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505940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0147705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39483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200808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66957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851104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11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9455489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590429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25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6124916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33681911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061556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31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8466071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620614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610327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99061497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351358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8320847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344330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755662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90470723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70245497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4629875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46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4921922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47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51143554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48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90767384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52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76046394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54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64066405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56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5557798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59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4921922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60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51143554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61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51143554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63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37611587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64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1694402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69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6978694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83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95098407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87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9597544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88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20290183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89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8450745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96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07971666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97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09194681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98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02654553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99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82990052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108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81905623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109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78366564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113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55904298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115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121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129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813510775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130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369452187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132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343010580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4180320938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418623287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6/30/2026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6/30/2026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6/30/2026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6/30/2026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6/30/2026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6/30/2026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9340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6/30/2026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964001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6/30/2026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82630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6/30/2026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31035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6/30/2026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140291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41445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6/30/2026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6/30/2026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7460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eg"/><Relationship Id="rId4" Type="http://schemas.openxmlformats.org/officeDocument/2006/relationships/image" Target="../media/image6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video" Target="file:///C:\Users\mrsun_000\Desktop\&#49457;&#45817;\&#53664;&#50836;&#51068;%20&#48120;&#49324;\2019\CWF%20August%202019.mp4" TargetMode="External"/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video" Target="file:///C:\Users\mrsun_000\Desktop\&#49457;&#45817;\&#53664;&#50836;&#51068;%20&#48120;&#49324;\2019\CWF%20August%202019.mp4" TargetMode="External"/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video" Target="file:///C:\Users\mrsun_000\Desktop\&#49457;&#45817;\&#53664;&#50836;&#51068;%20&#48120;&#49324;\2019\CWF%20August%202019.mp4" TargetMode="External"/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video" Target="file:///C:\Users\mrsun_000\Desktop\&#49457;&#45817;\&#53664;&#50836;&#51068;%20&#48120;&#49324;\2019\CWF%20August%202019.mp4" TargetMode="External"/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13.png"/><Relationship Id="rId3" Type="http://schemas.microsoft.com/office/2007/relationships/hdphoto" Target="../media/image5014.wdp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11.png"/><Relationship Id="rId3" Type="http://schemas.microsoft.com/office/2007/relationships/hdphoto" Target="../media/image5012.wdp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09.png"/><Relationship Id="rId3" Type="http://schemas.microsoft.com/office/2007/relationships/hdphoto" Target="../media/image5010.wdp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jpe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9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0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01.png"/><Relationship Id="rId3" Type="http://schemas.openxmlformats.org/officeDocument/2006/relationships/image" Target="../media/image500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03.png"/><Relationship Id="rId3" Type="http://schemas.openxmlformats.org/officeDocument/2006/relationships/image" Target="../media/image5004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05.png"/><Relationship Id="rId3" Type="http://schemas.openxmlformats.org/officeDocument/2006/relationships/image" Target="../media/image5006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07.png"/><Relationship Id="rId3" Type="http://schemas.openxmlformats.org/officeDocument/2006/relationships/image" Target="../media/image5008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5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6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8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20.png"/><Relationship Id="rId3" Type="http://schemas.openxmlformats.org/officeDocument/2006/relationships/image" Target="../media/image5021.png"/><Relationship Id="rId4" Type="http://schemas.microsoft.com/office/2007/relationships/hdphoto" Target="../media/image5022.wdp"/><Relationship Id="rId5" Type="http://schemas.openxmlformats.org/officeDocument/2006/relationships/image" Target="../media/image5023.png"/><Relationship Id="rId6" Type="http://schemas.microsoft.com/office/2007/relationships/hdphoto" Target="../media/image5024.wdp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15.png"/><Relationship Id="rId3" Type="http://schemas.openxmlformats.org/officeDocument/2006/relationships/image" Target="../media/image5016.png"/><Relationship Id="rId4" Type="http://schemas.microsoft.com/office/2007/relationships/hdphoto" Target="../media/image5017.wdp"/><Relationship Id="rId5" Type="http://schemas.openxmlformats.org/officeDocument/2006/relationships/image" Target="../media/image5018.png"/><Relationship Id="rId6" Type="http://schemas.microsoft.com/office/2007/relationships/hdphoto" Target="../media/image5019.wdp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0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42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3.jpe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4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45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46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47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8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9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0.jpe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5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52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4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34.png"/><Relationship Id="rId3" Type="http://schemas.openxmlformats.org/officeDocument/2006/relationships/image" Target="../media/image5035.png"/><Relationship Id="rId4" Type="http://schemas.openxmlformats.org/officeDocument/2006/relationships/image" Target="../media/image5036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31.png"/><Relationship Id="rId3" Type="http://schemas.openxmlformats.org/officeDocument/2006/relationships/image" Target="../media/image5032.png"/><Relationship Id="rId4" Type="http://schemas.openxmlformats.org/officeDocument/2006/relationships/image" Target="../media/image5033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28.png"/><Relationship Id="rId3" Type="http://schemas.openxmlformats.org/officeDocument/2006/relationships/image" Target="../media/image5029.png"/><Relationship Id="rId4" Type="http://schemas.openxmlformats.org/officeDocument/2006/relationships/image" Target="../media/image5030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25.png"/><Relationship Id="rId3" Type="http://schemas.openxmlformats.org/officeDocument/2006/relationships/image" Target="../media/image5026.png"/><Relationship Id="rId4" Type="http://schemas.openxmlformats.org/officeDocument/2006/relationships/image" Target="../media/image5027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9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59.png"/><Relationship Id="rId3" Type="http://schemas.openxmlformats.org/officeDocument/2006/relationships/image" Target="../media/image5060.png"/><Relationship Id="rId4" Type="http://schemas.openxmlformats.org/officeDocument/2006/relationships/image" Target="../media/image506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54.png"/><Relationship Id="rId3" Type="http://schemas.openxmlformats.org/officeDocument/2006/relationships/image" Target="../media/image5055.png"/><Relationship Id="rId4" Type="http://schemas.openxmlformats.org/officeDocument/2006/relationships/image" Target="../media/image5056.png"/><Relationship Id="rId5" Type="http://schemas.openxmlformats.org/officeDocument/2006/relationships/image" Target="../media/image5057.png"/><Relationship Id="rId6" Type="http://schemas.openxmlformats.org/officeDocument/2006/relationships/image" Target="../media/image5058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48.png"/><Relationship Id="rId3" Type="http://schemas.openxmlformats.org/officeDocument/2006/relationships/image" Target="../media/image5049.png"/><Relationship Id="rId4" Type="http://schemas.openxmlformats.org/officeDocument/2006/relationships/image" Target="../media/image5050.png"/><Relationship Id="rId5" Type="http://schemas.openxmlformats.org/officeDocument/2006/relationships/image" Target="../media/image5051.png"/><Relationship Id="rId6" Type="http://schemas.openxmlformats.org/officeDocument/2006/relationships/image" Target="../media/image5052.png"/><Relationship Id="rId7" Type="http://schemas.openxmlformats.org/officeDocument/2006/relationships/image" Target="../media/image5053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45.png"/><Relationship Id="rId3" Type="http://schemas.openxmlformats.org/officeDocument/2006/relationships/image" Target="../media/image5046.png"/><Relationship Id="rId4" Type="http://schemas.openxmlformats.org/officeDocument/2006/relationships/image" Target="../media/image5047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41.png"/><Relationship Id="rId3" Type="http://schemas.openxmlformats.org/officeDocument/2006/relationships/image" Target="../media/image5042.png"/><Relationship Id="rId4" Type="http://schemas.openxmlformats.org/officeDocument/2006/relationships/image" Target="../media/image5043.png"/><Relationship Id="rId5" Type="http://schemas.openxmlformats.org/officeDocument/2006/relationships/image" Target="../media/image5044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37.png"/><Relationship Id="rId3" Type="http://schemas.openxmlformats.org/officeDocument/2006/relationships/image" Target="../media/image5038.png"/><Relationship Id="rId4" Type="http://schemas.openxmlformats.org/officeDocument/2006/relationships/image" Target="../media/image5039.png"/><Relationship Id="rId5" Type="http://schemas.openxmlformats.org/officeDocument/2006/relationships/image" Target="../media/image5040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6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8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66.png"/><Relationship Id="rId3" Type="http://schemas.microsoft.com/office/2007/relationships/hdphoto" Target="../media/image5067.wdp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64.png"/><Relationship Id="rId3" Type="http://schemas.microsoft.com/office/2007/relationships/hdphoto" Target="../media/image5065.wdp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62.png"/><Relationship Id="rId3" Type="http://schemas.microsoft.com/office/2007/relationships/hdphoto" Target="../media/image5063.wdp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2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3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4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F19F41DA-9D7A-44CA-BD26-200FDF2D6D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36"/>
            <a:ext cx="9174600" cy="5141564"/>
          </a:xfrm>
          <a:prstGeom prst="rect">
            <a:avLst/>
          </a:prstGeom>
        </p:spPr>
      </p:pic>
      <p:sp>
        <p:nvSpPr>
          <p:cNvPr id="6" name="object 4"/>
          <p:cNvSpPr txBox="1"/>
          <p:nvPr/>
        </p:nvSpPr>
        <p:spPr>
          <a:xfrm>
            <a:off x="1970139" y="483518"/>
            <a:ext cx="6130253" cy="6924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84" algn="ctr"/>
            <a:r>
              <a:rPr sz="2700" b="1" spc="120" dirty="0">
                <a:latin typeface="Arial Black" panose="020B0A04020102020204" pitchFamily="34" charset="0"/>
                <a:ea typeface="나눔고딕" pitchFamily="50" charset="-127"/>
                <a:cs typeface="Malgun Gothic"/>
              </a:rPr>
              <a:t>브로큰 베이 교구 한인 천주교회</a:t>
            </a:r>
            <a:endParaRPr lang="en-US" sz="2700" b="1" spc="120" dirty="0">
              <a:latin typeface="Arial Black" panose="020B0A04020102020204" pitchFamily="34" charset="0"/>
              <a:ea typeface="나눔고딕" pitchFamily="50" charset="-127"/>
              <a:cs typeface="Malgun Gothic"/>
            </a:endParaRPr>
          </a:p>
          <a:p>
            <a:pPr marL="9784" algn="ctr"/>
            <a:r>
              <a:rPr sz="1800" dirty="0">
                <a:solidFill>
                  <a:srgbClr val="231F20"/>
                </a:solidFill>
                <a:latin typeface="Gill Sans MT"/>
                <a:cs typeface="Gill Sans MT"/>
              </a:rPr>
              <a:t>KOREAN </a:t>
            </a:r>
            <a:r>
              <a:rPr lang="en-AU" sz="1800" dirty="0">
                <a:solidFill>
                  <a:srgbClr val="231F20"/>
                </a:solidFill>
                <a:latin typeface="Gill Sans MT"/>
                <a:cs typeface="Gill Sans MT"/>
              </a:rPr>
              <a:t>CATHOLIC COMMUNITY BROKEN BAY</a:t>
            </a:r>
            <a:endParaRPr sz="1800" dirty="0">
              <a:latin typeface="Gill Sans MT"/>
              <a:cs typeface="Gill Sans MT"/>
            </a:endParaRPr>
          </a:p>
        </p:txBody>
      </p:sp>
      <p:pic>
        <p:nvPicPr>
          <p:cNvPr id="7" name="Picture 12" descr="broken-bay_logo.jpg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DFFFF"/>
              </a:clrFrom>
              <a:clrTo>
                <a:srgbClr val="FD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38091" y="513766"/>
            <a:ext cx="936104" cy="646860"/>
          </a:xfrm>
          <a:prstGeom prst="rect">
            <a:avLst/>
          </a:prstGeom>
        </p:spPr>
      </p:pic>
      <p:sp>
        <p:nvSpPr>
          <p:cNvPr id="9" name="object 5"/>
          <p:cNvSpPr txBox="1"/>
          <p:nvPr/>
        </p:nvSpPr>
        <p:spPr>
          <a:xfrm>
            <a:off x="-36512" y="3834419"/>
            <a:ext cx="9174600" cy="1313069"/>
          </a:xfrm>
          <a:prstGeom prst="rect">
            <a:avLst/>
          </a:prstGeom>
          <a:ln w="12700">
            <a:noFill/>
          </a:ln>
        </p:spPr>
        <p:txBody>
          <a:bodyPr vert="horz" wrap="square" lIns="0" tIns="4970" rIns="0" bIns="0" rtlCol="0">
            <a:spAutoFit/>
          </a:bodyPr>
          <a:lstStyle/>
          <a:p>
            <a:pPr marL="684748" marR="678786" indent="74041" algn="ctr">
              <a:spcAft>
                <a:spcPts val="1200"/>
              </a:spcAft>
            </a:pPr>
            <a:r>
              <a:rPr sz="2100" b="1" spc="100" dirty="0">
                <a:latin typeface="궁서" pitchFamily="18" charset="-127"/>
                <a:ea typeface="궁서" pitchFamily="18" charset="-127"/>
                <a:cs typeface="Malgun Gothic"/>
              </a:rPr>
              <a:t>2026년 6월 21일</a:t>
            </a:r>
            <a:endParaRPr lang="en-US" altLang="ko-KR" sz="2100" b="1" spc="100" dirty="0">
              <a:latin typeface="궁서" pitchFamily="18" charset="-127"/>
              <a:ea typeface="궁서" pitchFamily="18" charset="-127"/>
              <a:cs typeface="Malgun Gothic"/>
            </a:endParaRPr>
          </a:p>
          <a:p>
            <a:pPr marL="684748" marR="678786" indent="74041" algn="ctr">
              <a:spcAft>
                <a:spcPts val="1200"/>
              </a:spcAft>
            </a:pPr>
            <a:r>
              <a:rPr lang="ko-KR" altLang="en-US" sz="2200" b="1" spc="500" dirty="0">
                <a:latin typeface="궁서" pitchFamily="18" charset="-127"/>
                <a:ea typeface="궁서" pitchFamily="18" charset="-127"/>
              </a:rPr>
              <a:t>연중 제12주일</a:t>
            </a:r>
            <a:endParaRPr lang="en-US" altLang="ko-KR" sz="2200" b="1" spc="500" dirty="0">
              <a:latin typeface="궁서" pitchFamily="18" charset="-127"/>
              <a:ea typeface="궁서" pitchFamily="18" charset="-127"/>
            </a:endParaRPr>
          </a:p>
          <a:p>
            <a:pPr marL="684748" marR="678786" indent="74041" algn="ctr">
              <a:spcAft>
                <a:spcPts val="1200"/>
              </a:spcAft>
            </a:pPr>
            <a:endParaRPr lang="en-US" sz="2200" b="1" spc="500" dirty="0">
              <a:latin typeface="궁서" pitchFamily="18" charset="-127"/>
              <a:ea typeface="궁서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34335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text, person&#10;&#10;Description automatically generated">
            <a:extLst>
              <a:ext uri="{FF2B5EF4-FFF2-40B4-BE49-F238E27FC236}">
                <a16:creationId xmlns="" xmlns:a16="http://schemas.microsoft.com/office/drawing/2014/main" id="{7D4E1BCB-F911-DE45-907D-563FF822D1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0"/>
            <a:ext cx="4752528" cy="51435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2F3E10A6-6B6A-4F85-95A6-0533E280E83D}"/>
              </a:ext>
            </a:extLst>
          </p:cNvPr>
          <p:cNvSpPr/>
          <p:nvPr/>
        </p:nvSpPr>
        <p:spPr>
          <a:xfrm>
            <a:off x="395536" y="1419622"/>
            <a:ext cx="4608512" cy="216024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000" b="1" i="0" u="none" strike="noStrike" kern="1200" cap="none" spc="500" normalizeH="0" baseline="0" noProof="0" dirty="0">
                <a:ln>
                  <a:noFill/>
                </a:ln>
                <a:solidFill>
                  <a:srgbClr val="FEFA98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미사전</a:t>
            </a:r>
            <a:endParaRPr kumimoji="0" lang="en-AU" altLang="ko-KR" sz="5000" b="1" i="0" u="none" strike="noStrike" kern="1200" cap="none" spc="500" normalizeH="0" baseline="0" noProof="0" dirty="0">
              <a:ln>
                <a:noFill/>
              </a:ln>
              <a:solidFill>
                <a:srgbClr val="FEFA98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altLang="ko-KR" sz="1000" b="1" i="0" u="none" strike="noStrike" kern="1200" cap="none" spc="500" normalizeH="0" baseline="0" noProof="0" dirty="0">
              <a:ln>
                <a:noFill/>
              </a:ln>
              <a:solidFill>
                <a:srgbClr val="FEFA98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1" i="0" u="none" strike="noStrike" kern="1200" cap="none" spc="500" normalizeH="0" baseline="0" noProof="0" dirty="0">
                <a:ln>
                  <a:noFill/>
                </a:ln>
                <a:solidFill>
                  <a:srgbClr val="FEFA98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묵주기도</a:t>
            </a:r>
            <a:r>
              <a:rPr kumimoji="0" lang="en-US" altLang="ko-KR" sz="5400" b="1" i="0" u="none" strike="noStrike" kern="1200" cap="none" spc="5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600" b="1" i="0" u="none" strike="noStrike" kern="1200" cap="none" spc="5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 </a:t>
            </a:r>
            <a:endParaRPr kumimoji="0" lang="en-US" sz="2600" b="1" i="0" u="none" strike="noStrike" kern="1200" cap="none" spc="5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32416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9335F85-DE4A-0E42-9FC3-4D1A9EBCD5EC}"/>
              </a:ext>
            </a:extLst>
          </p:cNvPr>
          <p:cNvSpPr txBox="1"/>
          <p:nvPr/>
        </p:nvSpPr>
        <p:spPr>
          <a:xfrm>
            <a:off x="4392489" y="-13280"/>
            <a:ext cx="428396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환희의 신비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1719488E-CDB6-9946-8A8E-5BC7FE14F03F}"/>
              </a:ext>
            </a:extLst>
          </p:cNvPr>
          <p:cNvSpPr txBox="1"/>
          <p:nvPr/>
        </p:nvSpPr>
        <p:spPr>
          <a:xfrm>
            <a:off x="4355976" y="829896"/>
            <a:ext cx="4680520" cy="3902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1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예수님을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잉태하심을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엘리사벳을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찾아보심을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3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예수님을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낳으심을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4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예수님을 성전에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바치심을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잃으셨던 예수님을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성전에서 찾으심을 묵상합시다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9" descr="A picture containing person, dancer, sport, dressed&#10;&#10;Description automatically generated">
            <a:extLst>
              <a:ext uri="{FF2B5EF4-FFF2-40B4-BE49-F238E27FC236}">
                <a16:creationId xmlns="" xmlns:a16="http://schemas.microsoft.com/office/drawing/2014/main" id="{78B578FA-CCBC-5E44-A311-B8617A0496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5" y="-13280"/>
            <a:ext cx="4061379" cy="51567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ECE63323-FF19-498F-B949-3B682D0151C8}"/>
              </a:ext>
            </a:extLst>
          </p:cNvPr>
          <p:cNvSpPr txBox="1"/>
          <p:nvPr/>
        </p:nvSpPr>
        <p:spPr>
          <a:xfrm>
            <a:off x="6228184" y="4803998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87234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9335F85-DE4A-0E42-9FC3-4D1A9EBCD5EC}"/>
              </a:ext>
            </a:extLst>
          </p:cNvPr>
          <p:cNvSpPr txBox="1"/>
          <p:nvPr/>
        </p:nvSpPr>
        <p:spPr>
          <a:xfrm>
            <a:off x="4211960" y="20882"/>
            <a:ext cx="453650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빛의 신비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1719488E-CDB6-9946-8A8E-5BC7FE14F03F}"/>
              </a:ext>
            </a:extLst>
          </p:cNvPr>
          <p:cNvSpPr txBox="1"/>
          <p:nvPr/>
        </p:nvSpPr>
        <p:spPr>
          <a:xfrm>
            <a:off x="4427984" y="843558"/>
            <a:ext cx="4609315" cy="3902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1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세례받으심을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-10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카나에서 첫 기적을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행하심을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3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하느님 나라를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선포하심을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4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거룩하게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변모하심을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성체성사를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세우심을 묵상합시다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 descr="A picture containing text, posing, altar, decorated&#10;&#10;Description automatically generated">
            <a:extLst>
              <a:ext uri="{FF2B5EF4-FFF2-40B4-BE49-F238E27FC236}">
                <a16:creationId xmlns="" xmlns:a16="http://schemas.microsoft.com/office/drawing/2014/main" id="{1091DED7-0B2F-E74A-BCD0-0563CEB455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0"/>
            <a:ext cx="4176464" cy="51848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C9E256A-83A1-4576-AB18-425E9BFE02BC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126427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1719488E-CDB6-9946-8A8E-5BC7FE14F03F}"/>
              </a:ext>
            </a:extLst>
          </p:cNvPr>
          <p:cNvSpPr txBox="1"/>
          <p:nvPr/>
        </p:nvSpPr>
        <p:spPr>
          <a:xfrm>
            <a:off x="4788024" y="339502"/>
            <a:ext cx="4320480" cy="4290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1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피땀 흘리심을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매맞으심을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3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가시관 쓰심을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4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십자가 지심을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 </a:t>
            </a:r>
            <a:r>
              <a:rPr kumimoji="0" lang="ko-KR" altLang="en-US" sz="2200" b="1" i="0" u="none" strike="noStrike" kern="1200" cap="none" spc="-10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십자가에 못박혀 돌아가심을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묵상합시다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9335F85-DE4A-0E42-9FC3-4D1A9EBCD5EC}"/>
              </a:ext>
            </a:extLst>
          </p:cNvPr>
          <p:cNvSpPr txBox="1"/>
          <p:nvPr/>
        </p:nvSpPr>
        <p:spPr>
          <a:xfrm>
            <a:off x="216025" y="2859782"/>
            <a:ext cx="428396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고통의 신비</a:t>
            </a:r>
            <a:endParaRPr kumimoji="0" lang="en-US" sz="4500" b="0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496428" cy="27150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30566D66-75C5-4BA7-82C6-DFA22A4E78D7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174482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9335F85-DE4A-0E42-9FC3-4D1A9EBCD5EC}"/>
              </a:ext>
            </a:extLst>
          </p:cNvPr>
          <p:cNvSpPr txBox="1"/>
          <p:nvPr/>
        </p:nvSpPr>
        <p:spPr>
          <a:xfrm>
            <a:off x="4499992" y="20882"/>
            <a:ext cx="428396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영광의 신비</a:t>
            </a:r>
            <a:endParaRPr kumimoji="0" lang="en-US" sz="4500" b="0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1719488E-CDB6-9946-8A8E-5BC7FE14F03F}"/>
              </a:ext>
            </a:extLst>
          </p:cNvPr>
          <p:cNvSpPr txBox="1"/>
          <p:nvPr/>
        </p:nvSpPr>
        <p:spPr>
          <a:xfrm>
            <a:off x="4355976" y="843558"/>
            <a:ext cx="4788024" cy="3902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1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부활하심을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승천하심을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3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성령을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보내심을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4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마리아를 하늘에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불러올리심을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마리아께 천상 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-15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모후의 관을 씌우심을 묵상합시다</a:t>
            </a:r>
            <a:endParaRPr kumimoji="0" lang="en-US" sz="2200" b="0" i="0" u="none" strike="noStrike" kern="1200" cap="none" spc="-15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Picture 2" descr="A picture containing text, indoor, altar, old&#10;&#10;Description automatically generated">
            <a:extLst>
              <a:ext uri="{FF2B5EF4-FFF2-40B4-BE49-F238E27FC236}">
                <a16:creationId xmlns="" xmlns:a16="http://schemas.microsoft.com/office/drawing/2014/main" id="{64644F55-96BE-524B-9190-8448A5CC81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2861" y="-14524"/>
            <a:ext cx="4210805" cy="51580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BFD34390-0E41-49D0-A17C-99206DEA0F4C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652060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60232" y="51470"/>
            <a:ext cx="2448272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algn="ctr"/>
            <a:r>
              <a:rPr lang="ko-KR" altLang="en-US" sz="2700" b="0" spc="77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성모 찬송</a:t>
            </a:r>
            <a:endParaRPr sz="2700" b="0" spc="78" dirty="0">
              <a:solidFill>
                <a:srgbClr val="FFC000"/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6" name="직사각형 2"/>
          <p:cNvSpPr/>
          <p:nvPr/>
        </p:nvSpPr>
        <p:spPr>
          <a:xfrm>
            <a:off x="683568" y="267494"/>
            <a:ext cx="8208912" cy="4694516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 marL="628650" marR="0" lvl="0" indent="-628650" algn="l" defTabSz="715558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 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모후이시며 사랑이 넘친 어머니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우리의 생명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기쁨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희망이시여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</a:p>
          <a:p>
            <a:pPr marL="628650" marR="0" lvl="0" indent="-628650" algn="l" defTabSz="715558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당신 우러러 하와의 그 자손들이 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눈물을 흘리며 부르짖나이다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슬픔의 골짜기에서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8650" marR="0" lvl="0" indent="-628650" algn="l" defTabSz="715558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 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우리들의 보호자 성모님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불쌍한 저희를 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인자로운 눈으로 굽어보소서</a:t>
            </a:r>
            <a:r>
              <a:rPr kumimoji="0" lang="en-AU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US" altLang="ko-KR" sz="30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F6DD40AD-2302-4806-8697-6499DFD8F740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34122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2"/>
          <p:cNvSpPr/>
          <p:nvPr/>
        </p:nvSpPr>
        <p:spPr>
          <a:xfrm>
            <a:off x="539552" y="411510"/>
            <a:ext cx="8280920" cy="4330762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 marL="628650" marR="0" lvl="0" indent="-62865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귀양살이 끝날 때에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당신의 아들 우리 주 예수님 뵙게 하소서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너그러우시고 자애로우시며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오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!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아름다우신 동정 마리아님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</a:p>
          <a:p>
            <a:pPr marL="628650" marR="0" lvl="0" indent="-62865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 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천주의 성모님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저희를 위하여 빌어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주시어</a:t>
            </a:r>
            <a:endParaRPr kumimoji="0" lang="en-US" altLang="ko-KR" sz="30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8650" marR="0" lvl="0" indent="-62865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그리스도께서 약속하신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영원한 생명을 얻게 하소서</a:t>
            </a:r>
            <a:r>
              <a:rPr kumimoji="0" lang="en-AU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US" altLang="ko-KR" sz="31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6660232" y="51470"/>
            <a:ext cx="2448272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algn="ctr"/>
            <a:r>
              <a:rPr lang="ko-KR" altLang="en-US" sz="2700" b="0" spc="77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성모 찬송</a:t>
            </a:r>
            <a:endParaRPr sz="2700" b="0" spc="78" dirty="0">
              <a:solidFill>
                <a:srgbClr val="FFC000"/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A7E1C11F-7321-415A-B616-8FB7C31B70D3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418613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2"/>
          <p:cNvSpPr/>
          <p:nvPr/>
        </p:nvSpPr>
        <p:spPr>
          <a:xfrm>
            <a:off x="539552" y="51470"/>
            <a:ext cx="8424936" cy="5024798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 marL="539750" marR="0" lvl="0" indent="-539750" algn="l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† </a:t>
            </a:r>
            <a:r>
              <a:rPr kumimoji="0" lang="ko-KR" altLang="en-US" sz="3000" b="1" i="0" u="none" strike="noStrike" kern="1200" cap="none" spc="10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기도합시다</a:t>
            </a:r>
            <a:endParaRPr kumimoji="0" lang="en-US" altLang="ko-KR" sz="3000" b="1" i="0" u="none" strike="noStrike" kern="1200" cap="none" spc="10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9750" marR="0" lvl="0" indent="-539750" algn="l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 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하느님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외아드님께서 삶과 죽음과 부활로 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저희에게 영원한 구원을 마련해 주셨나이다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복되신 동정 마리아와 함께 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이 신비를 묵상하며 묵주 기도를 바치오니 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저희가 그 가르침을 따라 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영원한 생명을 얻게 하소서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우리 주 그리스도를 통하여 비나이다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</a:p>
          <a:p>
            <a:pPr marL="539750" marR="0" lvl="0" indent="-539750" algn="l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◎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아 멘</a:t>
            </a:r>
            <a:r>
              <a:rPr kumimoji="0" lang="en-AU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US" altLang="ko-KR" sz="31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6660232" y="51470"/>
            <a:ext cx="2448272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algn="ctr"/>
            <a:r>
              <a:rPr lang="ko-KR" altLang="en-US" sz="2700" b="0" spc="77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성모 찬송</a:t>
            </a:r>
            <a:endParaRPr sz="2700" b="0" spc="78" dirty="0">
              <a:solidFill>
                <a:srgbClr val="FFC000"/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70EBFF76-89BB-4B25-8B45-9C3EB5963001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032287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660436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/>
          <p:cNvSpPr txBox="1"/>
          <p:nvPr/>
        </p:nvSpPr>
        <p:spPr>
          <a:xfrm>
            <a:off x="2699792" y="1084177"/>
            <a:ext cx="5760640" cy="23318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미사가 시작되오니</a:t>
            </a:r>
            <a:r>
              <a:rPr lang="en-AU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</a:t>
            </a:r>
          </a:p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핸드폰 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설정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을</a:t>
            </a:r>
            <a:endParaRPr lang="en-AU" sz="3200" b="1" spc="154" dirty="0">
              <a:solidFill>
                <a:schemeClr val="bg1"/>
              </a:solidFill>
              <a:latin typeface="바탕" pitchFamily="18" charset="-127"/>
              <a:ea typeface="바탕" pitchFamily="18" charset="-127"/>
              <a:cs typeface="Malgun Gothic"/>
            </a:endParaRPr>
          </a:p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확인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하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시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기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바랍니다</a:t>
            </a:r>
            <a:endParaRPr sz="3200" spc="154" dirty="0">
              <a:solidFill>
                <a:schemeClr val="bg1"/>
              </a:solidFill>
              <a:latin typeface="바탕" pitchFamily="18" charset="-127"/>
              <a:ea typeface="바탕" pitchFamily="18" charset="-127"/>
              <a:cs typeface="Malgun Gothic"/>
            </a:endParaRPr>
          </a:p>
        </p:txBody>
      </p:sp>
      <p:pic>
        <p:nvPicPr>
          <p:cNvPr id="3" name="Picture 2" descr="See the source image">
            <a:extLst>
              <a:ext uri="{FF2B5EF4-FFF2-40B4-BE49-F238E27FC236}">
                <a16:creationId xmlns="" xmlns:a16="http://schemas.microsoft.com/office/drawing/2014/main" id="{233D9B60-48F6-4C8E-B527-60E426E725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9293" t="1400" r="6384" b="10800"/>
          <a:stretch/>
        </p:blipFill>
        <p:spPr bwMode="auto">
          <a:xfrm>
            <a:off x="755576" y="627534"/>
            <a:ext cx="1862270" cy="2088232"/>
          </a:xfrm>
          <a:prstGeom prst="rect">
            <a:avLst/>
          </a:prstGeom>
          <a:noFill/>
          <a:effectLst>
            <a:reflection blurRad="6350" stA="50000" endA="300" endPos="90000" dir="5400000" sy="-100000" algn="bl" rotWithShape="0"/>
            <a:softEdge rad="127000"/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388858112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ectangle 8"/>
          <p:cNvSpPr/>
          <p:nvPr/>
        </p:nvSpPr>
        <p:spPr>
          <a:xfrm>
            <a:off x="323528" y="115922"/>
            <a:ext cx="8784976" cy="4716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000" b="1" i="0" u="none" strike="noStrike" kern="1200" cap="none" spc="-20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</a:t>
            </a:r>
            <a:r>
              <a:rPr kumimoji="0" lang="en-US" altLang="ko-KR" sz="3000" b="1" i="0" u="none" strike="noStrike" kern="1200" cap="none" spc="-20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거룩한 교회를 평화의 깃발로 세우시고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모든 나라에 참된 평화를 주시어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온 세상 어디서나 입을 모아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저희를 구원하신 거룩하신 성심께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영원히 찬미와 영광과 흠숭을 드리게 하소서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 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 </a:t>
            </a:r>
            <a:endParaRPr kumimoji="0" lang="en-US" altLang="ko-KR" sz="30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  <a:cs typeface="+mn-cs"/>
            </a:endParaRPr>
          </a:p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◎</a:t>
            </a:r>
            <a:r>
              <a:rPr kumimoji="0" lang="ko-KR" altLang="en-US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 </a:t>
            </a:r>
            <a:r>
              <a:rPr kumimoji="0" lang="en-US" altLang="ko-KR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아 멘 </a:t>
            </a:r>
            <a:endParaRPr kumimoji="0" lang="en-US" altLang="ko-KR" sz="3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  <a:cs typeface="+mn-cs"/>
            </a:endParaRPr>
          </a:p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 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예수 성심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,</a:t>
            </a:r>
            <a:endParaRPr kumimoji="0" lang="en-US" altLang="ko-KR" sz="3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  <a:cs typeface="+mn-cs"/>
            </a:endParaRPr>
          </a:p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 </a:t>
            </a:r>
            <a:r>
              <a:rPr kumimoji="0" lang="en-US" altLang="ko-KR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이 세상에 주님의 나라를 세우소서</a:t>
            </a:r>
            <a:r>
              <a:rPr kumimoji="0" lang="en-US" altLang="ko-KR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US" altLang="ko-KR" sz="3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tang" pitchFamily="18" charset="-127"/>
              <a:ea typeface="Batang" pitchFamily="18" charset="-127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ectangle 8"/>
          <p:cNvSpPr/>
          <p:nvPr/>
        </p:nvSpPr>
        <p:spPr>
          <a:xfrm>
            <a:off x="323528" y="30834"/>
            <a:ext cx="9001000" cy="49171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주님께서는 목자이시니 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주님을 떠나지 않은 사람들을 보살피시고 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이미 주님을 떠난 사람들은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다시 아버지 집으로 돌아오게 하시어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굶어 죽는 일이 없게 하소서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 </a:t>
            </a: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</a:t>
            </a:r>
            <a:r>
              <a:rPr kumimoji="0" lang="ko-KR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 </a:t>
            </a:r>
            <a:r>
              <a:rPr kumimoji="0" lang="en-US" altLang="ko-KR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옹졸한 고집에 사로잡힌 사람들이나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불목하여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 갈린 사람들도 부르시어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저희가 모두 같은 신앙을 고백하며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한 우리에서 한 목자 밑에 살게 하소서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tang" pitchFamily="18" charset="-127"/>
              <a:ea typeface="Batang" pitchFamily="18" charset="-127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angle 8"/>
          <p:cNvSpPr/>
          <p:nvPr/>
        </p:nvSpPr>
        <p:spPr>
          <a:xfrm>
            <a:off x="251520" y="355916"/>
            <a:ext cx="8784976" cy="40880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주님을 일찍이 알아 모시지 못한 사람도 많고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주님을 알고도 주님의 계명을 저버리고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주님을 떠난 사람도 많사오니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</a:p>
          <a:p>
            <a:pPr marL="0" marR="0" lvl="0" indent="0" algn="l" defTabSz="715558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 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지극히 인자하신 예수님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,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이런 사람들도 다 불쌍히 여기시어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주님의 성심께 이끌어 들이소서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tang" pitchFamily="18" charset="-127"/>
              <a:ea typeface="Batang" pitchFamily="18" charset="-127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ectangle 8"/>
          <p:cNvSpPr/>
          <p:nvPr/>
        </p:nvSpPr>
        <p:spPr>
          <a:xfrm>
            <a:off x="179512" y="699542"/>
            <a:ext cx="8784976" cy="42657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지극히 어지신 구세주 예수님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 앞에 꿇어 경배하오니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저희를 굽어살피소서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21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 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저희는 이미 주님의 백성이오니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언제나 주님과 함께 살아가기를 바라나이다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주님과 하나 되고자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오늘 저희를 주님의 성심께 봉헌하나이다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tang" pitchFamily="18" charset="-127"/>
              <a:ea typeface="Batang" pitchFamily="18" charset="-127"/>
              <a:cs typeface="+mn-cs"/>
            </a:endParaRPr>
          </a:p>
        </p:txBody>
      </p:sp>
      <p:sp>
        <p:nvSpPr>
          <p:cNvPr id="3" name="object 3"/>
          <p:cNvSpPr txBox="1">
            <a:spLocks/>
          </p:cNvSpPr>
          <p:nvPr/>
        </p:nvSpPr>
        <p:spPr>
          <a:xfrm>
            <a:off x="827584" y="93861"/>
            <a:ext cx="7488832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9938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0" i="0" u="none" strike="noStrike" kern="0" cap="none" spc="77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예수 성심께 천하 만민을 바치는 기도</a:t>
            </a:r>
            <a:endParaRPr kumimoji="0" lang="ko-KR" altLang="en-US" sz="3000" b="0" i="0" u="none" strike="noStrike" kern="0" cap="none" spc="78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506062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616" y="-7513"/>
            <a:ext cx="162608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입당송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5" name="직사각형 2"/>
          <p:cNvSpPr/>
          <p:nvPr/>
        </p:nvSpPr>
        <p:spPr>
          <a:xfrm>
            <a:off x="179492" y="1261520"/>
            <a:ext cx="8637248" cy="1310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◎ 	주님은 당신 백성의 힘이시며, 당신 메시아에게는 구원의 요새이시다. 주님, 당신 백성을 구원하시고, 당신 재산에 강복하시며, 그들을 영원히 이끌어 주소서.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9F64F50-7957-4C51-A072-51F7DFAC0D5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998002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6512" y="1491630"/>
            <a:ext cx="9071992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200" b="1" i="0" u="none" strike="noStrike" kern="1200" cap="none" spc="15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입 당</a:t>
            </a:r>
            <a:endParaRPr kumimoji="0" lang="en-US" altLang="ko-KR" sz="5200" b="1" i="0" u="none" strike="noStrike" kern="1200" cap="none" spc="15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800" b="1" i="0" u="none" strike="noStrike" kern="1200" cap="none" spc="1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1</a:t>
            </a:r>
            <a:endParaRPr kumimoji="0" lang="en-US" altLang="ko-KR" sz="4800" b="1" i="0" u="none" strike="noStrike" kern="1200" cap="none" spc="15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76640453"/>
      </p:ext>
    </p:extLst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입당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1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나는 믿나이다</a:t>
            </a:r>
            <a:endParaRPr kumimoji="0" lang="en-US" sz="2800" b="1" i="0" u="none" strike="noStrike" kern="1200" cap="none" spc="3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7D5D644-C50D-498F-902A-49D3A3EA08F8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31070F-57CC-E207-63ED-626EA8031E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8" y="523220"/>
            <a:ext cx="9076606" cy="406475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입당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1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나는 믿나이다</a:t>
            </a:r>
            <a:endParaRPr kumimoji="0" lang="en-US" sz="2800" b="1" i="0" u="none" strike="noStrike" kern="1200" cap="none" spc="3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7D5D644-C50D-498F-902A-49D3A3EA08F8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9171EA-C7C5-749D-BBEC-278DE910A3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3220"/>
            <a:ext cx="9108504" cy="392073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입당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1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나는 믿나이다</a:t>
            </a:r>
            <a:endParaRPr kumimoji="0" lang="en-US" sz="2800" b="1" i="0" u="none" strike="noStrike" kern="1200" cap="none" spc="3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7D5D644-C50D-498F-902A-49D3A3EA08F8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C3F163-3960-B8E5-9C76-B6E20CB9E5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9382"/>
            <a:ext cx="9108504" cy="393457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1014778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1" name="Text Box 9"/>
          <p:cNvSpPr txBox="1">
            <a:spLocks noChangeArrowheads="1"/>
          </p:cNvSpPr>
          <p:nvPr/>
        </p:nvSpPr>
        <p:spPr bwMode="auto">
          <a:xfrm>
            <a:off x="1259632" y="843558"/>
            <a:ext cx="6696744" cy="3908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   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성부와 성자와 성령의 이름으로</a:t>
            </a:r>
            <a:endParaRPr lang="en-AU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endParaRPr lang="en-US" altLang="ko-KR" sz="12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600"/>
              </a:spcAft>
            </a:pPr>
            <a:r>
              <a:rPr lang="en-US" altLang="ko-KR" sz="3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 </a:t>
            </a:r>
            <a:r>
              <a:rPr lang="ko-KR" altLang="en-US" sz="38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아멘</a:t>
            </a:r>
            <a:endParaRPr lang="en-AU" altLang="ko-KR" sz="3800" b="1" spc="3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endParaRPr lang="en-US" altLang="ko-KR" sz="32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600"/>
              </a:spcAft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   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r>
              <a:rPr 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 </a:t>
            </a:r>
          </a:p>
          <a:p>
            <a:endParaRPr lang="en-AU" sz="12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en-US" altLang="ko-KR" sz="3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 </a:t>
            </a:r>
            <a:r>
              <a:rPr lang="ko-KR" altLang="en-US" sz="38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 함께</a:t>
            </a:r>
            <a:endParaRPr lang="en-AU" sz="3800" b="1" spc="3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endParaRPr lang="en-US" sz="38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1E06C859-AB35-A6D5-D640-1A48A346EEC0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40567919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844739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21" y="8"/>
            <a:ext cx="9137984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520148" y="3913492"/>
            <a:ext cx="2103555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84"/>
            <a:r>
              <a:rPr sz="3200" i="1" dirty="0">
                <a:solidFill>
                  <a:srgbClr val="231F20"/>
                </a:solidFill>
                <a:latin typeface="Lucida Calligraphy"/>
                <a:cs typeface="Lucida Calligraphy"/>
              </a:rPr>
              <a:t>Greeting</a:t>
            </a:r>
            <a:endParaRPr sz="3200" dirty="0">
              <a:latin typeface="Lucida Calligraphy"/>
              <a:cs typeface="Lucida Calligraphy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864418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3067293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-20538"/>
            <a:ext cx="9108504" cy="4806372"/>
          </a:xfrm>
          <a:prstGeom prst="rect">
            <a:avLst/>
          </a:prstGeom>
          <a:noFill/>
        </p:spPr>
        <p:txBody>
          <a:bodyPr wrap="square" lIns="91434" tIns="45716" rIns="91434" bIns="45716" rtlCol="0" anchor="ctr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† 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전능하신 하느님과 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75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형제들에게 고백하오니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생각과 말과 행위로 죄를 많이 지었으며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자주 의무를 소홀히 하였나이다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l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-300" normalizeH="0" baseline="0" noProof="0" dirty="0">
                <a:ln>
                  <a:noFill/>
                </a:ln>
                <a:solidFill>
                  <a:srgbClr val="1F497D">
                    <a:lumMod val="40000"/>
                    <a:lumOff val="6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&lt;</a:t>
            </a:r>
            <a:r>
              <a:rPr kumimoji="0" lang="ko-KR" altLang="en-US" sz="1800" b="1" i="0" u="none" strike="noStrike" kern="1200" cap="none" spc="-300" normalizeH="0" baseline="0" noProof="0" dirty="0">
                <a:ln>
                  <a:noFill/>
                </a:ln>
                <a:solidFill>
                  <a:srgbClr val="1F497D">
                    <a:lumMod val="40000"/>
                    <a:lumOff val="6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가슴을  치며</a:t>
            </a:r>
            <a:r>
              <a:rPr kumimoji="0" lang="en-US" altLang="ko-KR" sz="1800" b="1" i="0" u="none" strike="noStrike" kern="1200" cap="none" spc="-300" normalizeH="0" baseline="0" noProof="0" dirty="0">
                <a:ln>
                  <a:noFill/>
                </a:ln>
                <a:solidFill>
                  <a:srgbClr val="1F497D">
                    <a:lumMod val="40000"/>
                    <a:lumOff val="6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&gt;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40000"/>
                    <a:lumOff val="6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 </a:t>
            </a:r>
            <a:r>
              <a:rPr kumimoji="0" lang="ko-KR" altLang="en-US" sz="3200" b="1" i="0" u="sng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제 탓이요</a:t>
            </a:r>
            <a:r>
              <a:rPr kumimoji="0" lang="en-US" sz="3200" b="1" i="0" u="sng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200" b="1" i="0" u="sng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제 탓이요</a:t>
            </a:r>
            <a:r>
              <a:rPr kumimoji="0" lang="en-US" sz="3200" b="1" i="0" u="sng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200" b="1" i="0" u="sng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저의 큰 탓이옵니다</a:t>
            </a:r>
            <a:endParaRPr kumimoji="0" lang="en-US" sz="3200" b="1" i="0" u="none" strike="noStrike" kern="1200" cap="none" spc="-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그러므로 간절히 바라오니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평생 동정이신 성모 마리아와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모든 천사와 성인과 형제들은 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저를 위하여 하느님께 빌어주소서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="" xmlns:a16="http://schemas.microsoft.com/office/drawing/2014/main" id="{46F17F0B-9570-4BE5-A125-85B2AE51E472}"/>
              </a:ext>
            </a:extLst>
          </p:cNvPr>
          <p:cNvSpPr/>
          <p:nvPr/>
        </p:nvSpPr>
        <p:spPr>
          <a:xfrm>
            <a:off x="7092280" y="0"/>
            <a:ext cx="21602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PENITENTIAL RITE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DABAC996-AA42-4F21-942B-574FBF1BFFE3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6150073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717049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841" y="411510"/>
            <a:ext cx="8653675" cy="3804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971600" y="2715766"/>
            <a:ext cx="770485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주님      자비를    자  비를 베푸소   서</a:t>
            </a:r>
            <a:endParaRPr kumimoji="0" lang="en-US" sz="35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75656" y="1215211"/>
            <a:ext cx="7560840" cy="492443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님       자비를      자   비를   베푸 소     서</a:t>
            </a:r>
            <a:endParaRPr kumimoji="0" lang="en-US" sz="32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5576" y="4227934"/>
            <a:ext cx="7992888" cy="492443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그</a:t>
            </a:r>
            <a:r>
              <a:rPr kumimoji="0" lang="ko-KR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리</a:t>
            </a:r>
            <a:r>
              <a:rPr kumimoji="0" lang="ko-KR" altLang="en-US" sz="24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스</a:t>
            </a:r>
            <a:r>
              <a:rPr kumimoji="0" lang="ko-KR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도님   자비를       자   비를   베푸 소  </a:t>
            </a:r>
            <a:r>
              <a:rPr kumimoji="0" lang="en-US" altLang="ko-KR" sz="25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ko-KR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서</a:t>
            </a:r>
            <a:endParaRPr kumimoji="0" lang="en-US" sz="32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11897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자비송 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="" xmlns:a16="http://schemas.microsoft.com/office/drawing/2014/main" id="{54F1C01B-BEDD-40BC-AF1C-65E4E87EC2AF}"/>
              </a:ext>
            </a:extLst>
          </p:cNvPr>
          <p:cNvSpPr/>
          <p:nvPr/>
        </p:nvSpPr>
        <p:spPr>
          <a:xfrm>
            <a:off x="8210116" y="-50155"/>
            <a:ext cx="8263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Kyrie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D42881FA-BE69-4B59-9382-5C3F35A8C04D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6280117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9" y="411510"/>
            <a:ext cx="8640959" cy="3781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54F1C01B-BEDD-40BC-AF1C-65E4E87EC2AF}"/>
              </a:ext>
            </a:extLst>
          </p:cNvPr>
          <p:cNvSpPr/>
          <p:nvPr/>
        </p:nvSpPr>
        <p:spPr>
          <a:xfrm>
            <a:off x="8210116" y="-50155"/>
            <a:ext cx="8263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Kyrie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9552" y="1206500"/>
            <a:ext cx="8280920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3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그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리</a:t>
            </a:r>
            <a:r>
              <a:rPr kumimoji="0" lang="ko-KR" altLang="en-US" sz="23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스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도님</a:t>
            </a:r>
            <a:r>
              <a:rPr kumimoji="0" lang="ko-KR" altLang="en-US" sz="35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자비를    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자  비를   베푸 소     서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7584" y="4230836"/>
            <a:ext cx="7992888" cy="53860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님      자비를    자  비를  베푸소    서</a:t>
            </a:r>
            <a:endParaRPr kumimoji="0" lang="en-US" sz="35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7584" y="2764834"/>
            <a:ext cx="8136904" cy="492443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-2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님        자비를      자    비를  베푸 소      서</a:t>
            </a:r>
            <a:endParaRPr kumimoji="0" lang="en-US" sz="3200" b="0" i="0" u="none" strike="noStrike" kern="1200" cap="none" spc="-2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8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11897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자비송 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30AC91CC-0085-4083-A3C7-789DD5EF0741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6953329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9366310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80" y="699542"/>
            <a:ext cx="9026537" cy="310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1560" y="1919903"/>
            <a:ext cx="8280920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하 늘 높 은    데 서  는      하 느 님 </a:t>
            </a:r>
            <a:r>
              <a:rPr kumimoji="0" lang="ko-KR" altLang="en-US" sz="3300" b="0" i="0" u="none" strike="noStrike" kern="1200" cap="none" spc="-300" normalizeH="0" baseline="0" noProof="0" dirty="0" err="1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께</a:t>
            </a: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영    광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503" y="3939902"/>
            <a:ext cx="8993113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땅에서는 주님께서   사랑하시 는   사 람  들  에게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0EE4789C-4C08-4E25-BDEB-07E5F628CA00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230038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9" y="699542"/>
            <a:ext cx="9026537" cy="317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11560" y="4011910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전          </a:t>
            </a: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능하신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</a:t>
            </a: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아버지     하  느    님 </a:t>
            </a:r>
            <a:endParaRPr kumimoji="0" lang="en-US" sz="3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11560" y="1923678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평 화</a:t>
            </a: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  </a:t>
            </a:r>
            <a:r>
              <a:rPr kumimoji="0" lang="ko-KR" alt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     하느님  하늘의    임  금  님</a:t>
            </a:r>
            <a:endParaRPr kumimoji="0" lang="en-US" sz="3300" b="0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C2C1DBC4-11ED-4C5E-8BF3-1993A79D7824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7105754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9" y="699542"/>
            <a:ext cx="9026537" cy="325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395535" y="4011910"/>
            <a:ext cx="8705081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주님을  흠숭 하 나이다   찬양 하  나  이   다 </a:t>
            </a:r>
            <a:endParaRPr kumimoji="0" lang="en-US" sz="3500" b="1" i="0" u="none" strike="noStrike" kern="1200" cap="none" spc="-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7544" y="1923678"/>
            <a:ext cx="8424936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2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주님을   기  리   나이다   찬미하    나  이    다 </a:t>
            </a:r>
            <a:endParaRPr kumimoji="0" lang="en-US" sz="3300" b="0" i="0" u="none" strike="noStrike" kern="1200" cap="none" spc="-2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8854EFE2-A6D9-49F1-9C61-48511C9D0573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4712557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9" y="771550"/>
            <a:ext cx="9026538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11560" y="1923678"/>
            <a:ext cx="8424936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님   영   광  크 시 오 니     감 사 하  나  이   다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552" y="3977357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외      아 들    주 예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수       </a:t>
            </a:r>
            <a:r>
              <a:rPr kumimoji="0" lang="ko-KR" altLang="en-US" sz="28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그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리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  </a:t>
            </a:r>
            <a:r>
              <a:rPr kumimoji="0" lang="en-US" altLang="ko-KR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28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스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도    님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0A04C200-E43B-42B9-9C2E-EAE5A170E9CE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7699355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" y="699542"/>
            <a:ext cx="8972550" cy="313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11"/>
          <p:cNvGrpSpPr/>
          <p:nvPr/>
        </p:nvGrpSpPr>
        <p:grpSpPr>
          <a:xfrm>
            <a:off x="539552" y="1868800"/>
            <a:ext cx="8424936" cy="2609711"/>
            <a:chOff x="539552" y="1868800"/>
            <a:chExt cx="8424936" cy="2609711"/>
          </a:xfrm>
        </p:grpSpPr>
        <p:sp>
          <p:nvSpPr>
            <p:cNvPr id="10" name="TextBox 9"/>
            <p:cNvSpPr txBox="1"/>
            <p:nvPr/>
          </p:nvSpPr>
          <p:spPr>
            <a:xfrm>
              <a:off x="539552" y="1868800"/>
              <a:ext cx="8424936" cy="53860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tIns="0" bIns="0" rtlCol="0">
              <a:spAutoFit/>
            </a:bodyPr>
            <a:lstStyle/>
            <a:p>
              <a:pPr marL="0" marR="0" lvl="0" indent="0" algn="l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33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EECE1">
                      <a:lumMod val="50000"/>
                    </a:srgbClr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주 하 느 님   성  부 의     아   드    님          </a:t>
              </a:r>
              <a:r>
                <a:rPr kumimoji="0" lang="ko-KR" altLang="en-US" sz="35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하   느</a:t>
              </a:r>
              <a:endParaRPr kumimoji="0" 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39552" y="3939902"/>
              <a:ext cx="8424936" cy="53860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tIns="0" bIns="0" rtlCol="0">
              <a:spAutoFit/>
            </a:bodyPr>
            <a:lstStyle/>
            <a:p>
              <a:pPr marL="0" marR="0" lvl="0" indent="0" algn="l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35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님  의   어  </a:t>
              </a:r>
              <a:r>
                <a:rPr kumimoji="0" lang="ko-KR" altLang="en-US" sz="30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  </a:t>
              </a:r>
              <a:r>
                <a:rPr kumimoji="0" lang="en-US" altLang="ko-KR" sz="2000" b="0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~ ~         ~          ~              ~          ~               ~        </a:t>
              </a:r>
              <a:r>
                <a:rPr kumimoji="0" lang="ko-KR" altLang="en-US" sz="35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린     양                 </a:t>
              </a:r>
              <a:endParaRPr kumimoji="0" 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endParaRPr>
            </a:p>
          </p:txBody>
        </p:sp>
      </p:grp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6987F372-2179-44EC-85D8-E7B8206417C7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4401645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49" y="771550"/>
            <a:ext cx="9005367" cy="303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504056" y="1991911"/>
            <a:ext cx="8604448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세   상의  죄  를 없  애   시 는   주   님     저희에게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552" y="3905349"/>
            <a:ext cx="8604448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자   비를  베푸소     서</a:t>
            </a:r>
            <a:r>
              <a:rPr kumimoji="0" lang="ko-KR" altLang="en-US" sz="3300" b="1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    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세   상의  죄  를 없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71F680BF-BE10-44CA-84EC-959B6DA5A41D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9316969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04" y="771550"/>
            <a:ext cx="9029700" cy="307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539552" y="1889125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애 시는 주 님   저희의  기  도를 들어주소 서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552" y="4008135"/>
            <a:ext cx="8424936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   부     오  른  편 에   </a:t>
            </a:r>
            <a:r>
              <a:rPr kumimoji="0" lang="ko-KR" altLang="en-US" sz="3300" b="0" i="0" u="none" strike="noStrike" kern="1200" cap="none" spc="-300" normalizeH="0" baseline="0" noProof="0" dirty="0" err="1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앉</a:t>
            </a: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아    계   신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</a:t>
            </a: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  님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B281521F-3CE3-4797-983D-13A0C3262BC5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4878089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" y="771550"/>
            <a:ext cx="9010650" cy="314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539552" y="1851670"/>
            <a:ext cx="8424936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저 희 에 게     자    비  를    베 푸 소       서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552" y="3977357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홀   로     거   룩 </a:t>
            </a:r>
            <a:r>
              <a:rPr kumimoji="0" lang="ko-KR" altLang="en-US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하   시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고            홀   로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875820F-C047-4D1D-99FE-4DADB98022FF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5840130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" y="699542"/>
            <a:ext cx="9086850" cy="334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467544" y="4083918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예  수   </a:t>
            </a:r>
            <a:r>
              <a:rPr kumimoji="0" lang="ko-KR" altLang="en-US" sz="26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그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리</a:t>
            </a:r>
            <a:r>
              <a:rPr kumimoji="0" lang="ko-KR" altLang="en-US" sz="26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스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도님   성            령  과      함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께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7544" y="1940808"/>
            <a:ext cx="867645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  님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이    시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며            홀   로     높   으 신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0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553214D-94EB-485C-BC4C-2C7E1B2657A7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5103856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" y="679301"/>
            <a:ext cx="9024417" cy="347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7544" y="1889125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아버지     하   </a:t>
            </a:r>
            <a:r>
              <a:rPr kumimoji="0" lang="ko-KR" altLang="en-US" sz="3500" b="1" i="0" u="none" strike="noStrike" kern="1200" cap="none" spc="-30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느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님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의      </a:t>
            </a:r>
            <a:r>
              <a:rPr kumimoji="0" lang="ko-KR" altLang="en-US" sz="3500" b="1" i="0" u="none" strike="noStrike" kern="1200" cap="none" spc="-4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영    광     안     에</a:t>
            </a:r>
            <a:endParaRPr kumimoji="0" lang="en-US" sz="3500" b="1" i="0" u="none" strike="noStrike" kern="1200" cap="none" spc="-4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7544" y="4193381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계    시</a:t>
            </a:r>
            <a:r>
              <a:rPr kumimoji="0" lang="ko-KR" altLang="en-US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나   이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다             아            멘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9E3A592F-0F4A-4C93-BAB6-3D02179AE83E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42540167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7574762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2E6C414F-18E2-4F48-B39D-795A11AE6CDD}"/>
              </a:ext>
            </a:extLst>
          </p:cNvPr>
          <p:cNvSpPr/>
          <p:nvPr/>
        </p:nvSpPr>
        <p:spPr>
          <a:xfrm>
            <a:off x="6338855" y="19814"/>
            <a:ext cx="270125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The Liturgy of the Word</a:t>
            </a:r>
          </a:p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First Reading</a:t>
            </a:r>
          </a:p>
        </p:txBody>
      </p:sp>
      <p:sp>
        <p:nvSpPr>
          <p:cNvPr id="10" name="object 3"/>
          <p:cNvSpPr txBox="1">
            <a:spLocks noGrp="1"/>
          </p:cNvSpPr>
          <p:nvPr>
            <p:ph type="title"/>
          </p:nvPr>
        </p:nvSpPr>
        <p:spPr>
          <a:xfrm>
            <a:off x="933313" y="987574"/>
            <a:ext cx="7311095" cy="12700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제 </a:t>
            </a:r>
            <a:r>
              <a:rPr lang="en-US" altLang="ko-KR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1 </a:t>
            </a: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독서</a:t>
            </a:r>
            <a:r>
              <a:rPr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200" spc="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예레미야서의 말씀입니다</a:t>
            </a:r>
            <a:r>
              <a:rPr lang="en-US" altLang="ko-KR" sz="3200" spc="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endParaRPr sz="3200" spc="78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1FE7A2D-6E85-173A-9162-61B4C6ADC665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79512" y="10568"/>
            <a:ext cx="8856984" cy="46494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예레미야가 말하였다.</a:t>
            </a:r>
          </a:p>
          <a:p>
            <a:pPr defTabSz="914400"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10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“군중이 수군대는 소리가 들립니다.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‘저기 마고르 미싸빕이 지나간다! 그를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고발하여라. 우리도 그를 고발하겠다.’ 가까운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친구들마저 모두 제가 쓰러지기만 기다리고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있습니다. ‘그가 속아 넘어가고 우리가 그보다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우세하여 그에게 복수할 수 있을지도 모른다.’</a:t>
            </a:r>
          </a:p>
          <a:p>
            <a:pPr defTabSz="914400"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11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그러나 주님께서 힘센 용사처럼 제 곁에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계시니 저를 박해하는 자들이 비틀거리고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F85566B-944E-78D9-90ED-0CF65E11E870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3281120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79512" y="51470"/>
            <a:ext cx="8856984" cy="46494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우세하지 못하리이다. 그들은 성공하지 못하여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크게 부끄러운 일을 당하고 그들의 수치는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영원히 잊히지 않으리이다.</a:t>
            </a:r>
          </a:p>
          <a:p>
            <a:pPr defTabSz="914400"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12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의로운 이를 시험하시고 마음과 속을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꿰뚫어 보시는 만군의 주님 당신께 제 송사를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맡겨 드렸으니 당신께서 저들에게 복수하시는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것을 보게 해 주소서.</a:t>
            </a:r>
          </a:p>
          <a:p>
            <a:pPr defTabSz="914400"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13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주님께 노래 불러라! 주님을 찬양하여라!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그분께서 가난한 이들의 목숨을 악인들의 손에서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F85566B-944E-78D9-90ED-0CF65E11E870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076000119"/>
      </p:ext>
    </p:extLst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object 3"/>
          <p:cNvSpPr txBox="1">
            <a:spLocks/>
          </p:cNvSpPr>
          <p:nvPr/>
        </p:nvSpPr>
        <p:spPr>
          <a:xfrm>
            <a:off x="179512" y="51470"/>
            <a:ext cx="8928992" cy="3726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자들까지도 죽음이 지배하였습니다. 아담은 장차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오실 분의 예형입니다.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15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그렇지만 은사의 경우는 범죄의 경우와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다릅니다. 사실 그 한 사람의 범죄로 많은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사람이 죽었지만, 하느님의 은총과 예수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그리스도 한 사람의 은혜로운 선물은 많은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사람에게 충만히 내렸습니다.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1398046-AE45-B49F-564D-3C1EFD3D5441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757476224"/>
      </p:ext>
    </p:extLst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object 3">
            <a:extLst>
              <a:ext uri="{FF2B5EF4-FFF2-40B4-BE49-F238E27FC236}">
                <a16:creationId xmlns="" xmlns:a16="http://schemas.microsoft.com/office/drawing/2014/main" id="{E41B86AD-665A-50DD-8DF6-B91BB4908BC9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344816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 답 송   시편 69(68)</a:t>
            </a:r>
            <a:endParaRPr kumimoji="0" lang="ko-KR" altLang="en-US" sz="2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7DAC4F81-59A4-178C-C8E2-CD2C45116914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dotum" panose="020B0600000101010101" pitchFamily="50" charset="-127"/>
                <a:ea typeface="dotum" panose="020B0600000101010101" pitchFamily="50" charset="-127"/>
                <a:cs typeface="+mn-cs"/>
              </a:rPr>
              <a:t>Responsorial Psalm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93DB0FDA-8A24-E7A6-74B2-97CDE3EDB122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893632"/>
            <a:ext cx="6912768" cy="17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31640" y="2715766"/>
            <a:ext cx="7713746" cy="1728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3"/>
          <p:cNvSpPr txBox="1">
            <a:spLocks/>
          </p:cNvSpPr>
          <p:nvPr/>
        </p:nvSpPr>
        <p:spPr>
          <a:xfrm>
            <a:off x="179512" y="1059582"/>
            <a:ext cx="8784976" cy="21010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0" indent="-715963" defTabSz="914400">
              <a:lnSpc>
                <a:spcPct val="110000"/>
              </a:lnSpc>
              <a:spcAft>
                <a:spcPts val="1800"/>
              </a:spcAft>
              <a:tabLst>
                <a:tab pos="398463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	당신 때문에 제가 모욕을 당하고, 제 얼굴이 수치로 뒤덮였나이다. 저는 제 형제들에게 낯선 사람이 되었고, 제 친형제들에게 이방인이 되었나이다. 당신의 집을 향한 열정이 저를 불태우고, 당신을 욕하는 자들의 욕이 저에게 떨어졌나이다. ◎</a:t>
            </a:r>
            <a:endParaRPr lang="en-US" altLang="ko-KR" sz="3200" b="1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756084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화 답 송   시편 69(68)</a:t>
            </a:r>
            <a:endParaRPr kumimoji="0" lang="ko-KR" altLang="en-US" sz="2300" i="0" u="none" strike="noStrike" kern="0" cap="none" spc="100" normalizeH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chemeClr val="accent2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F8B2C58-5C76-5761-5958-79D4735498C9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94780995"/>
      </p:ext>
    </p:extLst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object 3">
            <a:extLst>
              <a:ext uri="{FF2B5EF4-FFF2-40B4-BE49-F238E27FC236}">
                <a16:creationId xmlns="" xmlns:a16="http://schemas.microsoft.com/office/drawing/2014/main" id="{E41B86AD-665A-50DD-8DF6-B91BB4908BC9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344816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 답 송   시편 69(68)</a:t>
            </a:r>
            <a:endParaRPr kumimoji="0" lang="ko-KR" altLang="en-US" sz="2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7DAC4F81-59A4-178C-C8E2-CD2C45116914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dotum" panose="020B0600000101010101" pitchFamily="50" charset="-127"/>
                <a:ea typeface="dotum" panose="020B0600000101010101" pitchFamily="50" charset="-127"/>
                <a:cs typeface="+mn-cs"/>
              </a:rPr>
              <a:t>Responsorial Psalm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93DB0FDA-8A24-E7A6-74B2-97CDE3EDB122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893632"/>
            <a:ext cx="6912768" cy="17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31640" y="2715766"/>
            <a:ext cx="7713746" cy="1728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3"/>
          <p:cNvSpPr txBox="1">
            <a:spLocks/>
          </p:cNvSpPr>
          <p:nvPr/>
        </p:nvSpPr>
        <p:spPr>
          <a:xfrm>
            <a:off x="179512" y="1059582"/>
            <a:ext cx="8784976" cy="15593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0" indent="-715963" defTabSz="914400">
              <a:lnSpc>
                <a:spcPct val="110000"/>
              </a:lnSpc>
              <a:spcAft>
                <a:spcPts val="1800"/>
              </a:spcAft>
              <a:tabLst>
                <a:tab pos="398463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	주님, 저의 기도가 당신께 다다르게 하소서. 은총의 때이옵니다. 하느님, 당신의 크신 자애로 제게 응답하소서. 당신은 참된 구원이시옵니다. 주님, 너그러우신 자애로 저에게 응답하소서. 당신의 크신 자비로 저를 돌아보소서. ◎</a:t>
            </a: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756084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화 답 송   시편 69(68)</a:t>
            </a:r>
            <a:endParaRPr kumimoji="0" lang="ko-KR" altLang="en-US" sz="2300" i="0" u="none" strike="noStrike" kern="0" cap="none" spc="100" normalizeH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chemeClr val="accent2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F8B2C58-5C76-5761-5958-79D4735498C9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4852181"/>
      </p:ext>
    </p:extLst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object 3">
            <a:extLst>
              <a:ext uri="{FF2B5EF4-FFF2-40B4-BE49-F238E27FC236}">
                <a16:creationId xmlns="" xmlns:a16="http://schemas.microsoft.com/office/drawing/2014/main" id="{E41B86AD-665A-50DD-8DF6-B91BB4908BC9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344816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 답 송   시편 69(68)</a:t>
            </a:r>
            <a:endParaRPr kumimoji="0" lang="ko-KR" altLang="en-US" sz="2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7DAC4F81-59A4-178C-C8E2-CD2C45116914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dotum" panose="020B0600000101010101" pitchFamily="50" charset="-127"/>
                <a:ea typeface="dotum" panose="020B0600000101010101" pitchFamily="50" charset="-127"/>
                <a:cs typeface="+mn-cs"/>
              </a:rPr>
              <a:t>Responsorial Psalm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93DB0FDA-8A24-E7A6-74B2-97CDE3EDB122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893632"/>
            <a:ext cx="6912768" cy="17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31640" y="2715766"/>
            <a:ext cx="7713746" cy="1728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3"/>
          <p:cNvSpPr txBox="1">
            <a:spLocks/>
          </p:cNvSpPr>
          <p:nvPr/>
        </p:nvSpPr>
        <p:spPr>
          <a:xfrm>
            <a:off x="179512" y="1059582"/>
            <a:ext cx="8784976" cy="21010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0" indent="-715963" defTabSz="914400">
              <a:lnSpc>
                <a:spcPct val="110000"/>
              </a:lnSpc>
              <a:spcAft>
                <a:spcPts val="1800"/>
              </a:spcAft>
              <a:tabLst>
                <a:tab pos="398463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	가난한 이들아, 보고 즐거워하여라. 하느님 찾는 이들아, 너희 마음에 생기를 돋우어라. 주님은 불쌍한 이의 간청을 들어 주시고, 사로잡힌 당신 백성을 멸시하지 않으신다. 주님을 찬양하여라, 하늘과 땅아, 바다와 그 안에 사는 모든 것들아. ◎</a:t>
            </a: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756084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화 답 송   시편 69(68)</a:t>
            </a:r>
            <a:endParaRPr kumimoji="0" lang="ko-KR" altLang="en-US" sz="2300" i="0" u="none" strike="noStrike" kern="0" cap="none" spc="100" normalizeH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chemeClr val="accent2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F8B2C58-5C76-5761-5958-79D4735498C9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90767200"/>
      </p:ext>
    </p:extLst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object 3">
            <a:extLst>
              <a:ext uri="{FF2B5EF4-FFF2-40B4-BE49-F238E27FC236}">
                <a16:creationId xmlns="" xmlns:a16="http://schemas.microsoft.com/office/drawing/2014/main" id="{E41B86AD-665A-50DD-8DF6-B91BB4908BC9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344816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 답 송   시편 69(68)</a:t>
            </a:r>
            <a:endParaRPr kumimoji="0" lang="ko-KR" altLang="en-US" sz="2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7DAC4F81-59A4-178C-C8E2-CD2C45116914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dotum" panose="020B0600000101010101" pitchFamily="50" charset="-127"/>
                <a:ea typeface="dotum" panose="020B0600000101010101" pitchFamily="50" charset="-127"/>
                <a:cs typeface="+mn-cs"/>
              </a:rPr>
              <a:t>Responsorial Psalm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93DB0FDA-8A24-E7A6-74B2-97CDE3EDB122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893632"/>
            <a:ext cx="6912768" cy="17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31640" y="2715766"/>
            <a:ext cx="7713746" cy="1728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2E6C414F-18E2-4F48-B39D-795A11AE6CDD}"/>
              </a:ext>
            </a:extLst>
          </p:cNvPr>
          <p:cNvSpPr/>
          <p:nvPr/>
        </p:nvSpPr>
        <p:spPr>
          <a:xfrm>
            <a:off x="6338855" y="19814"/>
            <a:ext cx="270125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The Liturgy of the Word</a:t>
            </a:r>
          </a:p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Second Reading</a:t>
            </a:r>
          </a:p>
        </p:txBody>
      </p:sp>
      <p:sp>
        <p:nvSpPr>
          <p:cNvPr id="10" name="object 3"/>
          <p:cNvSpPr txBox="1">
            <a:spLocks noGrp="1"/>
          </p:cNvSpPr>
          <p:nvPr>
            <p:ph type="title"/>
          </p:nvPr>
        </p:nvSpPr>
        <p:spPr>
          <a:xfrm>
            <a:off x="836821" y="898723"/>
            <a:ext cx="8199675" cy="12700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제 </a:t>
            </a:r>
            <a:r>
              <a:rPr lang="en-US" altLang="ko-KR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2 </a:t>
            </a: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독서</a:t>
            </a:r>
            <a:r>
              <a:rPr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사도 바오로의 로마서 말씀입니다.</a:t>
            </a:r>
            <a:r>
              <a:rPr lang="en-US" altLang="ko-KR" sz="3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r>
              <a:rPr lang="ko-KR" altLang="en-US" sz="3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r>
              <a:rPr lang="en-US" altLang="ko-KR" sz="3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endParaRPr sz="3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6AB4F52-F9F3-2542-300A-B25E6C39DF8B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79512" y="51470"/>
            <a:ext cx="8928992" cy="3726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형제 여러분, </a:t>
            </a: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12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한 사람을 통하여 죄가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세상에 들어왔고 죄를 통하여 죽음이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들어왔듯이, 또한 이렇게 모두 죄를 지었으므로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모든 사람에게 죽음이 미치게 되었습니다.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13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사실 율법이 있기 전에도 세상에 죄가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있었지만, 율법이 없어서 죄가 죄로 헤아려지지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않았습니다.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14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그러나 아담부터 모세까지는, 아담의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범죄와 같은 방식으로 죄를 짓지 않은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1398046-AE45-B49F-564D-3C1EFD3D5441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78948583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/>
          </p:cNvSpPr>
          <p:nvPr/>
        </p:nvSpPr>
        <p:spPr>
          <a:xfrm>
            <a:off x="395536" y="1248311"/>
            <a:ext cx="5421432" cy="13234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lvl="0" defTabSz="914400">
              <a:lnSpc>
                <a:spcPct val="110000"/>
              </a:lnSpc>
              <a:spcAft>
                <a:spcPts val="2400"/>
              </a:spcAft>
            </a:pPr>
            <a: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주님의 말씀입니다</a:t>
            </a:r>
            <a:r>
              <a:rPr lang="en-US" altLang="ko-KR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</a:p>
          <a:p>
            <a:pPr marL="9938"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 하느님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,</a:t>
            </a: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 감사합니다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altLang="ko-KR" sz="3200" b="1" spc="-100" dirty="0">
              <a:solidFill>
                <a:schemeClr val="bg1"/>
              </a:solidFill>
              <a:latin typeface="Batang" pitchFamily="18" charset="-127"/>
              <a:ea typeface="Batang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ECED1E6-89A8-EC06-F6EC-0391DC3C42B6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84285099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18761654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09F1B7D1-ED9E-48F2-98A0-A66CD7A16038}"/>
              </a:ext>
            </a:extLst>
          </p:cNvPr>
          <p:cNvSpPr/>
          <p:nvPr/>
        </p:nvSpPr>
        <p:spPr>
          <a:xfrm>
            <a:off x="467544" y="990125"/>
            <a:ext cx="8496944" cy="3223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8650" indent="-62865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lang="ko-KR" altLang="en-US" sz="3600" b="1" spc="300" dirty="0">
                <a:solidFill>
                  <a:schemeClr val="bg2">
                    <a:lumMod val="75000"/>
                  </a:schemeClr>
                </a:solidFill>
                <a:latin typeface="대한" pitchFamily="50" charset="-127"/>
                <a:ea typeface="대한" pitchFamily="50" charset="-127"/>
              </a:rPr>
              <a:t>◎</a:t>
            </a:r>
            <a:r>
              <a:rPr lang="ko-KR" altLang="en-US" sz="2400" b="1" spc="300" dirty="0">
                <a:solidFill>
                  <a:schemeClr val="bg2">
                    <a:lumMod val="75000"/>
                  </a:schemeClr>
                </a:solidFill>
                <a:latin typeface="대한" pitchFamily="50" charset="-127"/>
                <a:ea typeface="대한" pitchFamily="50" charset="-127"/>
              </a:rPr>
              <a:t> </a:t>
            </a:r>
            <a:r>
              <a:rPr lang="ko-KR" altLang="en-US" sz="3600" b="1" dirty="0">
                <a:solidFill>
                  <a:schemeClr val="bg2">
                    <a:lumMod val="75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알렐루야</a:t>
            </a:r>
            <a:r>
              <a:rPr lang="en-US" altLang="ko-KR" sz="3600" b="1" dirty="0">
                <a:solidFill>
                  <a:schemeClr val="bg2">
                    <a:lumMod val="75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AU" altLang="ko-KR" sz="3600" b="1" dirty="0">
              <a:solidFill>
                <a:schemeClr val="bg2">
                  <a:lumMod val="75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marL="628650" indent="-628650" defTabSz="914400" fontAlgn="base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tabLst>
                <a:tab pos="719138" algn="l"/>
              </a:tabLst>
            </a:pPr>
            <a:r>
              <a:rPr lang="en-US" altLang="ko-KR" sz="3200" b="1" dirty="0">
                <a:solidFill>
                  <a:schemeClr val="bg1"/>
                </a:solidFill>
                <a:latin typeface="대한" pitchFamily="50" charset="-127"/>
                <a:ea typeface="대한" pitchFamily="50" charset="-127"/>
              </a:rPr>
              <a:t>○ 	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주님이 말씀하신다. 진리의 영이 나를 증언하시고 너희도 나를 증언하리라.</a:t>
            </a:r>
          </a:p>
          <a:p>
            <a:pPr marL="628650" indent="-628650" defTabSz="914400" fontAlgn="base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tabLst>
                <a:tab pos="719138" algn="l"/>
              </a:tabLst>
            </a:pPr>
            <a:r>
              <a:rPr lang="ko-KR" altLang="en-US" sz="3600" b="1" spc="300" dirty="0">
                <a:solidFill>
                  <a:schemeClr val="bg2">
                    <a:lumMod val="75000"/>
                  </a:schemeClr>
                </a:solidFill>
                <a:latin typeface="대한" pitchFamily="50" charset="-127"/>
                <a:ea typeface="대한" pitchFamily="50" charset="-127"/>
              </a:rPr>
              <a:t>◎ </a:t>
            </a:r>
            <a:r>
              <a:rPr lang="ko-KR" altLang="en-US" sz="3600" b="1" dirty="0">
                <a:solidFill>
                  <a:schemeClr val="bg2">
                    <a:lumMod val="75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알렐루야</a:t>
            </a:r>
            <a:r>
              <a:rPr lang="en-US" altLang="ko-KR" sz="3600" b="1" dirty="0">
                <a:solidFill>
                  <a:schemeClr val="bg2">
                    <a:lumMod val="75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AU" altLang="ko-KR" sz="3600" b="1" spc="3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BA011866-7B88-4DA6-AFBF-292C0A0227E3}"/>
              </a:ext>
            </a:extLst>
          </p:cNvPr>
          <p:cNvSpPr/>
          <p:nvPr/>
        </p:nvSpPr>
        <p:spPr>
          <a:xfrm>
            <a:off x="7812360" y="51470"/>
            <a:ext cx="129614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>
                <a:solidFill>
                  <a:schemeClr val="accent2"/>
                </a:solidFill>
                <a:ea typeface="dotum" panose="020B0600000101010101" pitchFamily="50" charset="-127"/>
              </a:rPr>
              <a:t>ALLELUIA 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07505" y="-56310"/>
            <a:ext cx="1800200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kern="0" spc="-11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복음 환호</a:t>
            </a:r>
            <a:r>
              <a:rPr kumimoji="0" lang="ko-KR" altLang="en-US" sz="24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송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82F2A510-7ED5-A4CF-7469-985B6B9849EE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061078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335095316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1520" y="51470"/>
            <a:ext cx="1063304" cy="6381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9938">
              <a:lnSpc>
                <a:spcPct val="150000"/>
              </a:lnSpc>
              <a:defRPr/>
            </a:pPr>
            <a:r>
              <a:rPr lang="ko-KR" altLang="en-US" sz="2800" kern="0" spc="78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Malgun Gothic"/>
              </a:rPr>
              <a:t>복 음</a:t>
            </a:r>
            <a:endParaRPr lang="en-US" altLang="ko-KR" sz="2800" kern="0" spc="78" dirty="0">
              <a:solidFill>
                <a:schemeClr val="tx1">
                  <a:lumMod val="75000"/>
                  <a:lumOff val="25000"/>
                </a:schemeClr>
              </a:solidFill>
              <a:latin typeface="궁서" pitchFamily="18" charset="-127"/>
              <a:ea typeface="궁서" pitchFamily="18" charset="-127"/>
              <a:cs typeface="Malgun Gothic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3F1A5630-FC74-4BD2-B1C5-E128C99C8C35}"/>
              </a:ext>
            </a:extLst>
          </p:cNvPr>
          <p:cNvSpPr/>
          <p:nvPr/>
        </p:nvSpPr>
        <p:spPr>
          <a:xfrm>
            <a:off x="8023077" y="91193"/>
            <a:ext cx="10134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  <a:ea typeface="dotum" panose="020B0600000101010101" pitchFamily="50" charset="-127"/>
              </a:rPr>
              <a:t>GOSPEL</a:t>
            </a:r>
            <a:endParaRPr lang="en-AU" sz="2000" dirty="0">
              <a:solidFill>
                <a:schemeClr val="accent2"/>
              </a:solidFill>
              <a:ea typeface="dotum" panose="020B0600000101010101" pitchFamily="50" charset="-127"/>
            </a:endParaRP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35496" y="915566"/>
            <a:ext cx="9073008" cy="36625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r>
              <a:rPr lang="en-US" sz="3600" b="1" dirty="0">
                <a:solidFill>
                  <a:schemeClr val="bg2">
                    <a:lumMod val="25000"/>
                  </a:schemeClr>
                </a:solidFill>
                <a:latin typeface="바탕" pitchFamily="18" charset="-127"/>
                <a:ea typeface="바탕" pitchFamily="18" charset="-127"/>
              </a:rPr>
              <a:t> </a:t>
            </a:r>
          </a:p>
          <a:p>
            <a:pPr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 함께</a:t>
            </a:r>
            <a:r>
              <a:rPr lang="en-US" sz="44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</a:p>
          <a:p>
            <a:pPr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marL="9938" algn="ctr">
              <a:lnSpc>
                <a:spcPct val="150000"/>
              </a:lnSpc>
              <a:defRPr/>
            </a:pPr>
            <a:r>
              <a:rPr lang="ko-KR" altLang="en-US" sz="3600" b="1" kern="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  <a:cs typeface="Malgun Gothic"/>
              </a:rPr>
              <a:t>마태오가 전한 거룩한 복음입니다.</a:t>
            </a:r>
          </a:p>
          <a:p>
            <a:pPr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 영광 받으소서</a:t>
            </a:r>
            <a:r>
              <a:rPr 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sz="4400" b="1" spc="300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 </a:t>
            </a:r>
            <a:endParaRPr lang="ko-KR" altLang="en-US" sz="4000" b="1" kern="0" spc="300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  <a:cs typeface="Malgun 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F9C1DA0-48E4-0A3D-200E-82D73AC8FE16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51470"/>
            <a:ext cx="8928992" cy="48094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그때에 예수님께서 사도들에게 말씀하셨다.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“너희는 사람들을 </a:t>
            </a: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26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두려워하지 마라.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숨겨진 것은 드러나기 마련이고 감추어진 것은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알려지기 마련이다.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27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내가 너희에게 어두운 데에서 말하는 것을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너희는 밝은 데에서 말하여라. 너희가 귓속말로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들은 것을 지붕 위에서 선포하여라.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28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육신은 죽여도 영혼은 죽이지 못하는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자들을 두려워하지 마라. 오히려 영혼도 육신도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6AD1AEC-E270-D57F-6525-3917C64926A8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8035870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51470"/>
            <a:ext cx="8928992" cy="48094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지옥에서 멸망시키실 수 있는 분을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두려워하여라.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29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참새 두 마리가 한 닢에 팔리지 않느냐?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그러나 그 가운데 한 마리도 너희 아버지의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허락 없이는 땅에 떨어지지 않는다.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30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그분께서는 너희의 머리카락까지 다 세어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두셨다.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31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그러니 두려워하지 마라. 너희는 수많은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참새보다 더 귀하다.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6AD1AEC-E270-D57F-6525-3917C64926A8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2994013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6AD1AEC-E270-D57F-6525-3917C64926A8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01FBAA5B-429A-AC19-8372-13816AAECB75}"/>
              </a:ext>
            </a:extLst>
          </p:cNvPr>
          <p:cNvSpPr txBox="1"/>
          <p:nvPr/>
        </p:nvSpPr>
        <p:spPr>
          <a:xfrm>
            <a:off x="395536" y="1248311"/>
            <a:ext cx="5421432" cy="1323439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>
              <a:lnSpc>
                <a:spcPct val="120000"/>
              </a:lnSpc>
              <a:spcAft>
                <a:spcPts val="3600"/>
              </a:spcAft>
            </a:pPr>
            <a: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주님의 말씀입니다</a:t>
            </a:r>
            <a:r>
              <a:rPr lang="en-US" altLang="ko-KR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 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 그리스도님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,</a:t>
            </a: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 찬미합니다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AU" sz="3200" b="1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45740844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339939245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408318"/>
            <a:ext cx="9112468" cy="4539696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altLang="ko-KR" sz="28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8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한 분이신 하느님을</a:t>
            </a:r>
            <a:endParaRPr lang="en-AU" altLang="ko-KR" sz="28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spcAft>
                <a:spcPts val="1200"/>
              </a:spcAft>
            </a:pPr>
            <a:r>
              <a:rPr lang="ko-KR" altLang="en-US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저는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전능하신 아버지</a:t>
            </a:r>
            <a:endParaRPr lang="en-US" altLang="ko-KR" sz="3300" b="1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spcAft>
                <a:spcPts val="1200"/>
              </a:spcAft>
            </a:pP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하늘과 땅과 유형무형한 만물의 창조주를 믿나이다</a:t>
            </a:r>
            <a:r>
              <a:rPr lang="en-US" altLang="ko-KR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한 분이신 주 예수 그리스도</a:t>
            </a:r>
            <a:r>
              <a:rPr lang="en-US" altLang="ko-KR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하느님의 외아들</a:t>
            </a:r>
            <a:endParaRPr lang="en-US" altLang="ko-KR" sz="3300" b="1" spc="-2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영원으로부터 성부에게서 나신 분을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하느님에게서 나신 하느님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빛에서 나신 빛</a:t>
            </a:r>
            <a:endParaRPr lang="en-US" altLang="ko-KR" sz="3300" b="1" spc="-1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참 하느님에게서 나신 참 하느님으로서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D8BB748-A32F-6462-94EB-25D080D502FE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67717407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-3964" y="483518"/>
            <a:ext cx="9112468" cy="4333679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창조되지 않고 나시어</a:t>
            </a:r>
            <a:endParaRPr lang="en-US" altLang="ko-KR" sz="3300" b="1" spc="-1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성부와 한 본체로서 만물을 창조하셨음을 믿나이다</a:t>
            </a:r>
            <a:r>
              <a:rPr lang="en-US" altLang="ko-KR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성자께서는 저희 인간을 위하여</a:t>
            </a:r>
            <a:r>
              <a:rPr lang="en-US" altLang="ko-KR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 구원을 위하여</a:t>
            </a:r>
            <a:endParaRPr lang="en-US" altLang="ko-KR" sz="3300" b="1" spc="-25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하늘에서 내려오셨음을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en-US" altLang="ko-KR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고개를 숙이며</a:t>
            </a:r>
            <a:r>
              <a:rPr lang="en-US" altLang="ko-KR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)</a:t>
            </a:r>
            <a:endParaRPr lang="en-US" altLang="ko-KR" sz="2700" b="1" spc="-150" dirty="0">
              <a:solidFill>
                <a:schemeClr val="bg2">
                  <a:lumMod val="75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성령으로 인하여 동정 마리아에게서 </a:t>
            </a:r>
            <a:endParaRPr lang="en-US" altLang="ko-KR" sz="3300" b="1" spc="-100" dirty="0">
              <a:solidFill>
                <a:schemeClr val="bg2">
                  <a:lumMod val="90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육신을 취하시어 사람이 되셨음을 믿나이다</a:t>
            </a:r>
            <a:r>
              <a:rPr lang="en-US" altLang="ko-KR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51470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20537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A994C5A4-1461-A3A3-A9BC-4287F8AD4792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32681918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483518"/>
            <a:ext cx="9112468" cy="4561241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본시오 빌라도 통치 아래서 저희를 위하여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십자가에 못박혀 수난하고 묻히셨으며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성서 말씀대로 사흗날에 부활하시어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하늘에 올라 성부 오른편에 앉아계심을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그분께서는 산 이와 죽은 이를 심판하러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영광 속에 다시 오시리니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그분의 나라는 끝이 없으리이다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주님이시며 생명을 주시는 성령을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38417DFD-D400-3540-EC92-BE58CBA007BF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19426312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555526"/>
            <a:ext cx="9112468" cy="4561241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성령께서는 성부와 성자에게서 발하시고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성부와 성자와 더불어 영광과 흠숭을 받으시며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예언자들을 통하여 말씀하셨나이다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하나이고 거룩하고 보편되며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사도로부터 이어오는 교회를 믿나이다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죄를 씻는 유일한 세례를 믿으며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죽은 이들의 부활과 내세의 삶을 기다리나이다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400" b="1" kern="0" spc="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 멘</a:t>
            </a:r>
            <a:endParaRPr lang="en-US" altLang="ko-KR" sz="3400" b="1" kern="0" spc="1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4FE06783-6E3F-F368-C119-CA9158C1C15C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89503268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87090251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ACD40E72-356A-48F9-B4B4-C5DE180779DC}"/>
              </a:ext>
            </a:extLst>
          </p:cNvPr>
          <p:cNvSpPr/>
          <p:nvPr/>
        </p:nvSpPr>
        <p:spPr>
          <a:xfrm>
            <a:off x="1187624" y="2753221"/>
            <a:ext cx="7848872" cy="538609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주  님 저 희  기 도 를   들 어 주 소  서</a:t>
            </a:r>
            <a:endParaRPr lang="en-AU" sz="3500" b="1" spc="-1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A8007D4A-C025-9699-6ED8-E280F1E92FD5}"/>
              </a:ext>
            </a:extLst>
          </p:cNvPr>
          <p:cNvSpPr/>
          <p:nvPr/>
        </p:nvSpPr>
        <p:spPr>
          <a:xfrm>
            <a:off x="74079" y="21853"/>
            <a:ext cx="35958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보편 지향 기도 응답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370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14342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347614"/>
            <a:ext cx="8856984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E68BFCF-6764-BDD5-F1A9-AE13B776D241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59900982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16" y="1419622"/>
            <a:ext cx="9107488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200" b="1" i="0" u="none" strike="noStrike" kern="1200" cap="none" spc="15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봉 헌</a:t>
            </a:r>
            <a:endParaRPr kumimoji="0" lang="en-US" altLang="ko-KR" sz="5200" b="1" i="0" u="none" strike="noStrike" kern="1200" cap="none" spc="15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800" b="1" i="0" u="none" strike="noStrike" kern="1200" cap="none" spc="1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215</a:t>
            </a:r>
            <a:endParaRPr kumimoji="0" lang="en-US" sz="4800" b="1" i="0" u="none" strike="noStrike" kern="1200" cap="none" spc="150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74835621"/>
      </p:ext>
    </p:extLst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봉헌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215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영원한 성부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27E6C5D-EE13-54BC-E140-B7666DCD80BA}"/>
              </a:ext>
            </a:extLst>
          </p:cNvPr>
          <p:cNvGrpSpPr/>
          <p:nvPr/>
        </p:nvGrpSpPr>
        <p:grpSpPr>
          <a:xfrm>
            <a:off x="138112" y="555526"/>
            <a:ext cx="8867775" cy="4248472"/>
            <a:chOff x="138112" y="555526"/>
            <a:chExt cx="8867775" cy="424847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FDBCA91-C873-F7D2-EDEC-33E53E02B5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38112" y="555526"/>
              <a:ext cx="8867775" cy="2181225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80D3810-24CA-995C-EF70-94EE298989B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38112" y="2727548"/>
              <a:ext cx="8867775" cy="2076450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9EFB554D-D9DE-3181-3D87-063542D8C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봉헌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215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영원한 성부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813B599-615B-05C8-97DF-417B06E7CF32}"/>
              </a:ext>
            </a:extLst>
          </p:cNvPr>
          <p:cNvGrpSpPr/>
          <p:nvPr/>
        </p:nvGrpSpPr>
        <p:grpSpPr>
          <a:xfrm>
            <a:off x="123825" y="483518"/>
            <a:ext cx="8896350" cy="4509864"/>
            <a:chOff x="123825" y="483518"/>
            <a:chExt cx="8896350" cy="450986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DDD5797-5C56-0ACE-3CC3-CD6694CE52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28587" y="483518"/>
              <a:ext cx="8886825" cy="2409825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F5980D7-D39F-CCE3-7B36-A258CB441EF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23825" y="2859782"/>
              <a:ext cx="8896350" cy="2133600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F089BE8A-177D-6DFC-2357-2F4A269287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771550"/>
            <a:ext cx="9144000" cy="3170091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/>
            <a:r>
              <a:rPr lang="ko-KR" altLang="en-US" sz="40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사제의 손으로 바치는 이 제사가 </a:t>
            </a:r>
            <a:endParaRPr lang="en-US" altLang="ko-KR" sz="4000" b="1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endParaRPr lang="en-US" altLang="ko-KR" sz="4000" b="1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0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주님의 이름에는 찬미와 영광이 되고</a:t>
            </a:r>
            <a:r>
              <a:rPr lang="en-US" sz="40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</a:t>
            </a:r>
            <a:endParaRPr lang="en-US" sz="4000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en-US" sz="40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       </a:t>
            </a:r>
          </a:p>
          <a:p>
            <a:pPr algn="ctr"/>
            <a:r>
              <a:rPr lang="ko-KR" altLang="en-US" sz="4000" b="1" spc="-11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저희와 온 교회에는 도움이 되게 하소서</a:t>
            </a:r>
            <a:r>
              <a:rPr lang="en-US" sz="32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endParaRPr lang="en-US" sz="3200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204E33DC-A449-C97D-92A8-1B01DC72C67B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1043608" y="54760"/>
            <a:ext cx="6989440" cy="496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4" tIns="45716" rIns="91434" bIns="45716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endParaRPr lang="en-AU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3800" b="1" spc="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또한 사제의 영과 함께</a:t>
            </a:r>
            <a:endParaRPr lang="en-AU" altLang="ko-KR" sz="3800" b="1" spc="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endParaRPr lang="en-AU" altLang="ko-KR" sz="5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1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마음을 드높이</a:t>
            </a:r>
            <a:r>
              <a:rPr 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! </a:t>
            </a:r>
          </a:p>
          <a:p>
            <a:pPr algn="ctr">
              <a:lnSpc>
                <a:spcPct val="150000"/>
              </a:lnSpc>
            </a:pPr>
            <a:r>
              <a:rPr lang="ko-KR" altLang="en-US" sz="3800" b="1" spc="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주님께 올립니다</a:t>
            </a:r>
            <a:endParaRPr lang="en-AU" altLang="ko-KR" sz="3800" b="1" spc="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endParaRPr lang="en-US" sz="5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1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우리 주 하느님께 감사합시다</a:t>
            </a:r>
            <a:endParaRPr lang="en-US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3800" b="1" spc="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마땅하고 옳은 일입니다</a:t>
            </a:r>
            <a:r>
              <a:rPr lang="en-US" sz="3800" b="1" spc="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405B464F-F4CB-749F-8172-63D5602277FA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82022553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771550"/>
            <a:ext cx="9073008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6228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거룩하시도다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7584" y="1889125"/>
            <a:ext cx="7992888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200" dirty="0">
                <a:latin typeface="궁서" pitchFamily="18" charset="-127"/>
                <a:ea typeface="궁서" pitchFamily="18" charset="-127"/>
              </a:rPr>
              <a:t>거룩하시  도</a:t>
            </a:r>
            <a:r>
              <a:rPr lang="en-US" altLang="ko-KR" sz="2000" spc="-2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200" dirty="0">
                <a:latin typeface="궁서" pitchFamily="18" charset="-127"/>
                <a:ea typeface="궁서" pitchFamily="18" charset="-127"/>
              </a:rPr>
              <a:t>다    거룩하시 도</a:t>
            </a:r>
            <a:r>
              <a:rPr lang="en-US" altLang="ko-KR" sz="2000" spc="-2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200" dirty="0">
                <a:latin typeface="궁서" pitchFamily="18" charset="-127"/>
                <a:ea typeface="궁서" pitchFamily="18" charset="-127"/>
              </a:rPr>
              <a:t>다    거  룩  </a:t>
            </a:r>
            <a:endParaRPr lang="en-US" sz="3500" b="1" spc="-2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5576" y="3939902"/>
            <a:ext cx="8352928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하시도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다        온 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   누 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   리 의  주 하느 님  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7C852459-1BA5-2B64-83D4-9BC2E487BB2B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88832031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2" y="771550"/>
            <a:ext cx="9107488" cy="3088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27584" y="1817117"/>
            <a:ext cx="8208912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하늘과 땅 에 가득찬  그 영  광     높 은   데 서  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9592" y="3905349"/>
            <a:ext cx="813690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호 산    나     주님의   이름으로  오 시는  분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   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6228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거룩하시도다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3857E380-ED81-9DC7-4EF7-02FC01EC32F5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89117898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237598"/>
            <a:ext cx="9073008" cy="1118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83568" y="2499742"/>
            <a:ext cx="8352928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찬미받  으 소   서       높 은  데 서   호 산   나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6228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거룩하시도다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E80DF26E-DE87-5333-B069-751F18A7CF15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71310413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65310861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ECB4AB07-B303-4F10-88DE-59AA695BADE4}"/>
              </a:ext>
            </a:extLst>
          </p:cNvPr>
          <p:cNvSpPr/>
          <p:nvPr/>
        </p:nvSpPr>
        <p:spPr>
          <a:xfrm>
            <a:off x="467544" y="195486"/>
            <a:ext cx="7848872" cy="25699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900" b="1" spc="200" dirty="0">
                <a:solidFill>
                  <a:schemeClr val="bg2">
                    <a:lumMod val="50000"/>
                  </a:schemeClr>
                </a:solidFill>
                <a:latin typeface="Gungsuh" pitchFamily="18" charset="-127"/>
                <a:ea typeface="Gungsuh" pitchFamily="18" charset="-127"/>
              </a:rPr>
              <a:t>†</a:t>
            </a:r>
            <a:r>
              <a:rPr lang="en-AU" sz="2900" b="1" spc="200" dirty="0">
                <a:solidFill>
                  <a:schemeClr val="bg2">
                    <a:lumMod val="50000"/>
                  </a:schemeClr>
                </a:solidFill>
                <a:latin typeface="Gungsuh" pitchFamily="18" charset="-127"/>
                <a:ea typeface="Gungsuh" pitchFamily="18" charset="-127"/>
              </a:rPr>
              <a:t> 신앙의 신비여!</a:t>
            </a:r>
          </a:p>
          <a:p>
            <a:r>
              <a:rPr lang="en-AU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대한" pitchFamily="50" charset="-127"/>
                <a:ea typeface="대한" pitchFamily="50" charset="-127"/>
              </a:rPr>
              <a:t> </a:t>
            </a:r>
            <a:endParaRPr lang="en-AU" sz="2500" b="1" dirty="0">
              <a:solidFill>
                <a:schemeClr val="tx1">
                  <a:lumMod val="65000"/>
                  <a:lumOff val="35000"/>
                </a:schemeClr>
              </a:solidFill>
              <a:latin typeface="대한" pitchFamily="50" charset="-127"/>
              <a:ea typeface="대한" pitchFamily="50" charset="-127"/>
            </a:endParaRPr>
          </a:p>
          <a:p>
            <a:endParaRPr lang="en-AU" sz="2500" b="1" dirty="0">
              <a:solidFill>
                <a:schemeClr val="tx1">
                  <a:lumMod val="65000"/>
                  <a:lumOff val="35000"/>
                </a:schemeClr>
              </a:solidFill>
              <a:latin typeface="대한" pitchFamily="50" charset="-127"/>
              <a:ea typeface="대한" pitchFamily="50" charset="-127"/>
            </a:endParaRPr>
          </a:p>
          <a:p>
            <a:pPr marL="625475" indent="-625475">
              <a:lnSpc>
                <a:spcPct val="150000"/>
              </a:lnSpc>
            </a:pPr>
            <a:r>
              <a:rPr lang="ko-KR" altLang="en-US" sz="2500" b="1" dirty="0">
                <a:latin typeface="대한" pitchFamily="50" charset="-127"/>
                <a:ea typeface="대한" pitchFamily="50" charset="-127"/>
              </a:rPr>
              <a:t>                </a:t>
            </a:r>
            <a:endParaRPr lang="en-AU" sz="2500" b="1" dirty="0">
              <a:latin typeface="대한" pitchFamily="50" charset="-127"/>
              <a:ea typeface="대한" pitchFamily="50" charset="-127"/>
            </a:endParaRPr>
          </a:p>
          <a:p>
            <a:pPr marL="625475" indent="-625475">
              <a:lnSpc>
                <a:spcPct val="150000"/>
              </a:lnSpc>
            </a:pPr>
            <a:endParaRPr lang="en-AU" sz="2500" b="1" spc="100" dirty="0"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8D1B0601-AAD3-4807-A151-5BAAA075082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66804" b="24796"/>
          <a:stretch/>
        </p:blipFill>
        <p:spPr>
          <a:xfrm>
            <a:off x="0" y="3558930"/>
            <a:ext cx="8676456" cy="8850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5236406A-F09D-448F-BB39-782F856CB5E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45641" b="45959"/>
          <a:stretch/>
        </p:blipFill>
        <p:spPr>
          <a:xfrm>
            <a:off x="107504" y="2067694"/>
            <a:ext cx="8568952" cy="10081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91680" y="2912599"/>
            <a:ext cx="684076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3600" b="1" spc="-400" dirty="0">
                <a:latin typeface="궁서" panose="02030600000101010101" pitchFamily="18" charset="-127"/>
                <a:ea typeface="궁서" panose="02030600000101010101" pitchFamily="18" charset="-127"/>
              </a:rPr>
              <a:t>주  님의  죽 음 을  </a:t>
            </a:r>
            <a:r>
              <a:rPr lang="ko-KR" altLang="en-US" sz="3600" b="1" spc="-500" dirty="0">
                <a:latin typeface="궁서" panose="02030600000101010101" pitchFamily="18" charset="-127"/>
                <a:ea typeface="궁서" panose="02030600000101010101" pitchFamily="18" charset="-127"/>
              </a:rPr>
              <a:t>죽 음 을  전 하 며</a:t>
            </a:r>
            <a:endParaRPr lang="en-US" sz="3600" b="1" spc="-5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47664" y="4299942"/>
            <a:ext cx="5976664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3600" b="1" spc="-400" dirty="0">
                <a:latin typeface="궁서" panose="02030600000101010101" pitchFamily="18" charset="-127"/>
                <a:ea typeface="궁서" panose="02030600000101010101" pitchFamily="18" charset="-127"/>
              </a:rPr>
              <a:t> 부 활  을  선  포   하 나  이     다</a:t>
            </a:r>
            <a:endParaRPr lang="en-US" sz="3600" b="1" spc="-4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63688" y="1546188"/>
            <a:ext cx="604867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3600" b="1" spc="-300" dirty="0">
                <a:latin typeface="궁서" panose="02030600000101010101" pitchFamily="18" charset="-127"/>
                <a:ea typeface="궁서" panose="02030600000101010101" pitchFamily="18" charset="-127"/>
              </a:rPr>
              <a:t>주 님 께 서    오 실 때 까   지  </a:t>
            </a:r>
            <a:endParaRPr lang="en-US" sz="3600" b="1" spc="-3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6A43B463-4EDB-4FC4-A910-12820A56084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6285" t="24478" r="5206" b="67122"/>
          <a:stretch/>
        </p:blipFill>
        <p:spPr>
          <a:xfrm>
            <a:off x="611560" y="750618"/>
            <a:ext cx="7632848" cy="8850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986B2038-8497-ACB2-3E10-3E92D66231CE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2212E37E-CE73-4C83-A10D-F68D2DCC67EA}"/>
              </a:ext>
            </a:extLst>
          </p:cNvPr>
          <p:cNvSpPr/>
          <p:nvPr/>
        </p:nvSpPr>
        <p:spPr>
          <a:xfrm>
            <a:off x="539552" y="339502"/>
            <a:ext cx="8208912" cy="2345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38163" indent="-430213">
              <a:lnSpc>
                <a:spcPct val="120000"/>
              </a:lnSpc>
              <a:spcAft>
                <a:spcPts val="3600"/>
              </a:spcAft>
            </a:pPr>
            <a:r>
              <a:rPr lang="en-US" altLang="ko-KR" sz="32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</a:t>
            </a:r>
            <a:r>
              <a:rPr lang="en-AU" altLang="ko-KR" sz="29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그리스도를 통하여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그리스도와 함께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, </a:t>
            </a:r>
            <a:b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그리스도 안에서 성령으로 하나 되어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, </a:t>
            </a:r>
            <a:b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전능하신 천주 성부 모든 영예와 영광을 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영원히 받으소서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AU" sz="3000" b="1" spc="1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348E7F1C-F0CD-3DA3-F130-D00474F176E6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06269460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FD5DDFB9-E21C-D37A-87E7-3B66B8B6F3F2}"/>
              </a:ext>
            </a:extLst>
          </p:cNvPr>
          <p:cNvSpPr/>
          <p:nvPr/>
        </p:nvSpPr>
        <p:spPr>
          <a:xfrm>
            <a:off x="1179865" y="2787774"/>
            <a:ext cx="7712615" cy="538609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아   멘     아   멘     아   </a:t>
            </a:r>
            <a:r>
              <a:rPr lang="en-US" altLang="ko-KR" sz="18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~           ~         ~</a:t>
            </a:r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    멘</a:t>
            </a:r>
            <a:endParaRPr lang="en-AU" sz="3500" b="1" spc="-1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326B96C9-24CE-0A31-40E9-58FD37D40612}"/>
              </a:ext>
            </a:extLst>
          </p:cNvPr>
          <p:cNvSpPr/>
          <p:nvPr/>
        </p:nvSpPr>
        <p:spPr>
          <a:xfrm>
            <a:off x="130288" y="21853"/>
            <a:ext cx="14173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아멘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378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347614"/>
            <a:ext cx="8928992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EA6C737-4245-88D5-2153-4DF4A304BCD1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52422898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346471659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699542"/>
            <a:ext cx="9073008" cy="3168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4673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주님의 기도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8AF27E5F-1B74-4417-9D70-2ABEC173B2C1}"/>
              </a:ext>
            </a:extLst>
          </p:cNvPr>
          <p:cNvSpPr txBox="1"/>
          <p:nvPr/>
        </p:nvSpPr>
        <p:spPr>
          <a:xfrm>
            <a:off x="323528" y="1961133"/>
            <a:ext cx="8428300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   하     늘   에      계     신        우    리  아   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버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  지  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16228354-712F-4C2E-B2EB-1C9BA798BE6C}"/>
              </a:ext>
            </a:extLst>
          </p:cNvPr>
          <p:cNvSpPr txBox="1"/>
          <p:nvPr/>
        </p:nvSpPr>
        <p:spPr>
          <a:xfrm>
            <a:off x="683568" y="3905349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아   버 지 의     이 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름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이        거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룩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히 빛  나 시 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며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FD7086DF-2132-C436-E379-9892FE865C80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31663022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9" y="699542"/>
            <a:ext cx="9034425" cy="2952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F03926DC-71D6-4C92-80A9-9DE2543C24B2}"/>
              </a:ext>
            </a:extLst>
          </p:cNvPr>
          <p:cNvSpPr txBox="1"/>
          <p:nvPr/>
        </p:nvSpPr>
        <p:spPr>
          <a:xfrm>
            <a:off x="683568" y="1817117"/>
            <a:ext cx="8208912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아버지의 나 라가 오 시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며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  아버지의   뜻     이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5A3E0648-C43D-4865-82F7-1A82614548EF}"/>
              </a:ext>
            </a:extLst>
          </p:cNvPr>
          <p:cNvSpPr txBox="1"/>
          <p:nvPr/>
        </p:nvSpPr>
        <p:spPr>
          <a:xfrm>
            <a:off x="658582" y="3689325"/>
            <a:ext cx="837791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하  늘 에서   와  같  이   땅에서도 이 루어 지 소  서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4673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주님의 기도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8FD79B0-9210-FA64-A811-F26F6545D16A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414096196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8" y="699542"/>
            <a:ext cx="9036496" cy="3087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7312A9F0-E898-4DDF-B441-5671C22A106D}"/>
              </a:ext>
            </a:extLst>
          </p:cNvPr>
          <p:cNvSpPr txBox="1"/>
          <p:nvPr/>
        </p:nvSpPr>
        <p:spPr>
          <a:xfrm>
            <a:off x="251521" y="1817117"/>
            <a:ext cx="8892480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오 늘저 희 에  게   일용할 양식을 주시고   저 희에 게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4B7D8206-85B5-4139-848E-8A5EB9E4E8EA}"/>
              </a:ext>
            </a:extLst>
          </p:cNvPr>
          <p:cNvSpPr txBox="1"/>
          <p:nvPr/>
        </p:nvSpPr>
        <p:spPr>
          <a:xfrm>
            <a:off x="251520" y="3905349"/>
            <a:ext cx="885698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잘  못 한  이를  저 희가  용 서 하 오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니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  저   희 죄 를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4673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주님의 기도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E436FA29-A738-5806-817B-9060E82B0EB3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07738711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699542"/>
            <a:ext cx="9073008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3047B756-ED3D-4E1B-B261-9DDC2C67D1BB}"/>
              </a:ext>
            </a:extLst>
          </p:cNvPr>
          <p:cNvSpPr txBox="1"/>
          <p:nvPr/>
        </p:nvSpPr>
        <p:spPr>
          <a:xfrm>
            <a:off x="467544" y="1817117"/>
            <a:ext cx="8568952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용   서      하   시     고          저 희 를 유 혹에 빠 지 지 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DD3B22ED-74A7-4FBD-A101-ACE501EAD579}"/>
              </a:ext>
            </a:extLst>
          </p:cNvPr>
          <p:cNvSpPr txBox="1"/>
          <p:nvPr/>
        </p:nvSpPr>
        <p:spPr>
          <a:xfrm>
            <a:off x="251520" y="3939902"/>
            <a:ext cx="849694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않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게 하 시 고          악  에서  저   희   구  하  소   서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4673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주님의 기도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13E2CE46-2929-1BDC-D289-18AA5B34F68D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19328367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Rectangle 2">
            <a:extLst>
              <a:ext uri="{FF2B5EF4-FFF2-40B4-BE49-F238E27FC236}">
                <a16:creationId xmlns="" xmlns:a16="http://schemas.microsoft.com/office/drawing/2014/main" id="{2212E37E-CE73-4C83-A10D-F68D2DCC67EA}"/>
              </a:ext>
            </a:extLst>
          </p:cNvPr>
          <p:cNvSpPr/>
          <p:nvPr/>
        </p:nvSpPr>
        <p:spPr>
          <a:xfrm>
            <a:off x="144016" y="411510"/>
            <a:ext cx="8892480" cy="24083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lnSpc>
                <a:spcPct val="130000"/>
              </a:lnSpc>
              <a:spcAft>
                <a:spcPts val="3600"/>
              </a:spcAft>
            </a:pPr>
            <a:r>
              <a:rPr lang="en-US" altLang="ko-KR" sz="30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</a:t>
            </a:r>
            <a:r>
              <a:rPr lang="en-AU" sz="30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en-AU" sz="3000" b="1" spc="-15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주님, 저희를 모든 악에서 구하시고 한평생 평화롭게</a:t>
            </a:r>
            <a: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하소서. 주님의 자비로 저희를 언제나 죄에서 구원</a:t>
            </a:r>
            <a:b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하시고 모든 시련에서 보호하시어 복된 희망을 품고 </a:t>
            </a:r>
            <a:b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구세주 예수 그리스도의 재림을 기다리게 하소서.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76BB8C2A-F64F-FA22-9110-4F5D99C9C5CC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6486801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771550"/>
            <a:ext cx="9001000" cy="3053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15681AFA-DAF4-47C8-5F78-5673A0D0F35C}"/>
              </a:ext>
            </a:extLst>
          </p:cNvPr>
          <p:cNvSpPr/>
          <p:nvPr/>
        </p:nvSpPr>
        <p:spPr>
          <a:xfrm>
            <a:off x="963841" y="1851670"/>
            <a:ext cx="7928639" cy="538609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r>
              <a:rPr lang="ko-KR" altLang="en-US" sz="3500" b="1" spc="200" dirty="0">
                <a:latin typeface="궁서" panose="02030600000101010101" pitchFamily="18" charset="-127"/>
                <a:ea typeface="궁서" panose="02030600000101010101" pitchFamily="18" charset="-127"/>
              </a:rPr>
              <a:t>주</a:t>
            </a:r>
            <a:r>
              <a:rPr lang="ko-KR" altLang="en-US" sz="1000" b="1" spc="200" dirty="0">
                <a:latin typeface="궁서" panose="02030600000101010101" pitchFamily="18" charset="-127"/>
                <a:ea typeface="궁서" panose="02030600000101010101" pitchFamily="18" charset="-127"/>
              </a:rPr>
              <a:t>      </a:t>
            </a:r>
            <a:r>
              <a:rPr lang="ko-KR" altLang="en-US" sz="3500" b="1" spc="200" dirty="0">
                <a:latin typeface="궁서" panose="02030600000101010101" pitchFamily="18" charset="-127"/>
                <a:ea typeface="궁서" panose="02030600000101010101" pitchFamily="18" charset="-127"/>
              </a:rPr>
              <a:t>님      </a:t>
            </a:r>
            <a:r>
              <a:rPr lang="ko-KR" altLang="en-US" sz="3500" b="1" spc="200" dirty="0" err="1">
                <a:latin typeface="궁서" panose="02030600000101010101" pitchFamily="18" charset="-127"/>
                <a:ea typeface="궁서" panose="02030600000101010101" pitchFamily="18" charset="-127"/>
              </a:rPr>
              <a:t>께</a:t>
            </a:r>
            <a:r>
              <a:rPr lang="ko-KR" altLang="en-US" sz="3500" b="1" spc="200" dirty="0">
                <a:latin typeface="궁서" panose="02030600000101010101" pitchFamily="18" charset="-127"/>
                <a:ea typeface="궁서" panose="02030600000101010101" pitchFamily="18" charset="-127"/>
              </a:rPr>
              <a:t>       나 라 와 권 능 과</a:t>
            </a:r>
            <a:endParaRPr lang="en-AU" sz="3500" b="1" spc="2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05B0F9A0-1323-B19A-2337-5AB3C7CF734C}"/>
              </a:ext>
            </a:extLst>
          </p:cNvPr>
          <p:cNvSpPr/>
          <p:nvPr/>
        </p:nvSpPr>
        <p:spPr>
          <a:xfrm>
            <a:off x="827585" y="3833341"/>
            <a:ext cx="8064895" cy="538609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영  광 이       영 원 히  </a:t>
            </a:r>
            <a:r>
              <a:rPr lang="ko-KR" altLang="en-US" sz="3500" b="1" spc="-100" dirty="0" err="1">
                <a:latin typeface="궁서" panose="02030600000101010101" pitchFamily="18" charset="-127"/>
                <a:ea typeface="궁서" panose="02030600000101010101" pitchFamily="18" charset="-127"/>
              </a:rPr>
              <a:t>있</a:t>
            </a:r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    나   이    다</a:t>
            </a:r>
            <a:endParaRPr lang="en-AU" sz="3500" b="1" spc="-1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0BBEEAF5-EE5E-B5BD-5EB9-4C7C94E0E8EE}"/>
              </a:ext>
            </a:extLst>
          </p:cNvPr>
          <p:cNvSpPr/>
          <p:nvPr/>
        </p:nvSpPr>
        <p:spPr>
          <a:xfrm>
            <a:off x="74079" y="-20538"/>
            <a:ext cx="37289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주님께 나라와 권능과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389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958C66D2-27A9-B48E-98C7-B914790C179E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18978066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="" xmlns:p14="http://schemas.microsoft.com/office/powerpoint/2010/main" val="381253031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251520" y="1460568"/>
            <a:ext cx="8532440" cy="183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4" tIns="45716" rIns="91434" bIns="45716">
            <a:spAutoFit/>
          </a:bodyPr>
          <a:lstStyle/>
          <a:p>
            <a:pPr algn="ctr"/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주님의 평화가 항상 여러분과 함께</a:t>
            </a:r>
            <a:endParaRPr lang="en-US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endParaRPr lang="en-US" sz="4000" b="1" dirty="0">
              <a:solidFill>
                <a:schemeClr val="accent3">
                  <a:lumMod val="60000"/>
                  <a:lumOff val="4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 함께</a:t>
            </a:r>
            <a:r>
              <a:rPr 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9E68B9AF-B563-6713-581E-1298FCE24521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="" xmlns:p14="http://schemas.microsoft.com/office/powerpoint/2010/main" val="381253031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2914" cy="5140477"/>
          </a:xfrm>
          <a:custGeom>
            <a:avLst/>
            <a:gdLst/>
            <a:ahLst/>
            <a:cxnLst/>
            <a:rect l="l" t="t" r="r" b="b"/>
            <a:pathLst>
              <a:path w="10692130" h="7558405">
                <a:moveTo>
                  <a:pt x="0" y="7558024"/>
                </a:moveTo>
                <a:lnTo>
                  <a:pt x="10692003" y="7558024"/>
                </a:lnTo>
                <a:lnTo>
                  <a:pt x="10692003" y="0"/>
                </a:lnTo>
                <a:lnTo>
                  <a:pt x="0" y="0"/>
                </a:lnTo>
                <a:lnTo>
                  <a:pt x="0" y="7558024"/>
                </a:lnTo>
                <a:close/>
              </a:path>
            </a:pathLst>
          </a:custGeom>
          <a:solidFill>
            <a:srgbClr val="60799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1959185" y="1349"/>
            <a:ext cx="5354745" cy="5138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771550"/>
            <a:ext cx="8948439" cy="302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30155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하느님의 어린양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328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59632" y="1851670"/>
            <a:ext cx="770485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하 </a:t>
            </a:r>
            <a:r>
              <a:rPr lang="ko-KR" altLang="en-US" sz="3500" b="1" spc="-300" dirty="0" err="1">
                <a:latin typeface="궁서" pitchFamily="18" charset="-127"/>
                <a:ea typeface="궁서" pitchFamily="18" charset="-127"/>
              </a:rPr>
              <a:t>느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 님 의  어 린  양     세 상의 죄 를 없 애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7584" y="3867894"/>
            <a:ext cx="831641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시 는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en-US" altLang="ko-KR" sz="2800" spc="-300" dirty="0">
                <a:latin typeface="궁서" pitchFamily="18" charset="-127"/>
                <a:ea typeface="궁서" pitchFamily="18" charset="-127"/>
              </a:rPr>
              <a:t> 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주    님    자비를   자비를 베푸소  서</a:t>
            </a:r>
            <a:r>
              <a:rPr lang="en-US" altLang="ko-KR" sz="2000" b="1" spc="-300" dirty="0">
                <a:latin typeface="궁서" pitchFamily="18" charset="-127"/>
                <a:ea typeface="궁서" pitchFamily="18" charset="-127"/>
              </a:rPr>
              <a:t>(</a:t>
            </a:r>
            <a:r>
              <a:rPr lang="ko-KR" altLang="en-US" sz="2000" b="1" spc="-300" dirty="0">
                <a:latin typeface="궁서" pitchFamily="18" charset="-127"/>
                <a:ea typeface="궁서" pitchFamily="18" charset="-127"/>
              </a:rPr>
              <a:t>반복</a:t>
            </a:r>
            <a:r>
              <a:rPr lang="en-US" altLang="ko-KR" sz="2000" b="1" spc="-300" dirty="0">
                <a:latin typeface="궁서" pitchFamily="18" charset="-127"/>
                <a:ea typeface="궁서" pitchFamily="18" charset="-127"/>
              </a:rPr>
              <a:t>)</a:t>
            </a:r>
            <a:r>
              <a:rPr lang="ko-KR" altLang="en-US" sz="2000" b="1" spc="-300" dirty="0">
                <a:latin typeface="궁서" pitchFamily="18" charset="-127"/>
                <a:ea typeface="궁서" pitchFamily="18" charset="-127"/>
              </a:rPr>
              <a:t> </a:t>
            </a:r>
            <a:endParaRPr lang="en-US" sz="20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DA6DFA53-7C27-A33C-9314-7AA3B902755F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60431588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771550"/>
            <a:ext cx="9001000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99592" y="1889125"/>
            <a:ext cx="813690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하 느  님 의   어 린  양    세 상의 죄 를  없 애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7584" y="3939902"/>
            <a:ext cx="813690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시 는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en-US" altLang="ko-KR" sz="2800" spc="-300" dirty="0">
                <a:latin typeface="궁서" pitchFamily="18" charset="-127"/>
                <a:ea typeface="궁서" pitchFamily="18" charset="-127"/>
              </a:rPr>
              <a:t>  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주   님   평화를  평 화를 주    소    서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30155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하느님의 어린양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328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EB32690F-0FC2-E471-1609-101E85A914A0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66206364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7608" y="-7513"/>
            <a:ext cx="1410056" cy="5262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영성체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C2CED880-166D-4C65-A35C-79421FDDC11B}"/>
              </a:ext>
            </a:extLst>
          </p:cNvPr>
          <p:cNvSpPr/>
          <p:nvPr/>
        </p:nvSpPr>
        <p:spPr>
          <a:xfrm>
            <a:off x="5904010" y="83408"/>
            <a:ext cx="32912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RECEPTION OF COMMUNION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5" name="직사각형 2"/>
          <p:cNvSpPr/>
          <p:nvPr/>
        </p:nvSpPr>
        <p:spPr>
          <a:xfrm>
            <a:off x="683568" y="1146201"/>
            <a:ext cx="8280920" cy="2937717"/>
          </a:xfrm>
          <a:prstGeom prst="rect">
            <a:avLst/>
          </a:prstGeom>
        </p:spPr>
        <p:txBody>
          <a:bodyPr wrap="square" lIns="71555" tIns="35777" rIns="71555" bIns="35777">
            <a:spAutoFit/>
          </a:bodyPr>
          <a:lstStyle/>
          <a:p>
            <a:pPr>
              <a:lnSpc>
                <a:spcPct val="160000"/>
              </a:lnSpc>
            </a:pPr>
            <a:r>
              <a:rPr lang="ko-KR" altLang="en-US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</a:t>
            </a:r>
            <a:r>
              <a:rPr lang="en-US" altLang="ko-KR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제 안에 주님을 모시기에 </a:t>
            </a:r>
            <a:r>
              <a:rPr lang="en-US" altLang="ko-KR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합당치 않사오나 한 말씀만 하소서</a:t>
            </a:r>
            <a:endParaRPr lang="en-US" sz="41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>
              <a:lnSpc>
                <a:spcPct val="160000"/>
              </a:lnSpc>
            </a:pPr>
            <a:r>
              <a:rPr lang="ko-KR" altLang="en-US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제 영혼이 곧 나으리다</a:t>
            </a:r>
            <a:endParaRPr lang="en-US" sz="41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F8B8F96-E7C1-8AEB-3C72-35C11F445658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616" y="-7513"/>
            <a:ext cx="1626080" cy="5262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영성체송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8FF8F058-4A53-448D-923D-7B3CA886A99A}"/>
              </a:ext>
            </a:extLst>
          </p:cNvPr>
          <p:cNvSpPr/>
          <p:nvPr/>
        </p:nvSpPr>
        <p:spPr>
          <a:xfrm>
            <a:off x="6261891" y="83408"/>
            <a:ext cx="29031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COMMUNION ANTIPHON</a:t>
            </a:r>
            <a:endParaRPr lang="en-AU" sz="2000" dirty="0"/>
          </a:p>
        </p:txBody>
      </p:sp>
      <p:sp>
        <p:nvSpPr>
          <p:cNvPr id="5" name="직사각형 2"/>
          <p:cNvSpPr/>
          <p:nvPr/>
        </p:nvSpPr>
        <p:spPr>
          <a:xfrm>
            <a:off x="827584" y="627534"/>
            <a:ext cx="8064896" cy="4088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60000"/>
              </a:lnSpc>
              <a:spcAft>
                <a:spcPts val="1200"/>
              </a:spcAft>
            </a:pPr>
            <a:r>
              <a:rPr lang="ko-KR" altLang="en-US" sz="40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주님, 눈이란 눈이 모두 당신을 바라보고, 당신은 제때에 먹을 것을 주시나이다.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9E6D268A-40E2-3725-3CBD-A367BB9CB60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16" y="1419622"/>
            <a:ext cx="9107488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800"/>
              </a:spcAft>
            </a:pPr>
            <a:r>
              <a:rPr lang="ko-KR" altLang="en-US" sz="5200" b="1" spc="1500" dirty="0">
                <a:latin typeface="바탕" pitchFamily="18" charset="-127"/>
                <a:ea typeface="바탕" pitchFamily="18" charset="-127"/>
              </a:rPr>
              <a:t>성 체</a:t>
            </a:r>
            <a:endParaRPr lang="en-US" altLang="ko-KR" sz="5200" b="1" spc="15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en-US" altLang="ko-KR" sz="4800" b="1" spc="1500" dirty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202</a:t>
            </a:r>
            <a:endParaRPr lang="en-US" sz="4800" b="1" spc="1500" dirty="0">
              <a:solidFill>
                <a:srgbClr val="FFC000"/>
              </a:solidFill>
              <a:latin typeface="바탕" pitchFamily="18" charset="-127"/>
              <a:ea typeface="바탕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882351544"/>
      </p:ext>
    </p:extLst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성체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202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</a:t>
            </a:r>
            <a:r>
              <a:rPr kumimoji="0" lang="ko-KR" altLang="en-US" sz="2800" b="0" i="0" u="none" strike="noStrike" kern="0" cap="none" spc="1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구세주의 성심이여</a:t>
            </a:r>
            <a:endParaRPr kumimoji="0" lang="en-US" sz="2800" b="1" i="0" u="none" strike="noStrike" kern="1200" cap="none" spc="1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586D87-411E-481A-AC54-7060A8AED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84" y="2571743"/>
            <a:ext cx="32" cy="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033308F-E102-84BE-9F26-682293ECC1E6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496" y="555526"/>
            <a:ext cx="9001000" cy="4248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성체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202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</a:t>
            </a:r>
            <a:r>
              <a:rPr kumimoji="0" lang="ko-KR" altLang="en-US" sz="2800" b="0" i="0" u="none" strike="noStrike" kern="0" cap="none" spc="1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구세주의 성심이여</a:t>
            </a:r>
            <a:endParaRPr kumimoji="0" lang="en-US" sz="2800" b="1" i="0" u="none" strike="noStrike" kern="1200" cap="none" spc="1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586D87-411E-481A-AC54-7060A8AED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84" y="2571743"/>
            <a:ext cx="32" cy="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033308F-E102-84BE-9F26-682293ECC1E6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496" y="555526"/>
            <a:ext cx="9001000" cy="4248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성체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202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</a:t>
            </a:r>
            <a:r>
              <a:rPr kumimoji="0" lang="ko-KR" altLang="en-US" sz="2800" b="0" i="0" u="none" strike="noStrike" kern="0" cap="none" spc="1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구세주의 성심이여</a:t>
            </a:r>
            <a:endParaRPr kumimoji="0" lang="en-US" sz="2800" b="1" i="0" u="none" strike="noStrike" kern="1200" cap="none" spc="1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586D87-411E-481A-AC54-7060A8AED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84" y="2571743"/>
            <a:ext cx="32" cy="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033308F-E102-84BE-9F26-682293ECC1E6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496" y="555526"/>
            <a:ext cx="9001000" cy="4248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성체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202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</a:t>
            </a:r>
            <a:r>
              <a:rPr kumimoji="0" lang="ko-KR" altLang="en-US" sz="2800" b="0" i="0" u="none" strike="noStrike" kern="0" cap="none" spc="1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구세주의 성심이여</a:t>
            </a:r>
            <a:endParaRPr kumimoji="0" lang="en-US" sz="2800" b="1" i="0" u="none" strike="noStrike" kern="1200" cap="none" spc="1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586D87-411E-481A-AC54-7060A8AED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84" y="2571743"/>
            <a:ext cx="32" cy="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033308F-E102-84BE-9F26-682293ECC1E6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496" y="555526"/>
            <a:ext cx="9001000" cy="4248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16" y="1419622"/>
            <a:ext cx="9107488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800"/>
              </a:spcAft>
            </a:pPr>
            <a:r>
              <a:rPr lang="en-US" altLang="ko-KR" sz="5200" b="1" spc="1000" dirty="0">
                <a:latin typeface="바탕" pitchFamily="18" charset="-127"/>
                <a:ea typeface="바탕" pitchFamily="18" charset="-127"/>
              </a:rPr>
              <a:t>2</a:t>
            </a:r>
            <a:r>
              <a:rPr lang="ko-KR" altLang="en-US" sz="5200" b="1" spc="1000" dirty="0">
                <a:latin typeface="바탕" pitchFamily="18" charset="-127"/>
                <a:ea typeface="바탕" pitchFamily="18" charset="-127"/>
              </a:rPr>
              <a:t>차 봉헌</a:t>
            </a:r>
            <a:endParaRPr lang="en-US" altLang="ko-KR" sz="5200" b="1" spc="10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en-US" sz="4800" b="1" spc="1500" dirty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48</a:t>
            </a:r>
          </a:p>
        </p:txBody>
      </p:sp>
    </p:spTree>
    <p:extLst>
      <p:ext uri="{BB962C8B-B14F-4D97-AF65-F5344CB8AC3E}">
        <p14:creationId xmlns="" xmlns:p14="http://schemas.microsoft.com/office/powerpoint/2010/main" val="3338771621"/>
      </p:ext>
    </p:extLst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2차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봉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헌 48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주 우리에게 사랑과 자유를</a:t>
            </a:r>
            <a:endParaRPr lang="en-US" sz="2800" b="1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CD39A2-90D7-4464-A538-85B8BD6F7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672072-E6F9-3D27-A488-812AFF97EF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475" y="2557462"/>
            <a:ext cx="19050" cy="2857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695D2C6-14CB-A5F7-4A49-10A48B9C1F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262" y="699542"/>
            <a:ext cx="8753475" cy="1485900"/>
          </a:xfrm>
          <a:prstGeom prst="rect">
            <a:avLst/>
          </a:prstGeom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2차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봉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헌 48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주 우리에게 사랑과 자유를</a:t>
            </a:r>
            <a:endParaRPr lang="en-US" sz="2800" b="1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CD39A2-90D7-4464-A538-85B8BD6F7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672072-E6F9-3D27-A488-812AFF97EF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2475" y="2557462"/>
            <a:ext cx="19050" cy="285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C1AB89-4B4D-2CEC-A340-9E17CBC9A0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50" y="2550393"/>
            <a:ext cx="8724900" cy="1533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FF7586-9C1D-152D-30BA-87672456562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5329"/>
          <a:stretch/>
        </p:blipFill>
        <p:spPr>
          <a:xfrm>
            <a:off x="200025" y="699542"/>
            <a:ext cx="8743950" cy="10258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9EC7298-692F-2F53-64C6-281E8435E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385" y="1779662"/>
            <a:ext cx="7038975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2차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봉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헌 48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주 우리에게 사랑과 자유를</a:t>
            </a:r>
            <a:endParaRPr lang="en-US" sz="2800" b="1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CD39A2-90D7-4464-A538-85B8BD6F75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672072-E6F9-3D27-A488-812AFF97EF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2475" y="2557462"/>
            <a:ext cx="19050" cy="285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5C46806-0291-FDEF-C09F-7148279734E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40165"/>
          <a:stretch/>
        </p:blipFill>
        <p:spPr>
          <a:xfrm>
            <a:off x="200025" y="555526"/>
            <a:ext cx="8743950" cy="121964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0386997-B8B1-AB36-0D47-615CAB444D0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43060"/>
          <a:stretch/>
        </p:blipFill>
        <p:spPr>
          <a:xfrm>
            <a:off x="209550" y="2859782"/>
            <a:ext cx="8724900" cy="10196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9A16060-1249-B3D8-E319-132C108986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592" y="1851670"/>
            <a:ext cx="7486650" cy="381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925103D-84D6-433C-61E1-014E033B1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540" y="3909417"/>
            <a:ext cx="7581900" cy="390525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2차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봉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헌 48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주 우리에게 사랑과 자유를</a:t>
            </a:r>
            <a:endParaRPr lang="en-US" sz="2800" b="1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CD39A2-90D7-4464-A538-85B8BD6F7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672072-E6F9-3D27-A488-812AFF97EF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475" y="2557462"/>
            <a:ext cx="19050" cy="2857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695D2C6-14CB-A5F7-4A49-10A48B9C1F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262" y="699542"/>
            <a:ext cx="8753475" cy="1485900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2차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봉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헌 48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주 우리에게 사랑과 자유를</a:t>
            </a:r>
            <a:endParaRPr lang="en-US" sz="2800" b="1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CD39A2-90D7-4464-A538-85B8BD6F7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672072-E6F9-3D27-A488-812AFF97EF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2475" y="2557462"/>
            <a:ext cx="19050" cy="2857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C8F040F8-489B-3C12-6769-81CEF0648340}"/>
              </a:ext>
            </a:extLst>
          </p:cNvPr>
          <p:cNvGrpSpPr/>
          <p:nvPr/>
        </p:nvGrpSpPr>
        <p:grpSpPr>
          <a:xfrm>
            <a:off x="200025" y="699542"/>
            <a:ext cx="8743950" cy="3384376"/>
            <a:chOff x="200025" y="699542"/>
            <a:chExt cx="8743950" cy="338437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FC1AB89-4B4D-2CEC-A340-9E17CBC9A07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9550" y="2550393"/>
              <a:ext cx="8724900" cy="1533525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BFF7586-9C1D-152D-30BA-8767245656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0025" y="699542"/>
              <a:ext cx="8743950" cy="18764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2차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봉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헌 48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주 우리에게 사랑과 자유를</a:t>
            </a:r>
            <a:endParaRPr lang="en-US" sz="2800" b="1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CD39A2-90D7-4464-A538-85B8BD6F7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672072-E6F9-3D27-A488-812AFF97EF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2475" y="2557462"/>
            <a:ext cx="19050" cy="28575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1564F674-DC19-FE99-DF56-BFBA44741874}"/>
              </a:ext>
            </a:extLst>
          </p:cNvPr>
          <p:cNvGrpSpPr/>
          <p:nvPr/>
        </p:nvGrpSpPr>
        <p:grpSpPr>
          <a:xfrm>
            <a:off x="200025" y="555526"/>
            <a:ext cx="8743950" cy="4094956"/>
            <a:chOff x="200025" y="555526"/>
            <a:chExt cx="8743950" cy="4094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5C46806-0291-FDEF-C09F-7148279734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0025" y="555526"/>
              <a:ext cx="8743950" cy="203835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0386997-B8B1-AB36-0D47-615CAB444D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9550" y="2859782"/>
              <a:ext cx="8724900" cy="17907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791034442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683568" y="478585"/>
            <a:ext cx="8208912" cy="4071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4" tIns="45716" rIns="91434" bIns="45716">
            <a:spAutoFit/>
          </a:bodyPr>
          <a:lstStyle/>
          <a:p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endParaRPr lang="en-US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endParaRPr lang="en-US" altLang="ko-KR" sz="20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en-US" altLang="ko-KR" sz="4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</a:t>
            </a:r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</a:t>
            </a:r>
            <a:r>
              <a:rPr lang="en-AU" altLang="ko-KR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함께</a:t>
            </a:r>
            <a:endParaRPr lang="en-AU" altLang="ko-KR" sz="4000" b="1" spc="3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endParaRPr lang="en-AU" altLang="ko-KR" sz="40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marL="269875" indent="-269875">
              <a:lnSpc>
                <a:spcPct val="114000"/>
              </a:lnSpc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전능하신 천주 성부와 ✜ 성자와 성령께서는    여기 모인 모든 이에게 강복하소서</a:t>
            </a: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</a:p>
          <a:p>
            <a:endParaRPr lang="en-US" altLang="ko-KR" sz="20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en-US" altLang="ko-KR" sz="4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</a:t>
            </a:r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아멘</a:t>
            </a:r>
            <a:endParaRPr lang="en-US" sz="4000" b="1" spc="3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E66693FA-D74F-440F-EB24-A24A50F0C3BB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615" y="-7513"/>
            <a:ext cx="1719533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파 견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8FF8F058-4A53-448D-923D-7B3CA886A99A}"/>
              </a:ext>
            </a:extLst>
          </p:cNvPr>
          <p:cNvSpPr/>
          <p:nvPr/>
        </p:nvSpPr>
        <p:spPr>
          <a:xfrm>
            <a:off x="6261890" y="83408"/>
            <a:ext cx="30699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직사각형 2"/>
          <p:cNvSpPr/>
          <p:nvPr/>
        </p:nvSpPr>
        <p:spPr>
          <a:xfrm>
            <a:off x="683568" y="813708"/>
            <a:ext cx="8280920" cy="2030132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 lvl="0">
              <a:lnSpc>
                <a:spcPct val="140000"/>
              </a:lnSpc>
              <a:spcAft>
                <a:spcPts val="3600"/>
              </a:spcAft>
              <a:tabLst>
                <a:tab pos="719138" algn="l"/>
              </a:tabLst>
              <a:defRPr/>
            </a:pPr>
            <a:r>
              <a:rPr lang="en-US" altLang="ko-KR" sz="3200" b="1" dirty="0">
                <a:solidFill>
                  <a:schemeClr val="bg2">
                    <a:lumMod val="75000"/>
                  </a:schemeClr>
                </a:solidFill>
                <a:latin typeface="Batang" pitchFamily="18" charset="-127"/>
                <a:ea typeface="Batang" pitchFamily="18" charset="-127"/>
              </a:rPr>
              <a:t>† 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미사가 끝났으니 가서 복음을 전합시다</a:t>
            </a:r>
            <a:r>
              <a:rPr lang="en-US" altLang="ko-KR" sz="32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	</a:t>
            </a:r>
            <a:endParaRPr kumimoji="0" lang="en-US" altLang="ko-KR" sz="3200" b="1" i="0" u="none" strike="noStrike" kern="1200" cap="none" spc="100" normalizeH="0" noProof="0" dirty="0">
              <a:ln>
                <a:noFill/>
              </a:ln>
              <a:solidFill>
                <a:srgbClr val="EEECE1">
                  <a:lumMod val="75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</a:endParaRPr>
          </a:p>
          <a:p>
            <a:pPr marL="715963" marR="0" lvl="0" indent="-715963" algn="l" defTabSz="715558" rtl="0" eaLnBrk="1" fontAlgn="auto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◎</a:t>
            </a:r>
            <a:r>
              <a:rPr kumimoji="0" lang="en-US" altLang="ko-KR" sz="3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	</a:t>
            </a:r>
            <a:r>
              <a:rPr kumimoji="0" lang="ko-KR" altLang="en-US" sz="3500" b="1" i="0" u="none" strike="noStrike" kern="1200" cap="none" spc="2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하느님</a:t>
            </a:r>
            <a:r>
              <a:rPr kumimoji="0" lang="en-AU" altLang="ko-KR" sz="3500" b="1" i="0" u="none" strike="noStrike" kern="1200" cap="none" spc="2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, </a:t>
            </a:r>
            <a:r>
              <a:rPr kumimoji="0" lang="ko-KR" altLang="en-US" sz="3500" b="1" i="0" u="none" strike="noStrike" kern="1200" cap="none" spc="2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감사합니다</a:t>
            </a:r>
            <a:r>
              <a:rPr kumimoji="0" lang="en-US" altLang="ko-KR" sz="3500" b="1" i="0" u="none" strike="noStrike" kern="1200" cap="none" spc="2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.</a:t>
            </a:r>
            <a:endParaRPr kumimoji="0" lang="en-US" altLang="ko-KR" sz="3500" b="1" i="0" u="none" strike="noStrike" kern="1200" cap="none" spc="30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B549EDB5-2CD9-21CC-EB6E-8DF2F3014864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657977245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63638"/>
            <a:ext cx="9144000" cy="144016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800"/>
              </a:spcAft>
            </a:pPr>
            <a:r>
              <a:rPr lang="ko-KR" altLang="en-US" sz="5200" b="1" spc="1500" dirty="0">
                <a:latin typeface="바탕" pitchFamily="18" charset="-127"/>
                <a:ea typeface="바탕" pitchFamily="18" charset="-127"/>
              </a:rPr>
              <a:t>파 견</a:t>
            </a:r>
            <a:endParaRPr lang="en-US" altLang="ko-KR" sz="5200" b="1" spc="15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</a:pPr>
            <a:r>
              <a:rPr lang="en-US" sz="4800" b="1" spc="1500" dirty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175</a:t>
            </a:r>
          </a:p>
        </p:txBody>
      </p:sp>
    </p:spTree>
    <p:extLst>
      <p:ext uri="{BB962C8B-B14F-4D97-AF65-F5344CB8AC3E}">
        <p14:creationId xmlns="" xmlns:p14="http://schemas.microsoft.com/office/powerpoint/2010/main" val="3794957418"/>
      </p:ext>
    </p:extLst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TextBox 5">
            <a:extLst>
              <a:ext uri="{FF2B5EF4-FFF2-40B4-BE49-F238E27FC236}">
                <a16:creationId xmlns:a16="http://schemas.microsoft.com/office/drawing/2014/main" id="{C22ACA57-4928-4003-8A7E-0D88CB33E01A}"/>
              </a:ext>
            </a:extLst>
          </p:cNvPr>
          <p:cNvSpPr txBox="1"/>
          <p:nvPr/>
        </p:nvSpPr>
        <p:spPr>
          <a:xfrm>
            <a:off x="6367215" y="4892114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FDC784D9-594E-414D-8260-9465C498656B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파견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175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</a:t>
            </a:r>
            <a:r>
              <a:rPr kumimoji="0" lang="ko-KR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이보다 더 큰 은혜와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BF8DDF5-6BA6-4A84-B1F2-5A02A03762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496" y="915566"/>
            <a:ext cx="9073008" cy="2232248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TextBox 5">
            <a:extLst>
              <a:ext uri="{FF2B5EF4-FFF2-40B4-BE49-F238E27FC236}">
                <a16:creationId xmlns:a16="http://schemas.microsoft.com/office/drawing/2014/main" id="{C22ACA57-4928-4003-8A7E-0D88CB33E01A}"/>
              </a:ext>
            </a:extLst>
          </p:cNvPr>
          <p:cNvSpPr txBox="1"/>
          <p:nvPr/>
        </p:nvSpPr>
        <p:spPr>
          <a:xfrm>
            <a:off x="6367215" y="4892114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9570D22D-6A86-4BB6-92F0-BCF3E1455BB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파견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175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</a:t>
            </a:r>
            <a:r>
              <a:rPr kumimoji="0" lang="ko-KR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이보다 더 큰 은혜와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B30573D-692C-4082-B2E7-8A8CDBD7D1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496" y="627534"/>
            <a:ext cx="9073008" cy="4104456"/>
          </a:xfrm>
          <a:prstGeom prst="rect">
            <a:avLst/>
          </a:prstGeom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파견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175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</a:t>
            </a:r>
            <a:r>
              <a:rPr kumimoji="0" lang="ko-KR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이보다 더 큰 은혜와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2ACA57-4928-4003-8A7E-0D88CB33E01A}"/>
              </a:ext>
            </a:extLst>
          </p:cNvPr>
          <p:cNvSpPr txBox="1"/>
          <p:nvPr/>
        </p:nvSpPr>
        <p:spPr>
          <a:xfrm>
            <a:off x="6367215" y="4892114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5D644E8-51ED-4FB3-9C4A-188143C8FB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950" y="627534"/>
            <a:ext cx="9040100" cy="4176464"/>
          </a:xfrm>
          <a:prstGeom prst="rect">
            <a:avLst/>
          </a:prstGeom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663499769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5500" y="-170585"/>
            <a:ext cx="8798695" cy="5155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altLang="ko-KR" sz="1800" b="1" u="sng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바탕" pitchFamily="18" charset="-127"/>
                <a:ea typeface="바탕" pitchFamily="18" charset="-127"/>
              </a:rPr>
              <a:t>   </a:t>
            </a:r>
            <a:r>
              <a:rPr lang="ko-KR" altLang="en-US" sz="4000" b="1" u="sng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삼종 기도</a:t>
            </a:r>
            <a:endParaRPr lang="en-US" altLang="ko-KR" sz="4000" b="1" u="sng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endParaRPr lang="ko-KR" altLang="en-US" sz="1600" b="1" u="sng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1000"/>
              </a:spcAft>
            </a:pPr>
            <a:r>
              <a:rPr lang="ko-KR" altLang="en-US" sz="11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11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b="1" spc="-2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○ </a:t>
            </a:r>
            <a:r>
              <a:rPr lang="ko-KR" altLang="en-US" sz="2400" b="1" spc="-2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주님의 천사가 마리아께 아뢰니</a:t>
            </a:r>
            <a:endParaRPr lang="en-US" altLang="ko-KR" sz="2400" b="1" spc="-2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1000"/>
              </a:spcAft>
            </a:pPr>
            <a:r>
              <a:rPr lang="ko-KR" altLang="en-US" sz="30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성령으로 잉태하셨나이다</a:t>
            </a:r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r>
              <a:rPr lang="ko-KR" altLang="en-US" sz="31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31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</a:t>
            </a:r>
            <a:r>
              <a:rPr lang="ko-KR" altLang="en-US" sz="28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성모송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)</a:t>
            </a: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4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24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b="1" spc="-2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○ </a:t>
            </a:r>
            <a:r>
              <a:rPr lang="ko-KR" altLang="en-US" sz="2400" b="1" spc="-2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주님의 종이오니</a:t>
            </a:r>
            <a:endParaRPr lang="en-US" altLang="ko-KR" sz="2400" b="1" spc="-2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1200"/>
              </a:spcAft>
            </a:pPr>
            <a:r>
              <a:rPr lang="ko-KR" altLang="en-US" sz="30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그대로 제게 이루어지소서</a:t>
            </a:r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!</a:t>
            </a:r>
            <a:r>
              <a:rPr lang="ko-KR" altLang="en-US" sz="28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28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성모송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)</a:t>
            </a:r>
            <a: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endParaRPr lang="en-US" sz="28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="" xmlns:a16="http://schemas.microsoft.com/office/drawing/2014/main" id="{FE387B44-EFCE-CE46-92B1-E681950A9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056" y="305141"/>
            <a:ext cx="3817203" cy="4484305"/>
          </a:xfrm>
          <a:prstGeom prst="rect">
            <a:avLst/>
          </a:prstGeom>
          <a:noFill/>
          <a:ln>
            <a:solidFill>
              <a:schemeClr val="bg1"/>
            </a:solidFill>
            <a:prstDash val="lgDash"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1" hangingPunct="1"/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(</a:t>
            </a:r>
            <a:r>
              <a:rPr kumimoji="0" lang="ko-KR" altLang="en-US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성모송</a:t>
            </a:r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)</a:t>
            </a:r>
          </a:p>
          <a:p>
            <a:pPr lvl="0" algn="ctr" eaLnBrk="1" hangingPunct="1"/>
            <a:endParaRPr kumimoji="0" lang="en-US" altLang="ko-KR" sz="11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/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은총이 가득하신 마리아님</a:t>
            </a:r>
            <a:r>
              <a:rPr kumimoji="0" lang="en-US" altLang="ko-KR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, </a:t>
            </a:r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기뻐하소서</a:t>
            </a:r>
            <a:r>
              <a:rPr kumimoji="0" lang="en-US" altLang="ko-KR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!</a:t>
            </a:r>
            <a:endParaRPr lang="en-US" altLang="ko-KR" sz="2000" b="1" spc="-1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/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주님께서 함께 계시니</a:t>
            </a:r>
            <a:endParaRPr kumimoji="0" lang="en-US" altLang="ko-KR" sz="2000" b="1" i="0" u="none" strike="noStrike" cap="none" spc="-100" normalizeH="0" baseline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>
              <a:lnSpc>
                <a:spcPct val="120000"/>
              </a:lnSpc>
              <a:spcAft>
                <a:spcPts val="1200"/>
              </a:spcAft>
            </a:pPr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여인 중에 복되시며 태중의 </a:t>
            </a:r>
            <a:r>
              <a:rPr kumimoji="0" lang="ko-KR" altLang="en-US" sz="2000" b="1" spc="-1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아들 예수님 또한 복되시나이다</a:t>
            </a:r>
            <a:r>
              <a:rPr kumimoji="0" lang="en-US" altLang="ko-KR" sz="2000" b="1" spc="-1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.</a:t>
            </a:r>
          </a:p>
          <a:p>
            <a:pPr lvl="0" algn="ctr" eaLnBrk="1" hangingPunct="1">
              <a:lnSpc>
                <a:spcPct val="110000"/>
              </a:lnSpc>
            </a:pPr>
            <a:r>
              <a:rPr kumimoji="0"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천주의 성모 마리아님</a:t>
            </a:r>
            <a:r>
              <a:rPr kumimoji="0"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, </a:t>
            </a:r>
            <a:r>
              <a:rPr kumimoji="0"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이</a:t>
            </a:r>
            <a:r>
              <a:rPr kumimoji="0" lang="ko-KR" altLang="en-US" sz="3100" b="1" i="0" u="none" strike="noStrike" cap="none" spc="-20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제와 저희 죽을 때에 저희 죄인을 위하여 빌어주소서</a:t>
            </a:r>
            <a:r>
              <a:rPr kumimoji="0"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. </a:t>
            </a:r>
            <a:r>
              <a:rPr kumimoji="0" lang="ko-KR" altLang="en-US" sz="3100" b="1" i="0" u="none" strike="noStrike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아멘</a:t>
            </a:r>
            <a:r>
              <a:rPr kumimoji="0" lang="en-US" altLang="ko-KR" sz="3100" b="1" i="0" u="none" strike="noStrike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.</a:t>
            </a:r>
            <a:endParaRPr kumimoji="0" lang="en-US" altLang="ko-KR" sz="3100" b="1" i="0" u="none" strike="noStrike" cap="none" spc="-150" normalizeH="0" baseline="0" dirty="0">
              <a:ln>
                <a:noFill/>
              </a:ln>
              <a:solidFill>
                <a:schemeClr val="bg1"/>
              </a:solidFill>
              <a:effectLst/>
              <a:latin typeface="바탕" pitchFamily="18" charset="-127"/>
              <a:ea typeface="바탕" pitchFamily="18" charset="-127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45D9A13-3F59-F542-6D92-D14A3AC40C06}"/>
              </a:ext>
            </a:extLst>
          </p:cNvPr>
          <p:cNvSpPr txBox="1"/>
          <p:nvPr/>
        </p:nvSpPr>
        <p:spPr>
          <a:xfrm>
            <a:off x="6300192" y="484490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08880628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5500" y="-170589"/>
            <a:ext cx="8798695" cy="50424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altLang="ko-KR" sz="1800" b="1" u="sng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ko-KR" altLang="en-US" sz="4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 </a:t>
            </a:r>
            <a:r>
              <a:rPr lang="ko-KR" altLang="en-US" sz="4000" b="1" u="sng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삼종 기도</a:t>
            </a:r>
          </a:p>
          <a:p>
            <a:pPr>
              <a:spcAft>
                <a:spcPts val="1000"/>
              </a:spcAft>
            </a:pPr>
            <a:r>
              <a:rPr lang="ko-KR" altLang="en-US" sz="1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1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en-AU" altLang="ko-KR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        </a:t>
            </a:r>
            <a:r>
              <a:rPr lang="en-AU" altLang="ko-KR" sz="20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0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고개를 숙이며</a:t>
            </a:r>
            <a:r>
              <a:rPr lang="en-US" altLang="ko-KR" sz="20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) </a:t>
            </a:r>
            <a:r>
              <a:rPr lang="ko-KR" altLang="en-US" sz="1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1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○ </a:t>
            </a:r>
            <a:r>
              <a:rPr lang="ko-KR" altLang="en-US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이에 말씀이 사람이 되시어</a:t>
            </a:r>
            <a:endParaRPr lang="en-US" altLang="ko-KR" sz="2400" b="1" spc="-2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1800"/>
              </a:spcAft>
            </a:pPr>
            <a:r>
              <a:rPr lang="ko-KR" altLang="en-US" sz="30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저희 가운데 계시나이다</a:t>
            </a:r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</a:t>
            </a:r>
            <a:r>
              <a:rPr lang="ko-KR" altLang="en-US" sz="24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ko-KR" altLang="en-US" sz="24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성모송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)</a:t>
            </a:r>
          </a:p>
          <a:p>
            <a:r>
              <a:rPr lang="ko-KR" altLang="en-US" sz="28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○ </a:t>
            </a:r>
            <a:r>
              <a:rPr lang="ko-KR" altLang="en-US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천주의 성모님</a:t>
            </a:r>
            <a:r>
              <a:rPr lang="en-US" altLang="ko-KR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, </a:t>
            </a:r>
          </a:p>
          <a:p>
            <a:pPr>
              <a:spcAft>
                <a:spcPts val="1000"/>
              </a:spcAft>
            </a:pPr>
            <a:r>
              <a:rPr lang="en-US" altLang="ko-KR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    </a:t>
            </a:r>
            <a:r>
              <a:rPr lang="ko-KR" altLang="en-US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저희를 위하여 빌어주시어</a:t>
            </a:r>
            <a:endParaRPr lang="en-US" altLang="ko-KR" sz="2400" b="1" spc="-2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ko-KR" altLang="en-US" sz="30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그리스도께서 약속하신 </a:t>
            </a:r>
            <a:endParaRPr lang="en-US" altLang="ko-KR" sz="3100" b="1" spc="-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  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영원한 생명을 얻게 하소서</a:t>
            </a:r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sz="3100" b="1" spc="-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="" xmlns:a16="http://schemas.microsoft.com/office/drawing/2014/main" id="{FE387B44-EFCE-CE46-92B1-E681950A9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056" y="305141"/>
            <a:ext cx="3817203" cy="4484305"/>
          </a:xfrm>
          <a:prstGeom prst="rect">
            <a:avLst/>
          </a:prstGeom>
          <a:noFill/>
          <a:ln>
            <a:solidFill>
              <a:schemeClr val="bg1"/>
            </a:solidFill>
            <a:prstDash val="lgDash"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1" hangingPunct="1"/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(</a:t>
            </a:r>
            <a:r>
              <a:rPr kumimoji="0" lang="ko-KR" altLang="en-US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성모송</a:t>
            </a:r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)</a:t>
            </a:r>
          </a:p>
          <a:p>
            <a:pPr lvl="0" algn="ctr" eaLnBrk="1" hangingPunct="1"/>
            <a:endParaRPr kumimoji="0" lang="en-US" altLang="ko-KR" sz="11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/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은총이 가득하신 마리아님</a:t>
            </a:r>
            <a:r>
              <a:rPr kumimoji="0" lang="en-US" altLang="ko-KR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, </a:t>
            </a:r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기뻐하소서</a:t>
            </a:r>
            <a:r>
              <a:rPr kumimoji="0" lang="en-US" altLang="ko-KR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!</a:t>
            </a:r>
            <a:endParaRPr lang="en-US" altLang="ko-KR" sz="2000" b="1" spc="-1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/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주님께서 함께 계시니</a:t>
            </a:r>
            <a:endParaRPr kumimoji="0" lang="en-US" altLang="ko-KR" sz="2000" b="1" i="0" u="none" strike="noStrike" cap="none" spc="-100" normalizeH="0" baseline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>
              <a:lnSpc>
                <a:spcPct val="120000"/>
              </a:lnSpc>
              <a:spcAft>
                <a:spcPts val="1200"/>
              </a:spcAft>
            </a:pPr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여인 중에 복되시며 태중의 </a:t>
            </a:r>
            <a:r>
              <a:rPr kumimoji="0" lang="ko-KR" altLang="en-US" sz="2000" b="1" spc="-1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아들 예수님 또한 복되시나이다</a:t>
            </a:r>
            <a:r>
              <a:rPr kumimoji="0" lang="en-US" altLang="ko-KR" sz="2000" b="1" spc="-1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.</a:t>
            </a:r>
          </a:p>
          <a:p>
            <a:pPr lvl="0" algn="ctr" eaLnBrk="1" hangingPunct="1">
              <a:lnSpc>
                <a:spcPct val="110000"/>
              </a:lnSpc>
            </a:pPr>
            <a:r>
              <a:rPr kumimoji="0"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천주의 성모 마리아님</a:t>
            </a:r>
            <a:r>
              <a:rPr kumimoji="0"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, </a:t>
            </a:r>
            <a:r>
              <a:rPr kumimoji="0"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이</a:t>
            </a:r>
            <a:r>
              <a:rPr kumimoji="0" lang="ko-KR" altLang="en-US" sz="3100" b="1" i="0" u="none" strike="noStrike" cap="none" spc="-20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제와 저희 죽을 때에 저희 죄인을 위하여 빌어주소서</a:t>
            </a:r>
            <a:r>
              <a:rPr kumimoji="0"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. </a:t>
            </a:r>
            <a:r>
              <a:rPr kumimoji="0" lang="ko-KR" altLang="en-US" sz="3100" b="1" i="0" u="none" strike="noStrike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아멘</a:t>
            </a:r>
            <a:r>
              <a:rPr kumimoji="0" lang="en-US" altLang="ko-KR" sz="3100" b="1" i="0" u="none" strike="noStrike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.</a:t>
            </a:r>
            <a:endParaRPr kumimoji="0" lang="en-US" altLang="ko-KR" sz="3100" b="1" i="0" u="none" strike="noStrike" cap="none" spc="-150" normalizeH="0" baseline="0" dirty="0">
              <a:ln>
                <a:noFill/>
              </a:ln>
              <a:solidFill>
                <a:schemeClr val="bg1"/>
              </a:solidFill>
              <a:effectLst/>
              <a:latin typeface="바탕" pitchFamily="18" charset="-127"/>
              <a:ea typeface="바탕" pitchFamily="18" charset="-127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DA81389A-C9F3-9331-04D3-3D9FC43220E6}"/>
              </a:ext>
            </a:extLst>
          </p:cNvPr>
          <p:cNvSpPr txBox="1"/>
          <p:nvPr/>
        </p:nvSpPr>
        <p:spPr>
          <a:xfrm>
            <a:off x="6300192" y="484490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582102589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51520" y="-20538"/>
            <a:ext cx="8604449" cy="5150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  † </a:t>
            </a:r>
            <a:r>
              <a:rPr lang="ko-KR" altLang="en-US" sz="33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기도합시다</a:t>
            </a:r>
            <a:endParaRPr lang="en-US" altLang="ko-KR" sz="33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lnSpc>
                <a:spcPct val="109000"/>
              </a:lnSpc>
              <a:spcAft>
                <a:spcPts val="1200"/>
              </a:spcAft>
            </a:pPr>
            <a:r>
              <a:rPr lang="ko-KR" altLang="en-US" sz="1200" b="1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1200" b="1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300" b="1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   </a:t>
            </a:r>
            <a:r>
              <a:rPr lang="ko-KR" altLang="en-US" sz="2800" b="1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  </a:t>
            </a: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하느님</a:t>
            </a:r>
            <a:r>
              <a:rPr lang="en-US" altLang="ko-KR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천사의 아룀으로</a:t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성자께서 사람이 되심을 알았으니</a:t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성자의 수난과 십자가로</a:t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부활의 영광에 이르는 은총을</a:t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저희에게 내려주소서</a:t>
            </a:r>
            <a:r>
              <a:rPr lang="en-US" altLang="ko-KR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우리 주 그리스도를 통하여 비나이다</a:t>
            </a:r>
            <a:r>
              <a:rPr lang="en-US" altLang="ko-KR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</a:p>
          <a:p>
            <a:pPr>
              <a:lnSpc>
                <a:spcPct val="109000"/>
              </a:lnSpc>
            </a:pP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  ◎ 아 멘</a:t>
            </a:r>
            <a:endParaRPr lang="en-US" sz="33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A811EDA-B07E-E0E5-BF81-7CB51F32B966}"/>
              </a:ext>
            </a:extLst>
          </p:cNvPr>
          <p:cNvSpPr txBox="1"/>
          <p:nvPr/>
        </p:nvSpPr>
        <p:spPr>
          <a:xfrm>
            <a:off x="6300192" y="484490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444019180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4286422730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0" y="1543324"/>
            <a:ext cx="9144000" cy="1708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84" marR="0" lvl="0" indent="0" algn="ctr" defTabSz="914400" eaLnBrk="1" fontAlgn="auto" latinLnBrk="0" hangingPunct="1">
              <a:lnSpc>
                <a:spcPct val="150000"/>
              </a:lnSpc>
              <a:spcBef>
                <a:spcPts val="924"/>
              </a:spcBef>
              <a:spcAft>
                <a:spcPts val="924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  <a:t>미사가 끝났으니 </a:t>
            </a:r>
            <a:b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</a:br>
            <a: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  <a:t>안녕히 돌아가십시오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object 3"/>
          <p:cNvSpPr txBox="1">
            <a:spLocks/>
          </p:cNvSpPr>
          <p:nvPr/>
        </p:nvSpPr>
        <p:spPr>
          <a:xfrm>
            <a:off x="179512" y="10568"/>
            <a:ext cx="8856984" cy="46494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건지셨다.”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F85566B-944E-78D9-90ED-0CF65E11E870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object 3">
            <a:extLst>
              <a:ext uri="{FF2B5EF4-FFF2-40B4-BE49-F238E27FC236}">
                <a16:creationId xmlns="" xmlns:a16="http://schemas.microsoft.com/office/drawing/2014/main" id="{8B57CD69-B6F1-AC3B-8A41-A0099EB3E13A}"/>
              </a:ext>
            </a:extLst>
          </p:cNvPr>
          <p:cNvSpPr txBox="1">
            <a:spLocks/>
          </p:cNvSpPr>
          <p:nvPr/>
        </p:nvSpPr>
        <p:spPr>
          <a:xfrm>
            <a:off x="395536" y="1248311"/>
            <a:ext cx="5421432" cy="13234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lvl="0" defTabSz="914400">
              <a:lnSpc>
                <a:spcPct val="110000"/>
              </a:lnSpc>
              <a:spcAft>
                <a:spcPts val="2400"/>
              </a:spcAft>
            </a:pPr>
            <a: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주님의 말씀입니다</a:t>
            </a:r>
            <a:r>
              <a:rPr lang="en-US" altLang="ko-KR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</a:p>
          <a:p>
            <a:pPr marL="9938"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 하느님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,</a:t>
            </a: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 감사합니다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altLang="ko-KR" sz="3200" b="1" spc="-100" dirty="0">
              <a:solidFill>
                <a:schemeClr val="bg1"/>
              </a:solidFill>
              <a:latin typeface="Batang" pitchFamily="18" charset="-127"/>
              <a:ea typeface="Batang" pitchFamily="18" charset="-127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79512" y="51470"/>
            <a:ext cx="8928992" cy="48094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32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그러므로 누구든지 사람들 앞에서 나를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안다고 증언하면, 나도 하늘에 계신 내 아버지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앞에서 그를 안다고 증언할 것이다.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33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그러나 누구든지 사람들 앞에서 나를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모른다고 하면, 나도 하늘에 계신 내 아버지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앞에서 그를 모른다고 할 것이다.”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6AD1AEC-E270-D57F-6525-3917C64926A8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40145</TotalTime>
  <Words>2122</Words>
  <Application>Microsoft Office PowerPoint</Application>
  <PresentationFormat>화면 슬라이드 쇼(16:9)</PresentationFormat>
  <Paragraphs>538</Paragraphs>
  <Slides>141</Slides>
  <Notes>84</Notes>
  <HiddenSlides>0</HiddenSlides>
  <MMClips>4</MMClips>
  <ScaleCrop>false</ScaleCrop>
  <HeadingPairs>
    <vt:vector size="4" baseType="variant">
      <vt:variant>
        <vt:lpstr>테마</vt:lpstr>
      </vt:variant>
      <vt:variant>
        <vt:i4>2</vt:i4>
      </vt:variant>
      <vt:variant>
        <vt:lpstr>슬라이드 제목</vt:lpstr>
      </vt:variant>
      <vt:variant>
        <vt:i4>141</vt:i4>
      </vt:variant>
    </vt:vector>
  </HeadingPairs>
  <TitlesOfParts>
    <vt:vector size="143" baseType="lpstr">
      <vt:lpstr>Office Theme</vt:lpstr>
      <vt:lpstr>1_Office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성모 찬송</vt:lpstr>
      <vt:lpstr>성모 찬송</vt:lpstr>
      <vt:lpstr>성모 찬송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입당송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  <vt:lpstr>슬라이드 32</vt:lpstr>
      <vt:lpstr>슬라이드 33</vt:lpstr>
      <vt:lpstr>슬라이드 34</vt:lpstr>
      <vt:lpstr>슬라이드 35</vt:lpstr>
      <vt:lpstr>슬라이드 36</vt:lpstr>
      <vt:lpstr>슬라이드 37</vt:lpstr>
      <vt:lpstr>슬라이드 38</vt:lpstr>
      <vt:lpstr>슬라이드 39</vt:lpstr>
      <vt:lpstr>슬라이드 40</vt:lpstr>
      <vt:lpstr>슬라이드 41</vt:lpstr>
      <vt:lpstr>슬라이드 42</vt:lpstr>
      <vt:lpstr>슬라이드 43</vt:lpstr>
      <vt:lpstr>슬라이드 44</vt:lpstr>
      <vt:lpstr>슬라이드 45</vt:lpstr>
      <vt:lpstr>제 1 독서  신명기의 말씀입니다.</vt:lpstr>
      <vt:lpstr>슬라이드 47</vt:lpstr>
      <vt:lpstr>슬라이드 48</vt:lpstr>
      <vt:lpstr>슬라이드 49</vt:lpstr>
      <vt:lpstr>슬라이드 50</vt:lpstr>
      <vt:lpstr>슬라이드 51</vt:lpstr>
      <vt:lpstr>슬라이드 52</vt:lpstr>
      <vt:lpstr>슬라이드 53</vt:lpstr>
      <vt:lpstr>슬라이드 54</vt:lpstr>
      <vt:lpstr>슬라이드 55</vt:lpstr>
      <vt:lpstr>슬라이드 56</vt:lpstr>
      <vt:lpstr>슬라이드 57</vt:lpstr>
      <vt:lpstr>슬라이드 58</vt:lpstr>
      <vt:lpstr>제 2 독서  사도 바오로의 코린토 1서 말씀입니다.</vt:lpstr>
      <vt:lpstr>슬라이드 60</vt:lpstr>
      <vt:lpstr>슬라이드 61</vt:lpstr>
      <vt:lpstr>슬라이드 62</vt:lpstr>
      <vt:lpstr>슬라이드 63</vt:lpstr>
      <vt:lpstr>슬라이드 64</vt:lpstr>
      <vt:lpstr>슬라이드 65</vt:lpstr>
      <vt:lpstr>슬라이드 66</vt:lpstr>
      <vt:lpstr>슬라이드 67</vt:lpstr>
      <vt:lpstr>슬라이드 68</vt:lpstr>
      <vt:lpstr>슬라이드 69</vt:lpstr>
      <vt:lpstr>슬라이드 70</vt:lpstr>
      <vt:lpstr>슬라이드 71</vt:lpstr>
      <vt:lpstr>슬라이드 72</vt:lpstr>
      <vt:lpstr>슬라이드 73</vt:lpstr>
      <vt:lpstr>슬라이드 74</vt:lpstr>
      <vt:lpstr>슬라이드 75</vt:lpstr>
      <vt:lpstr>슬라이드 76</vt:lpstr>
      <vt:lpstr>슬라이드 77</vt:lpstr>
      <vt:lpstr>슬라이드 78</vt:lpstr>
      <vt:lpstr>슬라이드 79</vt:lpstr>
      <vt:lpstr>슬라이드 80</vt:lpstr>
      <vt:lpstr>슬라이드 81</vt:lpstr>
      <vt:lpstr>슬라이드 82</vt:lpstr>
      <vt:lpstr>슬라이드 83</vt:lpstr>
      <vt:lpstr>슬라이드 84</vt:lpstr>
      <vt:lpstr>슬라이드 85</vt:lpstr>
      <vt:lpstr>슬라이드 86</vt:lpstr>
      <vt:lpstr>슬라이드 87</vt:lpstr>
      <vt:lpstr>슬라이드 88</vt:lpstr>
      <vt:lpstr>슬라이드 89</vt:lpstr>
      <vt:lpstr>슬라이드 90</vt:lpstr>
      <vt:lpstr>슬라이드 91</vt:lpstr>
      <vt:lpstr>슬라이드 92</vt:lpstr>
      <vt:lpstr>슬라이드 93</vt:lpstr>
      <vt:lpstr>슬라이드 94</vt:lpstr>
      <vt:lpstr>슬라이드 95</vt:lpstr>
      <vt:lpstr>슬라이드 96</vt:lpstr>
      <vt:lpstr>슬라이드 97</vt:lpstr>
      <vt:lpstr>슬라이드 98</vt:lpstr>
      <vt:lpstr>슬라이드 99</vt:lpstr>
      <vt:lpstr>슬라이드 100</vt:lpstr>
      <vt:lpstr>슬라이드 101</vt:lpstr>
      <vt:lpstr>슬라이드 102</vt:lpstr>
      <vt:lpstr>슬라이드 103</vt:lpstr>
      <vt:lpstr>슬라이드 104</vt:lpstr>
      <vt:lpstr>슬라이드 105</vt:lpstr>
      <vt:lpstr>슬라이드 106</vt:lpstr>
      <vt:lpstr>슬라이드 107</vt:lpstr>
      <vt:lpstr>슬라이드 108</vt:lpstr>
      <vt:lpstr>슬라이드 109</vt:lpstr>
      <vt:lpstr>슬라이드 110</vt:lpstr>
      <vt:lpstr>영성체</vt:lpstr>
      <vt:lpstr>슬라이드 112</vt:lpstr>
      <vt:lpstr>영성체송</vt:lpstr>
      <vt:lpstr>슬라이드 114</vt:lpstr>
      <vt:lpstr>슬라이드 115</vt:lpstr>
      <vt:lpstr>슬라이드 116</vt:lpstr>
      <vt:lpstr>슬라이드 117</vt:lpstr>
      <vt:lpstr>슬라이드 118</vt:lpstr>
      <vt:lpstr>슬라이드 119</vt:lpstr>
      <vt:lpstr>슬라이드 120</vt:lpstr>
      <vt:lpstr>슬라이드 121</vt:lpstr>
      <vt:lpstr>슬라이드 122</vt:lpstr>
      <vt:lpstr>슬라이드 123</vt:lpstr>
      <vt:lpstr>슬라이드 124</vt:lpstr>
      <vt:lpstr>슬라이드 125</vt:lpstr>
      <vt:lpstr>슬라이드 126</vt:lpstr>
      <vt:lpstr>슬라이드 127</vt:lpstr>
      <vt:lpstr>슬라이드 128</vt:lpstr>
      <vt:lpstr>슬라이드 129</vt:lpstr>
      <vt:lpstr>파 견</vt:lpstr>
      <vt:lpstr>슬라이드 131</vt:lpstr>
      <vt:lpstr>슬라이드 132</vt:lpstr>
      <vt:lpstr>슬라이드 133</vt:lpstr>
      <vt:lpstr>슬라이드 134</vt:lpstr>
      <vt:lpstr>슬라이드 135</vt:lpstr>
      <vt:lpstr>슬라이드 136</vt:lpstr>
      <vt:lpstr>슬라이드 137</vt:lpstr>
      <vt:lpstr>슬라이드 138</vt:lpstr>
      <vt:lpstr>슬라이드 139</vt:lpstr>
      <vt:lpstr>슬라이드 140</vt:lpstr>
      <vt:lpstr>슬라이드 141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Scott</cp:lastModifiedBy>
  <cp:revision>2039</cp:revision>
  <dcterms:created xsi:type="dcterms:W3CDTF">2016-08-30T00:06:00Z</dcterms:created>
  <dcterms:modified xsi:type="dcterms:W3CDTF">2026-06-29T21:05:28Z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2016-08-27T00:00:00Z</vt:filetime>
  </property>
  <property fmtid="{D5CDD505-2E9C-101B-9397-08002B2CF9AE}" pid="3" name="Creator">
    <vt:lpwstr>Adobe InDesign CC 2015 (Macintosh)</vt:lpwstr>
  </property>
  <property fmtid="{D5CDD505-2E9C-101B-9397-08002B2CF9AE}" pid="4" name="LastSaved">
    <vt:filetime>2016-08-30T00:00:00Z</vt:filetime>
  </property>
</Properties>
</file>
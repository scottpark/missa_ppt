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1678" r:id="rId2"/>
    <p:sldId id="2492" r:id="rId3"/>
    <p:sldId id="2493" r:id="rId4"/>
  </p:sldIdLst>
  <p:sldSz cx="9144000" cy="5143500" type="screen16x9"/>
  <p:notesSz cx="10693400" cy="7562850"/>
  <p:defaultTextStyle>
    <a:defPPr>
      <a:defRPr lang="en-US"/>
    </a:defPPr>
    <a:lvl1pPr marL="0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57779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715558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73337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431116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788895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146673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504453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862232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59">
          <p15:clr>
            <a:srgbClr val="A4A3A4"/>
          </p15:clr>
        </p15:guide>
        <p15:guide id="2" pos="184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FFCC"/>
    <a:srgbClr val="FFFFFF"/>
    <a:srgbClr val="FFFF99"/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854" autoAdjust="0"/>
    <p:restoredTop sz="92015" autoAdjust="0"/>
  </p:normalViewPr>
  <p:slideViewPr>
    <p:cSldViewPr>
      <p:cViewPr varScale="1">
        <p:scale>
          <a:sx n="91" d="100"/>
          <a:sy n="91" d="100"/>
        </p:scale>
        <p:origin x="270" y="66"/>
      </p:cViewPr>
      <p:guideLst>
        <p:guide orient="horz" pos="1959"/>
        <p:guide pos="1847"/>
      </p:guideLst>
    </p:cSldViewPr>
  </p:slideViewPr>
  <p:outlineViewPr>
    <p:cViewPr>
      <p:scale>
        <a:sx n="33" d="100"/>
        <a:sy n="33" d="100"/>
      </p:scale>
      <p:origin x="0" y="8358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633913" cy="377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057900" y="0"/>
            <a:ext cx="4632325" cy="377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8ACA7C-5262-4C8E-AE19-3DA31B6A1CDA}" type="datetimeFigureOut">
              <a:rPr lang="en-AU" smtClean="0"/>
              <a:pPr/>
              <a:t>10/10/2024</a:t>
            </a:fld>
            <a:endParaRPr lang="en-AU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25750" y="566738"/>
            <a:ext cx="5041900" cy="28368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69975" y="3592513"/>
            <a:ext cx="8553450" cy="3403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183438"/>
            <a:ext cx="4633913" cy="377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057900" y="7183438"/>
            <a:ext cx="4632325" cy="377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B3FD64-BF31-4C61-B552-27E91C04657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05940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57779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715558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73337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431116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88895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146673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504453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862232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421966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65835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681872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679502" y="681930"/>
            <a:ext cx="7783803" cy="7600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bk object 17"/>
          <p:cNvSpPr/>
          <p:nvPr/>
        </p:nvSpPr>
        <p:spPr>
          <a:xfrm>
            <a:off x="680860" y="2166917"/>
            <a:ext cx="6019076" cy="6358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bk object 18"/>
          <p:cNvSpPr/>
          <p:nvPr/>
        </p:nvSpPr>
        <p:spPr>
          <a:xfrm>
            <a:off x="1402117" y="1480654"/>
            <a:ext cx="6972029" cy="34549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bk object 19"/>
          <p:cNvSpPr/>
          <p:nvPr/>
        </p:nvSpPr>
        <p:spPr>
          <a:xfrm>
            <a:off x="2137460" y="1562761"/>
            <a:ext cx="178101" cy="74712"/>
          </a:xfrm>
          <a:custGeom>
            <a:avLst/>
            <a:gdLst/>
            <a:ahLst/>
            <a:cxnLst/>
            <a:rect l="l" t="t" r="r" b="b"/>
            <a:pathLst>
              <a:path w="208280" h="109855">
                <a:moveTo>
                  <a:pt x="182460" y="16078"/>
                </a:moveTo>
                <a:lnTo>
                  <a:pt x="193528" y="23836"/>
                </a:lnTo>
                <a:lnTo>
                  <a:pt x="201434" y="32821"/>
                </a:lnTo>
                <a:lnTo>
                  <a:pt x="206178" y="43033"/>
                </a:lnTo>
                <a:lnTo>
                  <a:pt x="207759" y="54470"/>
                </a:lnTo>
                <a:lnTo>
                  <a:pt x="206178" y="65805"/>
                </a:lnTo>
                <a:lnTo>
                  <a:pt x="167168" y="100035"/>
                </a:lnTo>
                <a:lnTo>
                  <a:pt x="127879" y="108221"/>
                </a:lnTo>
                <a:lnTo>
                  <a:pt x="103885" y="109245"/>
                </a:lnTo>
                <a:lnTo>
                  <a:pt x="79754" y="108221"/>
                </a:lnTo>
                <a:lnTo>
                  <a:pt x="40315" y="100035"/>
                </a:lnTo>
                <a:lnTo>
                  <a:pt x="6249" y="75982"/>
                </a:lnTo>
                <a:lnTo>
                  <a:pt x="0" y="54470"/>
                </a:lnTo>
                <a:lnTo>
                  <a:pt x="1562" y="43033"/>
                </a:lnTo>
                <a:lnTo>
                  <a:pt x="40201" y="9043"/>
                </a:lnTo>
                <a:lnTo>
                  <a:pt x="79639" y="1004"/>
                </a:lnTo>
                <a:lnTo>
                  <a:pt x="103885" y="0"/>
                </a:lnTo>
                <a:lnTo>
                  <a:pt x="127991" y="1004"/>
                </a:lnTo>
                <a:lnTo>
                  <a:pt x="149121" y="4019"/>
                </a:lnTo>
                <a:lnTo>
                  <a:pt x="167277" y="9043"/>
                </a:lnTo>
                <a:lnTo>
                  <a:pt x="182460" y="1607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0" name="bk object 20"/>
          <p:cNvSpPr/>
          <p:nvPr/>
        </p:nvSpPr>
        <p:spPr>
          <a:xfrm>
            <a:off x="2152218" y="1573091"/>
            <a:ext cx="148237" cy="53551"/>
          </a:xfrm>
          <a:custGeom>
            <a:avLst/>
            <a:gdLst/>
            <a:ahLst/>
            <a:cxnLst/>
            <a:rect l="l" t="t" r="r" b="b"/>
            <a:pathLst>
              <a:path w="173355" h="78739">
                <a:moveTo>
                  <a:pt x="20840" y="11302"/>
                </a:moveTo>
                <a:lnTo>
                  <a:pt x="11722" y="16960"/>
                </a:lnTo>
                <a:lnTo>
                  <a:pt x="5210" y="23510"/>
                </a:lnTo>
                <a:lnTo>
                  <a:pt x="1302" y="30951"/>
                </a:lnTo>
                <a:lnTo>
                  <a:pt x="0" y="39281"/>
                </a:lnTo>
                <a:lnTo>
                  <a:pt x="1302" y="47489"/>
                </a:lnTo>
                <a:lnTo>
                  <a:pt x="33432" y="72043"/>
                </a:lnTo>
                <a:lnTo>
                  <a:pt x="86626" y="78574"/>
                </a:lnTo>
                <a:lnTo>
                  <a:pt x="106786" y="77848"/>
                </a:lnTo>
                <a:lnTo>
                  <a:pt x="152107" y="66967"/>
                </a:lnTo>
                <a:lnTo>
                  <a:pt x="173240" y="39281"/>
                </a:lnTo>
                <a:lnTo>
                  <a:pt x="171919" y="30951"/>
                </a:lnTo>
                <a:lnTo>
                  <a:pt x="139415" y="6359"/>
                </a:lnTo>
                <a:lnTo>
                  <a:pt x="86626" y="0"/>
                </a:lnTo>
                <a:lnTo>
                  <a:pt x="66435" y="707"/>
                </a:lnTo>
                <a:lnTo>
                  <a:pt x="48742" y="2827"/>
                </a:lnTo>
                <a:lnTo>
                  <a:pt x="33545" y="6359"/>
                </a:lnTo>
                <a:lnTo>
                  <a:pt x="20840" y="1130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1" name="bk object 21"/>
          <p:cNvSpPr/>
          <p:nvPr/>
        </p:nvSpPr>
        <p:spPr>
          <a:xfrm>
            <a:off x="2119552" y="1660543"/>
            <a:ext cx="213395" cy="69098"/>
          </a:xfrm>
          <a:custGeom>
            <a:avLst/>
            <a:gdLst/>
            <a:ahLst/>
            <a:cxnLst/>
            <a:rect l="l" t="t" r="r" b="b"/>
            <a:pathLst>
              <a:path w="249555" h="101600">
                <a:moveTo>
                  <a:pt x="249237" y="7442"/>
                </a:moveTo>
                <a:lnTo>
                  <a:pt x="249237" y="12598"/>
                </a:lnTo>
                <a:lnTo>
                  <a:pt x="246760" y="15176"/>
                </a:lnTo>
                <a:lnTo>
                  <a:pt x="241795" y="15176"/>
                </a:lnTo>
                <a:lnTo>
                  <a:pt x="194170" y="15176"/>
                </a:lnTo>
                <a:lnTo>
                  <a:pt x="194170" y="91973"/>
                </a:lnTo>
                <a:lnTo>
                  <a:pt x="194170" y="94754"/>
                </a:lnTo>
                <a:lnTo>
                  <a:pt x="193179" y="97027"/>
                </a:lnTo>
                <a:lnTo>
                  <a:pt x="191198" y="98818"/>
                </a:lnTo>
                <a:lnTo>
                  <a:pt x="189610" y="100406"/>
                </a:lnTo>
                <a:lnTo>
                  <a:pt x="187629" y="101193"/>
                </a:lnTo>
                <a:lnTo>
                  <a:pt x="185242" y="101193"/>
                </a:lnTo>
                <a:lnTo>
                  <a:pt x="182867" y="101193"/>
                </a:lnTo>
                <a:lnTo>
                  <a:pt x="180873" y="100507"/>
                </a:lnTo>
                <a:lnTo>
                  <a:pt x="179298" y="99110"/>
                </a:lnTo>
                <a:lnTo>
                  <a:pt x="177507" y="97332"/>
                </a:lnTo>
                <a:lnTo>
                  <a:pt x="176618" y="95046"/>
                </a:lnTo>
                <a:lnTo>
                  <a:pt x="176618" y="92265"/>
                </a:lnTo>
                <a:lnTo>
                  <a:pt x="176618" y="15176"/>
                </a:lnTo>
                <a:lnTo>
                  <a:pt x="81660" y="15176"/>
                </a:lnTo>
                <a:lnTo>
                  <a:pt x="81660" y="38696"/>
                </a:lnTo>
                <a:lnTo>
                  <a:pt x="81270" y="46692"/>
                </a:lnTo>
                <a:lnTo>
                  <a:pt x="68487" y="83932"/>
                </a:lnTo>
                <a:lnTo>
                  <a:pt x="55473" y="97828"/>
                </a:lnTo>
                <a:lnTo>
                  <a:pt x="53085" y="97624"/>
                </a:lnTo>
                <a:lnTo>
                  <a:pt x="43560" y="88988"/>
                </a:lnTo>
                <a:lnTo>
                  <a:pt x="43167" y="86410"/>
                </a:lnTo>
                <a:lnTo>
                  <a:pt x="43954" y="84226"/>
                </a:lnTo>
                <a:lnTo>
                  <a:pt x="45948" y="82448"/>
                </a:lnTo>
                <a:lnTo>
                  <a:pt x="51701" y="76695"/>
                </a:lnTo>
                <a:lnTo>
                  <a:pt x="56057" y="70243"/>
                </a:lnTo>
                <a:lnTo>
                  <a:pt x="59042" y="63093"/>
                </a:lnTo>
                <a:lnTo>
                  <a:pt x="62217" y="55359"/>
                </a:lnTo>
                <a:lnTo>
                  <a:pt x="63804" y="47129"/>
                </a:lnTo>
                <a:lnTo>
                  <a:pt x="63804" y="38392"/>
                </a:lnTo>
                <a:lnTo>
                  <a:pt x="63804" y="15176"/>
                </a:lnTo>
                <a:lnTo>
                  <a:pt x="7848" y="15176"/>
                </a:lnTo>
                <a:lnTo>
                  <a:pt x="2489" y="15176"/>
                </a:lnTo>
                <a:lnTo>
                  <a:pt x="0" y="12598"/>
                </a:lnTo>
                <a:lnTo>
                  <a:pt x="406" y="7442"/>
                </a:lnTo>
                <a:lnTo>
                  <a:pt x="596" y="2476"/>
                </a:lnTo>
                <a:lnTo>
                  <a:pt x="3568" y="0"/>
                </a:lnTo>
                <a:lnTo>
                  <a:pt x="9334" y="0"/>
                </a:lnTo>
                <a:lnTo>
                  <a:pt x="241211" y="0"/>
                </a:lnTo>
                <a:lnTo>
                  <a:pt x="246367" y="0"/>
                </a:lnTo>
                <a:lnTo>
                  <a:pt x="249046" y="2476"/>
                </a:lnTo>
                <a:lnTo>
                  <a:pt x="249237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2" name="bk object 22"/>
          <p:cNvSpPr/>
          <p:nvPr/>
        </p:nvSpPr>
        <p:spPr>
          <a:xfrm>
            <a:off x="2567606" y="1581590"/>
            <a:ext cx="186246" cy="10365"/>
          </a:xfrm>
          <a:custGeom>
            <a:avLst/>
            <a:gdLst/>
            <a:ahLst/>
            <a:cxnLst/>
            <a:rect l="l" t="t" r="r" b="b"/>
            <a:pathLst>
              <a:path w="217805" h="15239">
                <a:moveTo>
                  <a:pt x="217284" y="7442"/>
                </a:moveTo>
                <a:lnTo>
                  <a:pt x="217474" y="12598"/>
                </a:lnTo>
                <a:lnTo>
                  <a:pt x="215099" y="15176"/>
                </a:lnTo>
                <a:lnTo>
                  <a:pt x="210146" y="15176"/>
                </a:lnTo>
                <a:lnTo>
                  <a:pt x="8331" y="15176"/>
                </a:lnTo>
                <a:lnTo>
                  <a:pt x="2768" y="15176"/>
                </a:lnTo>
                <a:lnTo>
                  <a:pt x="0" y="12598"/>
                </a:lnTo>
                <a:lnTo>
                  <a:pt x="0" y="7442"/>
                </a:lnTo>
                <a:lnTo>
                  <a:pt x="0" y="2489"/>
                </a:lnTo>
                <a:lnTo>
                  <a:pt x="2768" y="0"/>
                </a:lnTo>
                <a:lnTo>
                  <a:pt x="8331" y="0"/>
                </a:lnTo>
                <a:lnTo>
                  <a:pt x="209245" y="0"/>
                </a:lnTo>
                <a:lnTo>
                  <a:pt x="214401" y="0"/>
                </a:lnTo>
                <a:lnTo>
                  <a:pt x="217081" y="2489"/>
                </a:lnTo>
                <a:lnTo>
                  <a:pt x="217284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3" name="bk object 23"/>
          <p:cNvSpPr/>
          <p:nvPr/>
        </p:nvSpPr>
        <p:spPr>
          <a:xfrm>
            <a:off x="2607310" y="1560541"/>
            <a:ext cx="106970" cy="10365"/>
          </a:xfrm>
          <a:custGeom>
            <a:avLst/>
            <a:gdLst/>
            <a:ahLst/>
            <a:cxnLst/>
            <a:rect l="l" t="t" r="r" b="b"/>
            <a:pathLst>
              <a:path w="125094" h="15239">
                <a:moveTo>
                  <a:pt x="124421" y="7429"/>
                </a:moveTo>
                <a:lnTo>
                  <a:pt x="124612" y="12598"/>
                </a:lnTo>
                <a:lnTo>
                  <a:pt x="122339" y="15176"/>
                </a:lnTo>
                <a:lnTo>
                  <a:pt x="117576" y="15176"/>
                </a:lnTo>
                <a:lnTo>
                  <a:pt x="8331" y="15176"/>
                </a:lnTo>
                <a:lnTo>
                  <a:pt x="2781" y="15176"/>
                </a:lnTo>
                <a:lnTo>
                  <a:pt x="0" y="12598"/>
                </a:lnTo>
                <a:lnTo>
                  <a:pt x="0" y="7429"/>
                </a:lnTo>
                <a:lnTo>
                  <a:pt x="0" y="2476"/>
                </a:lnTo>
                <a:lnTo>
                  <a:pt x="2781" y="0"/>
                </a:lnTo>
                <a:lnTo>
                  <a:pt x="8331" y="0"/>
                </a:lnTo>
                <a:lnTo>
                  <a:pt x="116382" y="0"/>
                </a:lnTo>
                <a:lnTo>
                  <a:pt x="121539" y="0"/>
                </a:lnTo>
                <a:lnTo>
                  <a:pt x="124218" y="2476"/>
                </a:lnTo>
                <a:lnTo>
                  <a:pt x="124421" y="742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4" name="bk object 24"/>
          <p:cNvSpPr/>
          <p:nvPr/>
        </p:nvSpPr>
        <p:spPr>
          <a:xfrm>
            <a:off x="2579054" y="1599003"/>
            <a:ext cx="163441" cy="42755"/>
          </a:xfrm>
          <a:custGeom>
            <a:avLst/>
            <a:gdLst/>
            <a:ahLst/>
            <a:cxnLst/>
            <a:rect l="l" t="t" r="r" b="b"/>
            <a:pathLst>
              <a:path w="191135" h="62864">
                <a:moveTo>
                  <a:pt x="166687" y="8928"/>
                </a:moveTo>
                <a:lnTo>
                  <a:pt x="177238" y="13445"/>
                </a:lnTo>
                <a:lnTo>
                  <a:pt x="184775" y="18672"/>
                </a:lnTo>
                <a:lnTo>
                  <a:pt x="189297" y="24608"/>
                </a:lnTo>
                <a:lnTo>
                  <a:pt x="190804" y="31254"/>
                </a:lnTo>
                <a:lnTo>
                  <a:pt x="189297" y="37779"/>
                </a:lnTo>
                <a:lnTo>
                  <a:pt x="152514" y="57609"/>
                </a:lnTo>
                <a:lnTo>
                  <a:pt x="95250" y="62801"/>
                </a:lnTo>
                <a:lnTo>
                  <a:pt x="73597" y="62225"/>
                </a:lnTo>
                <a:lnTo>
                  <a:pt x="23812" y="53568"/>
                </a:lnTo>
                <a:lnTo>
                  <a:pt x="0" y="31254"/>
                </a:lnTo>
                <a:lnTo>
                  <a:pt x="1488" y="24608"/>
                </a:lnTo>
                <a:lnTo>
                  <a:pt x="37878" y="5020"/>
                </a:lnTo>
                <a:lnTo>
                  <a:pt x="95250" y="0"/>
                </a:lnTo>
                <a:lnTo>
                  <a:pt x="116795" y="557"/>
                </a:lnTo>
                <a:lnTo>
                  <a:pt x="135883" y="2230"/>
                </a:lnTo>
                <a:lnTo>
                  <a:pt x="152514" y="5020"/>
                </a:lnTo>
                <a:lnTo>
                  <a:pt x="166687" y="892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5" name="bk object 25"/>
          <p:cNvSpPr/>
          <p:nvPr/>
        </p:nvSpPr>
        <p:spPr>
          <a:xfrm>
            <a:off x="2594583" y="1609325"/>
            <a:ext cx="132490" cy="22024"/>
          </a:xfrm>
          <a:custGeom>
            <a:avLst/>
            <a:gdLst/>
            <a:ahLst/>
            <a:cxnLst/>
            <a:rect l="l" t="t" r="r" b="b"/>
            <a:pathLst>
              <a:path w="154939" h="32385">
                <a:moveTo>
                  <a:pt x="19050" y="4470"/>
                </a:moveTo>
                <a:lnTo>
                  <a:pt x="6350" y="7251"/>
                </a:lnTo>
                <a:lnTo>
                  <a:pt x="0" y="11112"/>
                </a:lnTo>
                <a:lnTo>
                  <a:pt x="0" y="16078"/>
                </a:lnTo>
                <a:lnTo>
                  <a:pt x="0" y="20840"/>
                </a:lnTo>
                <a:lnTo>
                  <a:pt x="43678" y="30953"/>
                </a:lnTo>
                <a:lnTo>
                  <a:pt x="77089" y="32143"/>
                </a:lnTo>
                <a:lnTo>
                  <a:pt x="94783" y="31846"/>
                </a:lnTo>
                <a:lnTo>
                  <a:pt x="135140" y="27381"/>
                </a:lnTo>
                <a:lnTo>
                  <a:pt x="154482" y="20840"/>
                </a:lnTo>
                <a:lnTo>
                  <a:pt x="154482" y="16078"/>
                </a:lnTo>
                <a:lnTo>
                  <a:pt x="154482" y="11112"/>
                </a:lnTo>
                <a:lnTo>
                  <a:pt x="110501" y="1116"/>
                </a:lnTo>
                <a:lnTo>
                  <a:pt x="77089" y="0"/>
                </a:lnTo>
                <a:lnTo>
                  <a:pt x="59287" y="278"/>
                </a:lnTo>
                <a:lnTo>
                  <a:pt x="43678" y="1116"/>
                </a:lnTo>
                <a:lnTo>
                  <a:pt x="30265" y="2512"/>
                </a:lnTo>
                <a:lnTo>
                  <a:pt x="19050" y="44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6" name="bk object 26"/>
          <p:cNvSpPr/>
          <p:nvPr/>
        </p:nvSpPr>
        <p:spPr>
          <a:xfrm>
            <a:off x="2553945" y="1638277"/>
            <a:ext cx="213395" cy="25480"/>
          </a:xfrm>
          <a:custGeom>
            <a:avLst/>
            <a:gdLst/>
            <a:ahLst/>
            <a:cxnLst/>
            <a:rect l="l" t="t" r="r" b="b"/>
            <a:pathLst>
              <a:path w="249555" h="37464">
                <a:moveTo>
                  <a:pt x="240106" y="21717"/>
                </a:moveTo>
                <a:lnTo>
                  <a:pt x="242887" y="21717"/>
                </a:lnTo>
                <a:lnTo>
                  <a:pt x="245059" y="22517"/>
                </a:lnTo>
                <a:lnTo>
                  <a:pt x="246659" y="24104"/>
                </a:lnTo>
                <a:lnTo>
                  <a:pt x="248246" y="25488"/>
                </a:lnTo>
                <a:lnTo>
                  <a:pt x="249034" y="27279"/>
                </a:lnTo>
                <a:lnTo>
                  <a:pt x="249034" y="29464"/>
                </a:lnTo>
                <a:lnTo>
                  <a:pt x="249034" y="31445"/>
                </a:lnTo>
                <a:lnTo>
                  <a:pt x="248335" y="33134"/>
                </a:lnTo>
                <a:lnTo>
                  <a:pt x="246951" y="34518"/>
                </a:lnTo>
                <a:lnTo>
                  <a:pt x="245567" y="36309"/>
                </a:lnTo>
                <a:lnTo>
                  <a:pt x="243573" y="37198"/>
                </a:lnTo>
                <a:lnTo>
                  <a:pt x="240995" y="37198"/>
                </a:lnTo>
                <a:lnTo>
                  <a:pt x="8229" y="37198"/>
                </a:lnTo>
                <a:lnTo>
                  <a:pt x="2679" y="37198"/>
                </a:lnTo>
                <a:lnTo>
                  <a:pt x="0" y="34620"/>
                </a:lnTo>
                <a:lnTo>
                  <a:pt x="190" y="29464"/>
                </a:lnTo>
                <a:lnTo>
                  <a:pt x="393" y="24307"/>
                </a:lnTo>
                <a:lnTo>
                  <a:pt x="3365" y="21717"/>
                </a:lnTo>
                <a:lnTo>
                  <a:pt x="9131" y="21717"/>
                </a:lnTo>
                <a:lnTo>
                  <a:pt x="115684" y="21717"/>
                </a:lnTo>
                <a:lnTo>
                  <a:pt x="115684" y="0"/>
                </a:lnTo>
                <a:lnTo>
                  <a:pt x="132956" y="0"/>
                </a:lnTo>
                <a:lnTo>
                  <a:pt x="132956" y="21717"/>
                </a:lnTo>
                <a:lnTo>
                  <a:pt x="240106" y="21717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7" name="bk object 27"/>
          <p:cNvSpPr/>
          <p:nvPr/>
        </p:nvSpPr>
        <p:spPr>
          <a:xfrm>
            <a:off x="2571505" y="1680780"/>
            <a:ext cx="175386" cy="48369"/>
          </a:xfrm>
          <a:custGeom>
            <a:avLst/>
            <a:gdLst/>
            <a:ahLst/>
            <a:cxnLst/>
            <a:rect l="l" t="t" r="r" b="b"/>
            <a:pathLst>
              <a:path w="205105" h="71119">
                <a:moveTo>
                  <a:pt x="196646" y="6261"/>
                </a:moveTo>
                <a:lnTo>
                  <a:pt x="202006" y="10617"/>
                </a:lnTo>
                <a:lnTo>
                  <a:pt x="204685" y="16573"/>
                </a:lnTo>
                <a:lnTo>
                  <a:pt x="204685" y="24117"/>
                </a:lnTo>
                <a:lnTo>
                  <a:pt x="204685" y="61328"/>
                </a:lnTo>
                <a:lnTo>
                  <a:pt x="204685" y="64300"/>
                </a:lnTo>
                <a:lnTo>
                  <a:pt x="203695" y="66674"/>
                </a:lnTo>
                <a:lnTo>
                  <a:pt x="201714" y="68465"/>
                </a:lnTo>
                <a:lnTo>
                  <a:pt x="200126" y="70053"/>
                </a:lnTo>
                <a:lnTo>
                  <a:pt x="198145" y="70853"/>
                </a:lnTo>
                <a:lnTo>
                  <a:pt x="195757" y="70853"/>
                </a:lnTo>
                <a:lnTo>
                  <a:pt x="193179" y="70853"/>
                </a:lnTo>
                <a:lnTo>
                  <a:pt x="191096" y="69951"/>
                </a:lnTo>
                <a:lnTo>
                  <a:pt x="189509" y="68173"/>
                </a:lnTo>
                <a:lnTo>
                  <a:pt x="187718" y="66382"/>
                </a:lnTo>
                <a:lnTo>
                  <a:pt x="186829" y="64007"/>
                </a:lnTo>
                <a:lnTo>
                  <a:pt x="186829" y="61023"/>
                </a:lnTo>
                <a:lnTo>
                  <a:pt x="186829" y="26200"/>
                </a:lnTo>
                <a:lnTo>
                  <a:pt x="186829" y="22428"/>
                </a:lnTo>
                <a:lnTo>
                  <a:pt x="185940" y="19748"/>
                </a:lnTo>
                <a:lnTo>
                  <a:pt x="184150" y="18160"/>
                </a:lnTo>
                <a:lnTo>
                  <a:pt x="182168" y="16382"/>
                </a:lnTo>
                <a:lnTo>
                  <a:pt x="178892" y="15481"/>
                </a:lnTo>
                <a:lnTo>
                  <a:pt x="174332" y="15481"/>
                </a:lnTo>
                <a:lnTo>
                  <a:pt x="8229" y="15481"/>
                </a:lnTo>
                <a:lnTo>
                  <a:pt x="2882" y="15481"/>
                </a:lnTo>
                <a:lnTo>
                  <a:pt x="203" y="12903"/>
                </a:lnTo>
                <a:lnTo>
                  <a:pt x="203" y="7746"/>
                </a:lnTo>
                <a:lnTo>
                  <a:pt x="0" y="2590"/>
                </a:lnTo>
                <a:lnTo>
                  <a:pt x="2679" y="0"/>
                </a:lnTo>
                <a:lnTo>
                  <a:pt x="8229" y="0"/>
                </a:lnTo>
                <a:lnTo>
                  <a:pt x="174917" y="0"/>
                </a:lnTo>
                <a:lnTo>
                  <a:pt x="184048" y="0"/>
                </a:lnTo>
                <a:lnTo>
                  <a:pt x="191300" y="2095"/>
                </a:lnTo>
                <a:lnTo>
                  <a:pt x="196646" y="6261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8" name="bk object 28"/>
          <p:cNvSpPr/>
          <p:nvPr/>
        </p:nvSpPr>
        <p:spPr>
          <a:xfrm>
            <a:off x="2909943" y="1565187"/>
            <a:ext cx="93938" cy="148561"/>
          </a:xfrm>
          <a:custGeom>
            <a:avLst/>
            <a:gdLst/>
            <a:ahLst/>
            <a:cxnLst/>
            <a:rect l="l" t="t" r="r" b="b"/>
            <a:pathLst>
              <a:path w="109854" h="218439">
                <a:moveTo>
                  <a:pt x="96735" y="33045"/>
                </a:moveTo>
                <a:lnTo>
                  <a:pt x="102462" y="48859"/>
                </a:lnTo>
                <a:lnTo>
                  <a:pt x="106554" y="66830"/>
                </a:lnTo>
                <a:lnTo>
                  <a:pt x="109010" y="86959"/>
                </a:lnTo>
                <a:lnTo>
                  <a:pt x="109829" y="109245"/>
                </a:lnTo>
                <a:lnTo>
                  <a:pt x="109010" y="131255"/>
                </a:lnTo>
                <a:lnTo>
                  <a:pt x="102462" y="168911"/>
                </a:lnTo>
                <a:lnTo>
                  <a:pt x="78949" y="209559"/>
                </a:lnTo>
                <a:lnTo>
                  <a:pt x="54762" y="217893"/>
                </a:lnTo>
                <a:lnTo>
                  <a:pt x="41873" y="215810"/>
                </a:lnTo>
                <a:lnTo>
                  <a:pt x="12801" y="184556"/>
                </a:lnTo>
                <a:lnTo>
                  <a:pt x="800" y="131255"/>
                </a:lnTo>
                <a:lnTo>
                  <a:pt x="0" y="109245"/>
                </a:lnTo>
                <a:lnTo>
                  <a:pt x="800" y="86959"/>
                </a:lnTo>
                <a:lnTo>
                  <a:pt x="7200" y="48859"/>
                </a:lnTo>
                <a:lnTo>
                  <a:pt x="30581" y="8264"/>
                </a:lnTo>
                <a:lnTo>
                  <a:pt x="54762" y="0"/>
                </a:lnTo>
                <a:lnTo>
                  <a:pt x="67657" y="2066"/>
                </a:lnTo>
                <a:lnTo>
                  <a:pt x="78949" y="8264"/>
                </a:lnTo>
                <a:lnTo>
                  <a:pt x="88641" y="18591"/>
                </a:lnTo>
                <a:lnTo>
                  <a:pt x="96735" y="3304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9" name="bk object 29"/>
          <p:cNvSpPr/>
          <p:nvPr/>
        </p:nvSpPr>
        <p:spPr>
          <a:xfrm>
            <a:off x="2925212" y="1575517"/>
            <a:ext cx="63530" cy="127832"/>
          </a:xfrm>
          <a:custGeom>
            <a:avLst/>
            <a:gdLst/>
            <a:ahLst/>
            <a:cxnLst/>
            <a:rect l="l" t="t" r="r" b="b"/>
            <a:pathLst>
              <a:path w="74295" h="187960">
                <a:moveTo>
                  <a:pt x="8331" y="28270"/>
                </a:moveTo>
                <a:lnTo>
                  <a:pt x="4688" y="41760"/>
                </a:lnTo>
                <a:lnTo>
                  <a:pt x="2084" y="57219"/>
                </a:lnTo>
                <a:lnTo>
                  <a:pt x="521" y="74650"/>
                </a:lnTo>
                <a:lnTo>
                  <a:pt x="0" y="94056"/>
                </a:lnTo>
                <a:lnTo>
                  <a:pt x="521" y="113196"/>
                </a:lnTo>
                <a:lnTo>
                  <a:pt x="8331" y="159245"/>
                </a:lnTo>
                <a:lnTo>
                  <a:pt x="36906" y="187820"/>
                </a:lnTo>
                <a:lnTo>
                  <a:pt x="45728" y="186034"/>
                </a:lnTo>
                <a:lnTo>
                  <a:pt x="69257" y="145791"/>
                </a:lnTo>
                <a:lnTo>
                  <a:pt x="74117" y="94056"/>
                </a:lnTo>
                <a:lnTo>
                  <a:pt x="73576" y="74542"/>
                </a:lnTo>
                <a:lnTo>
                  <a:pt x="65481" y="28270"/>
                </a:lnTo>
                <a:lnTo>
                  <a:pt x="36906" y="0"/>
                </a:lnTo>
                <a:lnTo>
                  <a:pt x="27976" y="1766"/>
                </a:lnTo>
                <a:lnTo>
                  <a:pt x="20237" y="7067"/>
                </a:lnTo>
                <a:lnTo>
                  <a:pt x="13689" y="15901"/>
                </a:lnTo>
                <a:lnTo>
                  <a:pt x="8331" y="282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0" name="bk object 30"/>
          <p:cNvSpPr/>
          <p:nvPr/>
        </p:nvSpPr>
        <p:spPr>
          <a:xfrm>
            <a:off x="2991131" y="1559996"/>
            <a:ext cx="57557" cy="169722"/>
          </a:xfrm>
          <a:custGeom>
            <a:avLst/>
            <a:gdLst/>
            <a:ahLst/>
            <a:cxnLst/>
            <a:rect l="l" t="t" r="r" b="b"/>
            <a:pathLst>
              <a:path w="67310" h="249555">
                <a:moveTo>
                  <a:pt x="52095" y="2285"/>
                </a:moveTo>
                <a:lnTo>
                  <a:pt x="53682" y="888"/>
                </a:lnTo>
                <a:lnTo>
                  <a:pt x="55765" y="190"/>
                </a:lnTo>
                <a:lnTo>
                  <a:pt x="58343" y="190"/>
                </a:lnTo>
                <a:lnTo>
                  <a:pt x="60731" y="0"/>
                </a:lnTo>
                <a:lnTo>
                  <a:pt x="62712" y="596"/>
                </a:lnTo>
                <a:lnTo>
                  <a:pt x="64300" y="1981"/>
                </a:lnTo>
                <a:lnTo>
                  <a:pt x="66281" y="3378"/>
                </a:lnTo>
                <a:lnTo>
                  <a:pt x="67271" y="5359"/>
                </a:lnTo>
                <a:lnTo>
                  <a:pt x="67271" y="7937"/>
                </a:lnTo>
                <a:lnTo>
                  <a:pt x="67271" y="239814"/>
                </a:lnTo>
                <a:lnTo>
                  <a:pt x="67271" y="242582"/>
                </a:lnTo>
                <a:lnTo>
                  <a:pt x="66281" y="244868"/>
                </a:lnTo>
                <a:lnTo>
                  <a:pt x="64300" y="246659"/>
                </a:lnTo>
                <a:lnTo>
                  <a:pt x="62712" y="248246"/>
                </a:lnTo>
                <a:lnTo>
                  <a:pt x="60731" y="249034"/>
                </a:lnTo>
                <a:lnTo>
                  <a:pt x="58343" y="249034"/>
                </a:lnTo>
                <a:lnTo>
                  <a:pt x="55765" y="249034"/>
                </a:lnTo>
                <a:lnTo>
                  <a:pt x="53682" y="248246"/>
                </a:lnTo>
                <a:lnTo>
                  <a:pt x="52095" y="246659"/>
                </a:lnTo>
                <a:lnTo>
                  <a:pt x="50304" y="244868"/>
                </a:lnTo>
                <a:lnTo>
                  <a:pt x="49415" y="242582"/>
                </a:lnTo>
                <a:lnTo>
                  <a:pt x="49415" y="239814"/>
                </a:lnTo>
                <a:lnTo>
                  <a:pt x="49415" y="118668"/>
                </a:lnTo>
                <a:lnTo>
                  <a:pt x="9232" y="118668"/>
                </a:lnTo>
                <a:lnTo>
                  <a:pt x="6261" y="118668"/>
                </a:lnTo>
                <a:lnTo>
                  <a:pt x="3975" y="117767"/>
                </a:lnTo>
                <a:lnTo>
                  <a:pt x="2387" y="115989"/>
                </a:lnTo>
                <a:lnTo>
                  <a:pt x="800" y="114604"/>
                </a:lnTo>
                <a:lnTo>
                  <a:pt x="0" y="112915"/>
                </a:lnTo>
                <a:lnTo>
                  <a:pt x="0" y="110921"/>
                </a:lnTo>
                <a:lnTo>
                  <a:pt x="0" y="108737"/>
                </a:lnTo>
                <a:lnTo>
                  <a:pt x="800" y="106959"/>
                </a:lnTo>
                <a:lnTo>
                  <a:pt x="2387" y="105562"/>
                </a:lnTo>
                <a:lnTo>
                  <a:pt x="3975" y="103974"/>
                </a:lnTo>
                <a:lnTo>
                  <a:pt x="6159" y="103187"/>
                </a:lnTo>
                <a:lnTo>
                  <a:pt x="8928" y="103187"/>
                </a:lnTo>
                <a:lnTo>
                  <a:pt x="49415" y="103187"/>
                </a:lnTo>
                <a:lnTo>
                  <a:pt x="49415" y="8534"/>
                </a:lnTo>
                <a:lnTo>
                  <a:pt x="49415" y="5753"/>
                </a:lnTo>
                <a:lnTo>
                  <a:pt x="50304" y="3670"/>
                </a:lnTo>
                <a:lnTo>
                  <a:pt x="52095" y="228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1" name="bk object 31"/>
          <p:cNvSpPr/>
          <p:nvPr/>
        </p:nvSpPr>
        <p:spPr>
          <a:xfrm>
            <a:off x="3081744" y="1560126"/>
            <a:ext cx="15204" cy="169291"/>
          </a:xfrm>
          <a:custGeom>
            <a:avLst/>
            <a:gdLst/>
            <a:ahLst/>
            <a:cxnLst/>
            <a:rect l="l" t="t" r="r" b="b"/>
            <a:pathLst>
              <a:path w="17779" h="248919">
                <a:moveTo>
                  <a:pt x="14287" y="246468"/>
                </a:moveTo>
                <a:lnTo>
                  <a:pt x="12700" y="248056"/>
                </a:lnTo>
                <a:lnTo>
                  <a:pt x="10820" y="248843"/>
                </a:lnTo>
                <a:lnTo>
                  <a:pt x="8636" y="248843"/>
                </a:lnTo>
                <a:lnTo>
                  <a:pt x="6248" y="248843"/>
                </a:lnTo>
                <a:lnTo>
                  <a:pt x="4267" y="248056"/>
                </a:lnTo>
                <a:lnTo>
                  <a:pt x="2679" y="246468"/>
                </a:lnTo>
                <a:lnTo>
                  <a:pt x="889" y="244678"/>
                </a:lnTo>
                <a:lnTo>
                  <a:pt x="0" y="242404"/>
                </a:lnTo>
                <a:lnTo>
                  <a:pt x="0" y="239623"/>
                </a:lnTo>
                <a:lnTo>
                  <a:pt x="0" y="8331"/>
                </a:lnTo>
                <a:lnTo>
                  <a:pt x="0" y="5753"/>
                </a:lnTo>
                <a:lnTo>
                  <a:pt x="889" y="3670"/>
                </a:lnTo>
                <a:lnTo>
                  <a:pt x="2679" y="2082"/>
                </a:lnTo>
                <a:lnTo>
                  <a:pt x="4267" y="698"/>
                </a:lnTo>
                <a:lnTo>
                  <a:pt x="6248" y="0"/>
                </a:lnTo>
                <a:lnTo>
                  <a:pt x="8636" y="0"/>
                </a:lnTo>
                <a:lnTo>
                  <a:pt x="10820" y="0"/>
                </a:lnTo>
                <a:lnTo>
                  <a:pt x="12700" y="698"/>
                </a:lnTo>
                <a:lnTo>
                  <a:pt x="14287" y="2082"/>
                </a:lnTo>
                <a:lnTo>
                  <a:pt x="16268" y="3479"/>
                </a:lnTo>
                <a:lnTo>
                  <a:pt x="17272" y="5460"/>
                </a:lnTo>
                <a:lnTo>
                  <a:pt x="17272" y="8039"/>
                </a:lnTo>
                <a:lnTo>
                  <a:pt x="17272" y="239623"/>
                </a:lnTo>
                <a:lnTo>
                  <a:pt x="17272" y="242404"/>
                </a:lnTo>
                <a:lnTo>
                  <a:pt x="16268" y="244678"/>
                </a:lnTo>
                <a:lnTo>
                  <a:pt x="14287" y="24646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2" name="bk object 32"/>
          <p:cNvSpPr/>
          <p:nvPr/>
        </p:nvSpPr>
        <p:spPr>
          <a:xfrm>
            <a:off x="3275442" y="1631384"/>
            <a:ext cx="24435" cy="70825"/>
          </a:xfrm>
          <a:custGeom>
            <a:avLst/>
            <a:gdLst/>
            <a:ahLst/>
            <a:cxnLst/>
            <a:rect l="l" t="t" r="r" b="b"/>
            <a:pathLst>
              <a:path w="28575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787" y="99618"/>
                </a:lnTo>
                <a:lnTo>
                  <a:pt x="2374" y="101206"/>
                </a:lnTo>
                <a:lnTo>
                  <a:pt x="3771" y="102793"/>
                </a:lnTo>
                <a:lnTo>
                  <a:pt x="5549" y="103581"/>
                </a:lnTo>
                <a:lnTo>
                  <a:pt x="7734" y="103581"/>
                </a:lnTo>
                <a:lnTo>
                  <a:pt x="18757" y="103581"/>
                </a:lnTo>
                <a:lnTo>
                  <a:pt x="21729" y="103581"/>
                </a:lnTo>
                <a:lnTo>
                  <a:pt x="24003" y="102692"/>
                </a:lnTo>
                <a:lnTo>
                  <a:pt x="25603" y="100901"/>
                </a:lnTo>
                <a:lnTo>
                  <a:pt x="27190" y="99123"/>
                </a:lnTo>
                <a:lnTo>
                  <a:pt x="27978" y="96545"/>
                </a:lnTo>
                <a:lnTo>
                  <a:pt x="27978" y="93167"/>
                </a:lnTo>
                <a:lnTo>
                  <a:pt x="27978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3" name="bk object 33"/>
          <p:cNvSpPr/>
          <p:nvPr/>
        </p:nvSpPr>
        <p:spPr>
          <a:xfrm>
            <a:off x="3260423" y="1564783"/>
            <a:ext cx="54299" cy="147697"/>
          </a:xfrm>
          <a:custGeom>
            <a:avLst/>
            <a:gdLst/>
            <a:ahLst/>
            <a:cxnLst/>
            <a:rect l="l" t="t" r="r" b="b"/>
            <a:pathLst>
              <a:path w="63500" h="217169">
                <a:moveTo>
                  <a:pt x="48221" y="2082"/>
                </a:moveTo>
                <a:lnTo>
                  <a:pt x="49809" y="698"/>
                </a:lnTo>
                <a:lnTo>
                  <a:pt x="51790" y="0"/>
                </a:lnTo>
                <a:lnTo>
                  <a:pt x="54178" y="0"/>
                </a:lnTo>
                <a:lnTo>
                  <a:pt x="56553" y="0"/>
                </a:lnTo>
                <a:lnTo>
                  <a:pt x="58534" y="698"/>
                </a:lnTo>
                <a:lnTo>
                  <a:pt x="60134" y="2082"/>
                </a:lnTo>
                <a:lnTo>
                  <a:pt x="62115" y="3479"/>
                </a:lnTo>
                <a:lnTo>
                  <a:pt x="63106" y="5562"/>
                </a:lnTo>
                <a:lnTo>
                  <a:pt x="63106" y="8331"/>
                </a:lnTo>
                <a:lnTo>
                  <a:pt x="63106" y="195262"/>
                </a:lnTo>
                <a:lnTo>
                  <a:pt x="63106" y="202006"/>
                </a:lnTo>
                <a:lnTo>
                  <a:pt x="60921" y="207276"/>
                </a:lnTo>
                <a:lnTo>
                  <a:pt x="56553" y="211035"/>
                </a:lnTo>
                <a:lnTo>
                  <a:pt x="52387" y="214807"/>
                </a:lnTo>
                <a:lnTo>
                  <a:pt x="46735" y="216700"/>
                </a:lnTo>
                <a:lnTo>
                  <a:pt x="39585" y="216700"/>
                </a:lnTo>
                <a:lnTo>
                  <a:pt x="22034" y="216700"/>
                </a:lnTo>
                <a:lnTo>
                  <a:pt x="15671" y="216700"/>
                </a:lnTo>
                <a:lnTo>
                  <a:pt x="10426" y="214807"/>
                </a:lnTo>
                <a:lnTo>
                  <a:pt x="6248" y="211035"/>
                </a:lnTo>
                <a:lnTo>
                  <a:pt x="2082" y="207073"/>
                </a:lnTo>
                <a:lnTo>
                  <a:pt x="0" y="201917"/>
                </a:lnTo>
                <a:lnTo>
                  <a:pt x="0" y="195554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48" y="304"/>
                </a:lnTo>
                <a:lnTo>
                  <a:pt x="8635" y="304"/>
                </a:lnTo>
                <a:lnTo>
                  <a:pt x="11010" y="304"/>
                </a:lnTo>
                <a:lnTo>
                  <a:pt x="12992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5542" y="82753"/>
                </a:lnTo>
                <a:lnTo>
                  <a:pt x="45542" y="8331"/>
                </a:lnTo>
                <a:lnTo>
                  <a:pt x="45542" y="5562"/>
                </a:lnTo>
                <a:lnTo>
                  <a:pt x="46431" y="3479"/>
                </a:lnTo>
                <a:lnTo>
                  <a:pt x="48221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4" name="bk object 34"/>
          <p:cNvSpPr/>
          <p:nvPr/>
        </p:nvSpPr>
        <p:spPr>
          <a:xfrm>
            <a:off x="3332706" y="1564783"/>
            <a:ext cx="55384" cy="147697"/>
          </a:xfrm>
          <a:custGeom>
            <a:avLst/>
            <a:gdLst/>
            <a:ahLst/>
            <a:cxnLst/>
            <a:rect l="l" t="t" r="r" b="b"/>
            <a:pathLst>
              <a:path w="64770" h="217169">
                <a:moveTo>
                  <a:pt x="49123" y="2082"/>
                </a:moveTo>
                <a:lnTo>
                  <a:pt x="50711" y="698"/>
                </a:lnTo>
                <a:lnTo>
                  <a:pt x="52793" y="0"/>
                </a:lnTo>
                <a:lnTo>
                  <a:pt x="55371" y="0"/>
                </a:lnTo>
                <a:lnTo>
                  <a:pt x="57746" y="0"/>
                </a:lnTo>
                <a:lnTo>
                  <a:pt x="59728" y="698"/>
                </a:lnTo>
                <a:lnTo>
                  <a:pt x="61328" y="2082"/>
                </a:lnTo>
                <a:lnTo>
                  <a:pt x="63309" y="3479"/>
                </a:lnTo>
                <a:lnTo>
                  <a:pt x="64300" y="5562"/>
                </a:lnTo>
                <a:lnTo>
                  <a:pt x="64300" y="8331"/>
                </a:lnTo>
                <a:lnTo>
                  <a:pt x="64300" y="196748"/>
                </a:lnTo>
                <a:lnTo>
                  <a:pt x="64300" y="202514"/>
                </a:lnTo>
                <a:lnTo>
                  <a:pt x="62217" y="207276"/>
                </a:lnTo>
                <a:lnTo>
                  <a:pt x="58051" y="211035"/>
                </a:lnTo>
                <a:lnTo>
                  <a:pt x="54076" y="214807"/>
                </a:lnTo>
                <a:lnTo>
                  <a:pt x="49123" y="216700"/>
                </a:lnTo>
                <a:lnTo>
                  <a:pt x="43167" y="216700"/>
                </a:lnTo>
                <a:lnTo>
                  <a:pt x="21729" y="216700"/>
                </a:lnTo>
                <a:lnTo>
                  <a:pt x="15786" y="216700"/>
                </a:lnTo>
                <a:lnTo>
                  <a:pt x="10718" y="214807"/>
                </a:lnTo>
                <a:lnTo>
                  <a:pt x="6553" y="211035"/>
                </a:lnTo>
                <a:lnTo>
                  <a:pt x="2184" y="207073"/>
                </a:lnTo>
                <a:lnTo>
                  <a:pt x="0" y="202209"/>
                </a:lnTo>
                <a:lnTo>
                  <a:pt x="0" y="196456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61" y="304"/>
                </a:lnTo>
                <a:lnTo>
                  <a:pt x="8635" y="304"/>
                </a:lnTo>
                <a:lnTo>
                  <a:pt x="11023" y="304"/>
                </a:lnTo>
                <a:lnTo>
                  <a:pt x="13004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6443" y="82753"/>
                </a:lnTo>
                <a:lnTo>
                  <a:pt x="46443" y="8331"/>
                </a:lnTo>
                <a:lnTo>
                  <a:pt x="46443" y="5562"/>
                </a:lnTo>
                <a:lnTo>
                  <a:pt x="47332" y="3479"/>
                </a:lnTo>
                <a:lnTo>
                  <a:pt x="49123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5" name="bk object 35"/>
          <p:cNvSpPr/>
          <p:nvPr/>
        </p:nvSpPr>
        <p:spPr>
          <a:xfrm>
            <a:off x="3347726" y="1631384"/>
            <a:ext cx="24977" cy="70825"/>
          </a:xfrm>
          <a:custGeom>
            <a:avLst/>
            <a:gdLst/>
            <a:ahLst/>
            <a:cxnLst/>
            <a:rect l="l" t="t" r="r" b="b"/>
            <a:pathLst>
              <a:path w="29210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901" y="99618"/>
                </a:lnTo>
                <a:lnTo>
                  <a:pt x="2679" y="101206"/>
                </a:lnTo>
                <a:lnTo>
                  <a:pt x="4063" y="102793"/>
                </a:lnTo>
                <a:lnTo>
                  <a:pt x="6146" y="103581"/>
                </a:lnTo>
                <a:lnTo>
                  <a:pt x="8928" y="103581"/>
                </a:lnTo>
                <a:lnTo>
                  <a:pt x="18453" y="103581"/>
                </a:lnTo>
                <a:lnTo>
                  <a:pt x="22034" y="103581"/>
                </a:lnTo>
                <a:lnTo>
                  <a:pt x="24612" y="102692"/>
                </a:lnTo>
                <a:lnTo>
                  <a:pt x="26200" y="100901"/>
                </a:lnTo>
                <a:lnTo>
                  <a:pt x="27978" y="99314"/>
                </a:lnTo>
                <a:lnTo>
                  <a:pt x="28879" y="96735"/>
                </a:lnTo>
                <a:lnTo>
                  <a:pt x="28879" y="93167"/>
                </a:lnTo>
                <a:lnTo>
                  <a:pt x="28879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6" name="bk object 36"/>
          <p:cNvSpPr/>
          <p:nvPr/>
        </p:nvSpPr>
        <p:spPr>
          <a:xfrm>
            <a:off x="3414665" y="1560126"/>
            <a:ext cx="49954" cy="169291"/>
          </a:xfrm>
          <a:custGeom>
            <a:avLst/>
            <a:gdLst/>
            <a:ahLst/>
            <a:cxnLst/>
            <a:rect l="l" t="t" r="r" b="b"/>
            <a:pathLst>
              <a:path w="58420" h="248919">
                <a:moveTo>
                  <a:pt x="50012" y="116979"/>
                </a:moveTo>
                <a:lnTo>
                  <a:pt x="55168" y="116979"/>
                </a:lnTo>
                <a:lnTo>
                  <a:pt x="57746" y="119354"/>
                </a:lnTo>
                <a:lnTo>
                  <a:pt x="57746" y="124117"/>
                </a:lnTo>
                <a:lnTo>
                  <a:pt x="57950" y="129082"/>
                </a:lnTo>
                <a:lnTo>
                  <a:pt x="55562" y="131559"/>
                </a:lnTo>
                <a:lnTo>
                  <a:pt x="50609" y="131559"/>
                </a:lnTo>
                <a:lnTo>
                  <a:pt x="17564" y="131559"/>
                </a:lnTo>
                <a:lnTo>
                  <a:pt x="17564" y="240207"/>
                </a:lnTo>
                <a:lnTo>
                  <a:pt x="17564" y="242785"/>
                </a:lnTo>
                <a:lnTo>
                  <a:pt x="16573" y="244868"/>
                </a:lnTo>
                <a:lnTo>
                  <a:pt x="14592" y="246456"/>
                </a:lnTo>
                <a:lnTo>
                  <a:pt x="13004" y="248043"/>
                </a:lnTo>
                <a:lnTo>
                  <a:pt x="11023" y="248843"/>
                </a:lnTo>
                <a:lnTo>
                  <a:pt x="8636" y="248843"/>
                </a:lnTo>
                <a:lnTo>
                  <a:pt x="6261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901" y="244868"/>
                </a:lnTo>
                <a:lnTo>
                  <a:pt x="0" y="242684"/>
                </a:lnTo>
                <a:lnTo>
                  <a:pt x="0" y="239915"/>
                </a:lnTo>
                <a:lnTo>
                  <a:pt x="0" y="8039"/>
                </a:lnTo>
                <a:lnTo>
                  <a:pt x="0" y="5460"/>
                </a:lnTo>
                <a:lnTo>
                  <a:pt x="901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261" y="0"/>
                </a:lnTo>
                <a:lnTo>
                  <a:pt x="8636" y="0"/>
                </a:lnTo>
                <a:lnTo>
                  <a:pt x="11023" y="0"/>
                </a:lnTo>
                <a:lnTo>
                  <a:pt x="13004" y="596"/>
                </a:lnTo>
                <a:lnTo>
                  <a:pt x="14592" y="1790"/>
                </a:lnTo>
                <a:lnTo>
                  <a:pt x="16573" y="3378"/>
                </a:lnTo>
                <a:lnTo>
                  <a:pt x="17564" y="5460"/>
                </a:lnTo>
                <a:lnTo>
                  <a:pt x="17564" y="8039"/>
                </a:lnTo>
                <a:lnTo>
                  <a:pt x="17564" y="116979"/>
                </a:lnTo>
                <a:lnTo>
                  <a:pt x="50012" y="11697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7" name="bk object 37"/>
          <p:cNvSpPr/>
          <p:nvPr/>
        </p:nvSpPr>
        <p:spPr>
          <a:xfrm>
            <a:off x="3601226" y="1566199"/>
            <a:ext cx="143350" cy="149425"/>
          </a:xfrm>
          <a:custGeom>
            <a:avLst/>
            <a:gdLst/>
            <a:ahLst/>
            <a:cxnLst/>
            <a:rect l="l" t="t" r="r" b="b"/>
            <a:pathLst>
              <a:path w="167639" h="219710">
                <a:moveTo>
                  <a:pt x="158648" y="7442"/>
                </a:moveTo>
                <a:lnTo>
                  <a:pt x="158648" y="12598"/>
                </a:lnTo>
                <a:lnTo>
                  <a:pt x="156159" y="15176"/>
                </a:lnTo>
                <a:lnTo>
                  <a:pt x="151206" y="15176"/>
                </a:lnTo>
                <a:lnTo>
                  <a:pt x="92265" y="15176"/>
                </a:lnTo>
                <a:lnTo>
                  <a:pt x="92265" y="63398"/>
                </a:lnTo>
                <a:lnTo>
                  <a:pt x="93494" y="86098"/>
                </a:lnTo>
                <a:lnTo>
                  <a:pt x="103318" y="128370"/>
                </a:lnTo>
                <a:lnTo>
                  <a:pt x="122201" y="165165"/>
                </a:lnTo>
                <a:lnTo>
                  <a:pt x="162217" y="202107"/>
                </a:lnTo>
                <a:lnTo>
                  <a:pt x="164795" y="203504"/>
                </a:lnTo>
                <a:lnTo>
                  <a:pt x="166382" y="205384"/>
                </a:lnTo>
                <a:lnTo>
                  <a:pt x="166979" y="207759"/>
                </a:lnTo>
                <a:lnTo>
                  <a:pt x="167576" y="210146"/>
                </a:lnTo>
                <a:lnTo>
                  <a:pt x="167373" y="212331"/>
                </a:lnTo>
                <a:lnTo>
                  <a:pt x="166382" y="214312"/>
                </a:lnTo>
                <a:lnTo>
                  <a:pt x="165201" y="216496"/>
                </a:lnTo>
                <a:lnTo>
                  <a:pt x="163410" y="217881"/>
                </a:lnTo>
                <a:lnTo>
                  <a:pt x="161023" y="218478"/>
                </a:lnTo>
                <a:lnTo>
                  <a:pt x="158445" y="219278"/>
                </a:lnTo>
                <a:lnTo>
                  <a:pt x="118982" y="188884"/>
                </a:lnTo>
                <a:lnTo>
                  <a:pt x="92195" y="145403"/>
                </a:lnTo>
                <a:lnTo>
                  <a:pt x="83337" y="115189"/>
                </a:lnTo>
                <a:lnTo>
                  <a:pt x="79508" y="130669"/>
                </a:lnTo>
                <a:lnTo>
                  <a:pt x="57746" y="175323"/>
                </a:lnTo>
                <a:lnTo>
                  <a:pt x="24983" y="209976"/>
                </a:lnTo>
                <a:lnTo>
                  <a:pt x="8128" y="218579"/>
                </a:lnTo>
                <a:lnTo>
                  <a:pt x="5956" y="217589"/>
                </a:lnTo>
                <a:lnTo>
                  <a:pt x="3962" y="216801"/>
                </a:lnTo>
                <a:lnTo>
                  <a:pt x="2476" y="215404"/>
                </a:lnTo>
                <a:lnTo>
                  <a:pt x="1485" y="213423"/>
                </a:lnTo>
                <a:lnTo>
                  <a:pt x="292" y="211239"/>
                </a:lnTo>
                <a:lnTo>
                  <a:pt x="5651" y="201510"/>
                </a:lnTo>
                <a:lnTo>
                  <a:pt x="19993" y="192398"/>
                </a:lnTo>
                <a:lnTo>
                  <a:pt x="54762" y="148526"/>
                </a:lnTo>
                <a:lnTo>
                  <a:pt x="69724" y="108124"/>
                </a:lnTo>
                <a:lnTo>
                  <a:pt x="74714" y="63703"/>
                </a:lnTo>
                <a:lnTo>
                  <a:pt x="74714" y="15176"/>
                </a:lnTo>
                <a:lnTo>
                  <a:pt x="15773" y="15176"/>
                </a:lnTo>
                <a:lnTo>
                  <a:pt x="10210" y="15176"/>
                </a:lnTo>
                <a:lnTo>
                  <a:pt x="7531" y="12598"/>
                </a:lnTo>
                <a:lnTo>
                  <a:pt x="7734" y="7442"/>
                </a:lnTo>
                <a:lnTo>
                  <a:pt x="7734" y="2489"/>
                </a:lnTo>
                <a:lnTo>
                  <a:pt x="10515" y="0"/>
                </a:lnTo>
                <a:lnTo>
                  <a:pt x="16065" y="0"/>
                </a:lnTo>
                <a:lnTo>
                  <a:pt x="151206" y="0"/>
                </a:lnTo>
                <a:lnTo>
                  <a:pt x="156159" y="0"/>
                </a:lnTo>
                <a:lnTo>
                  <a:pt x="158648" y="2489"/>
                </a:lnTo>
                <a:lnTo>
                  <a:pt x="158648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8" name="bk object 38"/>
          <p:cNvSpPr/>
          <p:nvPr/>
        </p:nvSpPr>
        <p:spPr>
          <a:xfrm>
            <a:off x="3769468" y="1560126"/>
            <a:ext cx="15747" cy="169291"/>
          </a:xfrm>
          <a:custGeom>
            <a:avLst/>
            <a:gdLst/>
            <a:ahLst/>
            <a:cxnLst/>
            <a:rect l="l" t="t" r="r" b="b"/>
            <a:pathLst>
              <a:path w="18414" h="248919">
                <a:moveTo>
                  <a:pt x="14884" y="246456"/>
                </a:moveTo>
                <a:lnTo>
                  <a:pt x="13296" y="248043"/>
                </a:lnTo>
                <a:lnTo>
                  <a:pt x="11315" y="248843"/>
                </a:lnTo>
                <a:lnTo>
                  <a:pt x="8928" y="248843"/>
                </a:lnTo>
                <a:lnTo>
                  <a:pt x="6350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888" y="244678"/>
                </a:lnTo>
                <a:lnTo>
                  <a:pt x="0" y="242392"/>
                </a:lnTo>
                <a:lnTo>
                  <a:pt x="0" y="239610"/>
                </a:lnTo>
                <a:lnTo>
                  <a:pt x="0" y="8039"/>
                </a:lnTo>
                <a:lnTo>
                  <a:pt x="0" y="5460"/>
                </a:lnTo>
                <a:lnTo>
                  <a:pt x="888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350" y="0"/>
                </a:lnTo>
                <a:lnTo>
                  <a:pt x="8928" y="0"/>
                </a:lnTo>
                <a:lnTo>
                  <a:pt x="11315" y="0"/>
                </a:lnTo>
                <a:lnTo>
                  <a:pt x="13296" y="596"/>
                </a:lnTo>
                <a:lnTo>
                  <a:pt x="14884" y="1790"/>
                </a:lnTo>
                <a:lnTo>
                  <a:pt x="16865" y="3378"/>
                </a:lnTo>
                <a:lnTo>
                  <a:pt x="17856" y="5460"/>
                </a:lnTo>
                <a:lnTo>
                  <a:pt x="17856" y="8039"/>
                </a:lnTo>
                <a:lnTo>
                  <a:pt x="17856" y="239610"/>
                </a:lnTo>
                <a:lnTo>
                  <a:pt x="17856" y="242392"/>
                </a:lnTo>
                <a:lnTo>
                  <a:pt x="16865" y="244678"/>
                </a:lnTo>
                <a:lnTo>
                  <a:pt x="14884" y="246456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27661" y="1511748"/>
            <a:ext cx="7488676" cy="2923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1"/>
            <a:ext cx="64008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10/10/2024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384721"/>
          </a:xfrm>
        </p:spPr>
        <p:txBody>
          <a:bodyPr lIns="0" tIns="0" rIns="0" bIns="0"/>
          <a:lstStyle>
            <a:lvl1pPr>
              <a:defRPr sz="25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10/10/2024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10/10/2024</a:t>
            </a:fld>
            <a:endParaRPr lang="en-US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" y="8"/>
            <a:ext cx="9139167" cy="51415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10/10/2024</a:t>
            </a:fld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8"/>
            <a:ext cx="9142914" cy="5141772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10/10/2024</a:t>
            </a:fld>
            <a:endParaRPr lang="en-US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9898E7-6803-442A-B25E-9443EE4D21A3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4"/>
            <a:ext cx="292608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10/10/2024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microsoft.com/office/2007/relationships/hdphoto" Target="../media/hdphoto2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microsoft.com/office/2007/relationships/hdphoto" Target="../media/hdphoto3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성체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175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  </a:t>
            </a:r>
            <a:r>
              <a:rPr kumimoji="0" lang="ko-KR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이보다 더 큰 은혜와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대한" pitchFamily="50" charset="-127"/>
              <a:ea typeface="대한" pitchFamily="50" charset="-127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2ACA57-4928-4003-8A7E-0D88CB33E01A}"/>
              </a:ext>
            </a:extLst>
          </p:cNvPr>
          <p:cNvSpPr txBox="1"/>
          <p:nvPr/>
        </p:nvSpPr>
        <p:spPr>
          <a:xfrm>
            <a:off x="6367215" y="4892114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5D644E8-51ED-4FB3-9C4A-188143C8FB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1950" y="627534"/>
            <a:ext cx="9040100" cy="417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5546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22ACA57-4928-4003-8A7E-0D88CB33E01A}"/>
              </a:ext>
            </a:extLst>
          </p:cNvPr>
          <p:cNvSpPr txBox="1"/>
          <p:nvPr/>
        </p:nvSpPr>
        <p:spPr>
          <a:xfrm>
            <a:off x="6367215" y="4892114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9570D22D-6A86-4BB6-92F0-BCF3E1455BB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성체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175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  </a:t>
            </a:r>
            <a:r>
              <a:rPr kumimoji="0" lang="ko-KR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이보다 더 큰 은혜와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대한" pitchFamily="50" charset="-127"/>
              <a:ea typeface="대한" pitchFamily="50" charset="-127"/>
              <a:cs typeface="+mn-cs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B30573D-692C-4082-B2E7-8A8CDBD7D1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5496" y="627534"/>
            <a:ext cx="9073008" cy="4104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8138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22ACA57-4928-4003-8A7E-0D88CB33E01A}"/>
              </a:ext>
            </a:extLst>
          </p:cNvPr>
          <p:cNvSpPr txBox="1"/>
          <p:nvPr/>
        </p:nvSpPr>
        <p:spPr>
          <a:xfrm>
            <a:off x="6367215" y="4892114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FDC784D9-594E-414D-8260-9465C498656B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성체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175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  </a:t>
            </a:r>
            <a:r>
              <a:rPr kumimoji="0" lang="ko-KR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이보다 더 큰 은혜와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대한" pitchFamily="50" charset="-127"/>
              <a:ea typeface="대한" pitchFamily="50" charset="-127"/>
              <a:cs typeface="+mn-cs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BF8DDF5-6BA6-4A84-B1F2-5A02A03762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5496" y="915566"/>
            <a:ext cx="9073008" cy="2232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91434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17354</TotalTime>
  <Words>33</Words>
  <Application>Microsoft Office PowerPoint</Application>
  <PresentationFormat>On-screen Show (16:9)</PresentationFormat>
  <Paragraphs>9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Gulim</vt:lpstr>
      <vt:lpstr>궁서</vt:lpstr>
      <vt:lpstr>대한</vt:lpstr>
      <vt:lpstr>Malgun Gothic</vt:lpstr>
      <vt:lpstr>Calibri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Veronica Nam</cp:lastModifiedBy>
  <cp:revision>1840</cp:revision>
  <dcterms:created xsi:type="dcterms:W3CDTF">2016-08-30T00:06:00Z</dcterms:created>
  <dcterms:modified xsi:type="dcterms:W3CDTF">2024-10-10T08:01:00Z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2016-08-27T00:00:00Z</vt:filetime>
  </property>
  <property fmtid="{D5CDD505-2E9C-101B-9397-08002B2CF9AE}" pid="3" name="Creator">
    <vt:lpwstr>Adobe InDesign CC 2015 (Macintosh)</vt:lpwstr>
  </property>
  <property fmtid="{D5CDD505-2E9C-101B-9397-08002B2CF9AE}" pid="4" name="LastSaved">
    <vt:filetime>2016-08-30T00:00:00Z</vt:filetime>
  </property>
</Properties>
</file>
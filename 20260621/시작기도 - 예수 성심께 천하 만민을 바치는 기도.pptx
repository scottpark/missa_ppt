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</p:sldMasterIdLst>
  <p:notesMasterIdLst>
    <p:notesMasterId r:id="rId7"/>
  </p:notesMasterIdLst>
  <p:sldIdLst>
    <p:sldId id="1574" r:id="rId3"/>
    <p:sldId id="1575" r:id="rId4"/>
    <p:sldId id="1576" r:id="rId5"/>
    <p:sldId id="1577" r:id="rId6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1" autoAdjust="0"/>
    <p:restoredTop sz="92029" autoAdjust="0"/>
  </p:normalViewPr>
  <p:slideViewPr>
    <p:cSldViewPr>
      <p:cViewPr varScale="1">
        <p:scale>
          <a:sx n="77" d="100"/>
          <a:sy n="77" d="100"/>
        </p:scale>
        <p:origin x="1048" y="72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7/06/2026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3430105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187839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2801441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1556744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6/7/2026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6/7/2026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6/7/2026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34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64001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6/7/2026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2630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6/7/2026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1035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6/7/2026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4029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4144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46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699542"/>
            <a:ext cx="8784976" cy="426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지극히 어지신 구세주 예수님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 앞에 꿇어 경배하오니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굽어살피소서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1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 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저희는 이미 주님의 백성이오니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언제나 주님과 함께 살아가기를 바라나이다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주님과 하나 되고자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오늘 저희를 주님의 성심께 봉헌하나이다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93861"/>
            <a:ext cx="74888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0" cap="none" spc="77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예수 성심께 천하 만민을 바치는 기도</a:t>
            </a:r>
            <a:endParaRPr kumimoji="0" lang="ko-KR" altLang="en-US" sz="3000" b="0" i="0" u="none" strike="noStrike" kern="0" cap="none" spc="78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93315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/>
          <p:nvPr/>
        </p:nvSpPr>
        <p:spPr>
          <a:xfrm>
            <a:off x="251520" y="355916"/>
            <a:ext cx="8784976" cy="4088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일찍이 알아 모시지 못한 사람도 많고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알고도 주님의 계명을 저버리고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주님을 떠난 사람도 많사오니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 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지극히 인자하신 예수님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이런 사람들도 다 불쌍히 여기시어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주님의 성심께 이끌어 들이소서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6202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30834"/>
            <a:ext cx="9001000" cy="491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주님께서는 목자이시니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떠나지 않은 사람들을 보살피시고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이미 주님을 떠난 사람들은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다시 아버지 집으로 돌아오게 하시어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굶어 죽는 일이 없게 하소서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</a:t>
            </a: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en-US" altLang="ko-KR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옹졸한 고집에 사로잡힌 사람들이나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불목하여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 갈린 사람들도 부르시어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저희가 모두 같은 신앙을 고백하며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한 우리에서 한 목자 밑에 살게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1167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115922"/>
            <a:ext cx="8784976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거룩한 교회를 평화의 깃발로 세우시고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나라에 참된 평화를 주시어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온 세상 어디서나 입을 모아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구원하신 거룩하신 성심께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영원히 찬미와 영광과 흠숭을 드리게 하소서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 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◎</a:t>
            </a: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en-US" altLang="ko-KR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 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예수 성심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</a:t>
            </a:r>
            <a:r>
              <a:rPr kumimoji="0" lang="en-US" altLang="ko-KR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세상에 주님의 나라를 세우소서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9755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26334</TotalTime>
  <Words>218</Words>
  <Application>Microsoft Office PowerPoint</Application>
  <PresentationFormat>On-screen Show (16:9)</PresentationFormat>
  <Paragraphs>15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Gulim</vt:lpstr>
      <vt:lpstr>궁서</vt:lpstr>
      <vt:lpstr>Malgun Gothic</vt:lpstr>
      <vt:lpstr>Malgun Gothic</vt:lpstr>
      <vt:lpstr>바탕</vt:lpstr>
      <vt:lpstr>바탕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Jacob Yang</cp:lastModifiedBy>
  <cp:revision>1488</cp:revision>
  <dcterms:created xsi:type="dcterms:W3CDTF">2016-08-30T00:06:00Z</dcterms:created>
  <dcterms:modified xsi:type="dcterms:W3CDTF">2026-06-07T11:42:00Z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
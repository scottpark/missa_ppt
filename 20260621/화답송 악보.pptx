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19" r:id="rId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99" autoAdjust="0"/>
    <p:restoredTop sz="99785" autoAdjust="0"/>
  </p:normalViewPr>
  <p:slideViewPr>
    <p:cSldViewPr>
      <p:cViewPr varScale="1">
        <p:scale>
          <a:sx n="154" d="100"/>
          <a:sy n="154" d="100"/>
        </p:scale>
        <p:origin x="-1116" y="-9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65" Type="http://schemas.microsoft.com/office/2016/11/relationships/changesInfo" Target="changesInfos/changesInfo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26/06/2026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lang="en-AU" altLang="ko-KR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40545</TotalTime>
  <Words>21</Words>
  <Application>Microsoft Office PowerPoint</Application>
  <PresentationFormat>화면 슬라이드 쇼(16:9)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2043</cp:revision>
  <dcterms:created xsi:type="dcterms:W3CDTF">2016-08-30T00:06:00Z</dcterms:created>
  <dcterms:modified xsi:type="dcterms:W3CDTF">2026-06-25T21:20:20Z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
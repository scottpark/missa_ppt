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6" r:id="rId2"/>
    <p:sldId id="2607" r:id="rId3"/>
    <p:sldId id="2608" r:id="rId4"/>
    <p:sldId id="2609" r:id="rId5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4" autoAdjust="0"/>
    <p:restoredTop sz="92015" autoAdjust="0"/>
  </p:normalViewPr>
  <p:slideViewPr>
    <p:cSldViewPr>
      <p:cViewPr varScale="1">
        <p:scale>
          <a:sx n="84" d="100"/>
          <a:sy n="84" d="100"/>
        </p:scale>
        <p:origin x="1152" y="68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19/06/2026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5162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5162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5162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5162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6/19/2026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6/19/2026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6/19/2026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6/19/2026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6/19/2026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6/19/2026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구세주의 성심이여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33308F-E102-84BE-9F26-682293ECC1E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496" y="555526"/>
            <a:ext cx="9001000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46420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구세주의 성심이여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33308F-E102-84BE-9F26-682293ECC1E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496" y="555526"/>
            <a:ext cx="9001000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02453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구세주의 성심이여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33308F-E102-84BE-9F26-682293ECC1E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496" y="555526"/>
            <a:ext cx="9001000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00255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구세주의 성심이여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33308F-E102-84BE-9F26-682293ECC1E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496" y="555526"/>
            <a:ext cx="9001000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74474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17358</TotalTime>
  <Words>20</Words>
  <Application>Microsoft Office PowerPoint</Application>
  <PresentationFormat>On-screen Show (16:9)</PresentationFormat>
  <Paragraphs>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Gulim</vt:lpstr>
      <vt:lpstr>궁서</vt:lpstr>
      <vt:lpstr>대한</vt:lpstr>
      <vt:lpstr>Malgun Gothic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Jacob Yang</cp:lastModifiedBy>
  <cp:revision>1842</cp:revision>
  <dcterms:created xsi:type="dcterms:W3CDTF">2016-08-30T00:06:00Z</dcterms:created>
  <dcterms:modified xsi:type="dcterms:W3CDTF">2026-06-19T03:08:28Z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
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1897" r:id="rId2"/>
    <p:sldId id="1919" r:id="rId3"/>
    <p:sldId id="1920" r:id="rId4"/>
  </p:sldIdLst>
  <p:sldSz cx="9144000" cy="5143500" type="screen16x9"/>
  <p:notesSz cx="10693400" cy="7562850"/>
  <p:defaultTextStyle>
    <a:defPPr>
      <a:defRPr lang="en-US"/>
    </a:defPPr>
    <a:lvl1pPr marL="0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9">
          <p15:clr>
            <a:srgbClr val="A4A3A4"/>
          </p15:clr>
        </p15:guide>
        <p15:guide id="2" pos="184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CC"/>
    <a:srgbClr val="FFFFFF"/>
    <a:srgbClr val="FFFF99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854" autoAdjust="0"/>
    <p:restoredTop sz="92015" autoAdjust="0"/>
  </p:normalViewPr>
  <p:slideViewPr>
    <p:cSldViewPr>
      <p:cViewPr varScale="1">
        <p:scale>
          <a:sx n="39" d="100"/>
          <a:sy n="39" d="100"/>
        </p:scale>
        <p:origin x="60" y="666"/>
      </p:cViewPr>
      <p:guideLst>
        <p:guide orient="horz" pos="1959"/>
        <p:guide pos="1847"/>
      </p:guideLst>
    </p:cSldViewPr>
  </p:slideViewPr>
  <p:outlineViewPr>
    <p:cViewPr>
      <p:scale>
        <a:sx n="33" d="100"/>
        <a:sy n="33" d="100"/>
      </p:scale>
      <p:origin x="0" y="8358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8ACA7C-5262-4C8E-AE19-3DA31B6A1CDA}" type="datetimeFigureOut">
              <a:rPr lang="en-AU" smtClean="0"/>
              <a:pPr/>
              <a:t>16/08/2023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25750" y="566738"/>
            <a:ext cx="5041900" cy="28368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592513"/>
            <a:ext cx="8553450" cy="340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3FD64-BF31-4C61-B552-27E91C04657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05940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8970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23065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5728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8/16/2023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8/16/2023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8/16/2023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8/16/2023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8/16/2023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8/16/2023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microsoft.com/office/2007/relationships/hdphoto" Target="../media/hdphoto3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입당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나는 믿나이다</a:t>
            </a:r>
            <a:endParaRPr kumimoji="0" lang="en-US" sz="2800" b="1" i="0" u="none" strike="noStrike" kern="1200" cap="none" spc="3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7D5D644-C50D-498F-902A-49D3A3EA08F8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C3F163-3960-B8E5-9C76-B6E20CB9E5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9382"/>
            <a:ext cx="9108504" cy="393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400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입당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나는 믿나이다</a:t>
            </a:r>
            <a:endParaRPr kumimoji="0" lang="en-US" sz="2800" b="1" i="0" u="none" strike="noStrike" kern="1200" cap="none" spc="3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7D5D644-C50D-498F-902A-49D3A3EA08F8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9171EA-C7C5-749D-BBEC-278DE910A3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3220"/>
            <a:ext cx="9108504" cy="392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306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입당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나는 믿나이다</a:t>
            </a:r>
            <a:endParaRPr kumimoji="0" lang="en-US" sz="2800" b="1" i="0" u="none" strike="noStrike" kern="1200" cap="none" spc="3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7D5D644-C50D-498F-902A-49D3A3EA08F8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31070F-57CC-E207-63ED-626EA8031E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8" y="523220"/>
            <a:ext cx="9076606" cy="4064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245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17356</TotalTime>
  <Words>27</Words>
  <Application>Microsoft Office PowerPoint</Application>
  <PresentationFormat>On-screen Show (16:9)</PresentationFormat>
  <Paragraphs>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Gulim</vt:lpstr>
      <vt:lpstr>궁서</vt:lpstr>
      <vt:lpstr>대한</vt:lpstr>
      <vt:lpstr>Malgun Gothic</vt:lpstr>
      <vt:lpstr>Calibri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Veronica Nam</cp:lastModifiedBy>
  <cp:revision>1839</cp:revision>
  <dcterms:created xsi:type="dcterms:W3CDTF">2016-08-30T00:06:00Z</dcterms:created>
  <dcterms:modified xsi:type="dcterms:W3CDTF">2023-08-16T11:01:01Z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2016-08-27T00:00:00Z</vt:filetime>
  </property>
  <property fmtid="{D5CDD505-2E9C-101B-9397-08002B2CF9AE}" pid="3" name="Creator">
    <vt:lpwstr>Adobe InDesign CC 2015 (Macintosh)</vt:lpwstr>
  </property>
  <property fmtid="{D5CDD505-2E9C-101B-9397-08002B2CF9AE}" pid="4" name="LastSaved">
    <vt:filetime>2016-08-30T00:00:00Z</vt:filetime>
  </property>
</Properties>
</file>
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312" r:id="rId2"/>
    <p:sldId id="2313" r:id="rId3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90" d="100"/>
          <a:sy n="90" d="100"/>
        </p:scale>
        <p:origin x="114" y="10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16/03/2024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37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3/16/2024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3/16/2024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3/16/2024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3/16/2024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영원한 성부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13B599-615B-05C8-97DF-417B06E7CF32}"/>
              </a:ext>
            </a:extLst>
          </p:cNvPr>
          <p:cNvGrpSpPr/>
          <p:nvPr/>
        </p:nvGrpSpPr>
        <p:grpSpPr>
          <a:xfrm>
            <a:off x="123825" y="483518"/>
            <a:ext cx="8896350" cy="4509864"/>
            <a:chOff x="123825" y="483518"/>
            <a:chExt cx="8896350" cy="450986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DDD5797-5C56-0ACE-3CC3-CD6694CE5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8587" y="483518"/>
              <a:ext cx="8886825" cy="240982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F5980D7-D39F-CCE3-7B36-A258CB441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825" y="2859782"/>
              <a:ext cx="8896350" cy="21336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089BE8A-177D-6DFC-2357-2F4A269287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0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영원한 성부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7E6C5D-EE13-54BC-E140-B7666DCD80BA}"/>
              </a:ext>
            </a:extLst>
          </p:cNvPr>
          <p:cNvGrpSpPr/>
          <p:nvPr/>
        </p:nvGrpSpPr>
        <p:grpSpPr>
          <a:xfrm>
            <a:off x="138112" y="555526"/>
            <a:ext cx="8867775" cy="4248472"/>
            <a:chOff x="138112" y="555526"/>
            <a:chExt cx="8867775" cy="42484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FDBCA91-C873-F7D2-EDEC-33E53E02B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8112" y="555526"/>
              <a:ext cx="8867775" cy="21812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0D3810-24CA-995C-EF70-94EE29898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8112" y="2727548"/>
              <a:ext cx="8867775" cy="20764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EFB554D-D9DE-3181-3D87-063542D8C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71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17358</TotalTime>
  <Words>10</Words>
  <Application>Microsoft Office PowerPoint</Application>
  <PresentationFormat>On-screen Show (16:9)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1843</cp:revision>
  <dcterms:created xsi:type="dcterms:W3CDTF">2016-08-30T00:06:00Z</dcterms:created>
  <dcterms:modified xsi:type="dcterms:W3CDTF">2024-03-16T03:38:28Z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
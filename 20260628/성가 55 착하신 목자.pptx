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1785" r:id="rId2"/>
    <p:sldId id="1786" r:id="rId3"/>
    <p:sldId id="1823" r:id="rId4"/>
    <p:sldId id="1824" r:id="rId5"/>
  </p:sldIdLst>
  <p:sldSz cx="9144000" cy="5143500" type="screen16x9"/>
  <p:notesSz cx="10693400" cy="7562850"/>
  <p:defaultTextStyle>
    <a:defPPr>
      <a:defRPr lang="en-US"/>
    </a:defPPr>
    <a:lvl1pPr marL="0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>
          <p15:clr>
            <a:srgbClr val="A4A3A4"/>
          </p15:clr>
        </p15:guide>
        <p15:guide id="2" pos="18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CC"/>
    <a:srgbClr val="FFFFFF"/>
    <a:srgbClr val="FFFF99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854" autoAdjust="0"/>
    <p:restoredTop sz="92015" autoAdjust="0"/>
  </p:normalViewPr>
  <p:slideViewPr>
    <p:cSldViewPr>
      <p:cViewPr varScale="1">
        <p:scale>
          <a:sx n="96" d="100"/>
          <a:sy n="96" d="100"/>
        </p:scale>
        <p:origin x="1032" y="78"/>
      </p:cViewPr>
      <p:guideLst>
        <p:guide orient="horz" pos="1959"/>
        <p:guide pos="1847"/>
      </p:guideLst>
    </p:cSldViewPr>
  </p:slideViewPr>
  <p:outlineViewPr>
    <p:cViewPr>
      <p:scale>
        <a:sx n="33" d="100"/>
        <a:sy n="33" d="100"/>
      </p:scale>
      <p:origin x="0" y="8358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ACA7C-5262-4C8E-AE19-3DA31B6A1CDA}" type="datetimeFigureOut">
              <a:rPr lang="en-AU" smtClean="0"/>
              <a:pPr/>
              <a:t>28/06/2023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25750" y="566738"/>
            <a:ext cx="5041900" cy="2836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592513"/>
            <a:ext cx="8553450" cy="340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3FD64-BF31-4C61-B552-27E91C04657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05940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50264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97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3044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2563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6/28/2023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6/28/2023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6/28/2023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6/28/2023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6/28/2023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6/28/2023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입당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55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착하신 목자</a:t>
            </a:r>
            <a:endParaRPr kumimoji="0" lang="en-US" sz="2800" b="1" i="0" u="none" strike="noStrike" kern="1200" cap="none" spc="3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27671C-2029-9EBC-725E-F7FB27C1D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712A938B-76E0-6A9F-6844-64649E67883F}"/>
              </a:ext>
            </a:extLst>
          </p:cNvPr>
          <p:cNvGrpSpPr/>
          <p:nvPr/>
        </p:nvGrpSpPr>
        <p:grpSpPr>
          <a:xfrm>
            <a:off x="142875" y="558485"/>
            <a:ext cx="8858250" cy="3724250"/>
            <a:chOff x="142875" y="575692"/>
            <a:chExt cx="8858250" cy="372425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5482F15-EFA3-DB3B-A382-ABA9018C79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2875" y="575692"/>
              <a:ext cx="8858250" cy="192405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B26FF89-8EEC-690C-0152-792D7367401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6687" y="2547342"/>
              <a:ext cx="8810625" cy="1752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5735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409A4E6-8997-87A7-3D6B-9CB6B33E2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530E273A-7EDA-38FF-014C-EEDB506A1B5D}"/>
              </a:ext>
            </a:extLst>
          </p:cNvPr>
          <p:cNvGrpSpPr/>
          <p:nvPr/>
        </p:nvGrpSpPr>
        <p:grpSpPr>
          <a:xfrm>
            <a:off x="107504" y="483518"/>
            <a:ext cx="8941246" cy="4464496"/>
            <a:chOff x="107504" y="483518"/>
            <a:chExt cx="8941246" cy="4464496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2D968FC-4CE7-7830-1D0E-A2B21E979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0500" y="3462114"/>
              <a:ext cx="8763000" cy="14859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28F5052-DB3A-6CD0-7548-592BA2F81F5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7504" y="2065387"/>
              <a:ext cx="8858250" cy="151447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D264E72-E68B-72C3-AB4A-9D97A311A3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b="40188"/>
            <a:stretch/>
          </p:blipFill>
          <p:spPr>
            <a:xfrm>
              <a:off x="190500" y="483518"/>
              <a:ext cx="8858250" cy="108012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32DFB8F-F38F-D7C4-A716-A1828F71FCD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80312" y="1563638"/>
              <a:ext cx="1390650" cy="609600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457DAF2F-8EF7-8B8D-9990-D6CAAE7F807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43608" y="1487810"/>
              <a:ext cx="5857875" cy="723900"/>
            </a:xfrm>
            <a:prstGeom prst="rect">
              <a:avLst/>
            </a:prstGeom>
          </p:spPr>
        </p:pic>
      </p:grpSp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입당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55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착하신 목자</a:t>
            </a:r>
            <a:endParaRPr kumimoji="0" lang="en-US" sz="2800" b="1" i="0" u="none" strike="noStrike" kern="1200" cap="none" spc="3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130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입당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55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착하신 목자</a:t>
            </a:r>
            <a:endParaRPr kumimoji="0" lang="en-US" sz="2800" b="1" i="0" u="none" strike="noStrike" kern="1200" cap="none" spc="3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27671C-2029-9EBC-725E-F7FB27C1D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4A29D88-D27F-7BA7-B227-EB6E5063AFF5}"/>
              </a:ext>
            </a:extLst>
          </p:cNvPr>
          <p:cNvGrpSpPr/>
          <p:nvPr/>
        </p:nvGrpSpPr>
        <p:grpSpPr>
          <a:xfrm>
            <a:off x="142875" y="558485"/>
            <a:ext cx="8858250" cy="3741457"/>
            <a:chOff x="142875" y="558485"/>
            <a:chExt cx="8858250" cy="374145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5482F15-EFA3-DB3B-A382-ABA9018C79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b="36531"/>
            <a:stretch/>
          </p:blipFill>
          <p:spPr>
            <a:xfrm>
              <a:off x="142875" y="558485"/>
              <a:ext cx="8858250" cy="1221177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B26FF89-8EEC-690C-0152-792D736740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b="44213"/>
            <a:stretch/>
          </p:blipFill>
          <p:spPr>
            <a:xfrm>
              <a:off x="166687" y="2530135"/>
              <a:ext cx="8810625" cy="977719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884D02A-D5D3-E329-41D8-6768F89C4D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43608" y="1709167"/>
              <a:ext cx="7543800" cy="790575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0E0AC34-AE9A-D9A7-EBF7-1D6F0F9492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71600" y="3509367"/>
              <a:ext cx="7715250" cy="7905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24258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409A4E6-8997-87A7-3D6B-9CB6B33E2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B592C9B5-BA1E-EF0F-B6CB-504C4AF6F454}"/>
              </a:ext>
            </a:extLst>
          </p:cNvPr>
          <p:cNvGrpSpPr/>
          <p:nvPr/>
        </p:nvGrpSpPr>
        <p:grpSpPr>
          <a:xfrm>
            <a:off x="142875" y="483518"/>
            <a:ext cx="8905875" cy="4464496"/>
            <a:chOff x="142875" y="483518"/>
            <a:chExt cx="8905875" cy="4464496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2D968FC-4CE7-7830-1D0E-A2B21E979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0500" y="3462114"/>
              <a:ext cx="8763000" cy="14859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28F5052-DB3A-6CD0-7548-592BA2F81F5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2875" y="1995686"/>
              <a:ext cx="8858250" cy="151447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D264E72-E68B-72C3-AB4A-9D97A311A3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b="40188"/>
            <a:stretch/>
          </p:blipFill>
          <p:spPr>
            <a:xfrm>
              <a:off x="190500" y="483518"/>
              <a:ext cx="8858250" cy="108012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32DFB8F-F38F-D7C4-A716-A1828F71FCD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80312" y="1635646"/>
              <a:ext cx="1390650" cy="6096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431459B-072B-D865-D247-182ECB7B131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43608" y="1491630"/>
              <a:ext cx="5867400" cy="742950"/>
            </a:xfrm>
            <a:prstGeom prst="rect">
              <a:avLst/>
            </a:prstGeom>
          </p:spPr>
        </p:pic>
      </p:grpSp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입당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55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착하신 목자</a:t>
            </a:r>
            <a:endParaRPr kumimoji="0" lang="en-US" sz="2800" b="1" i="0" u="none" strike="noStrike" kern="1200" cap="none" spc="3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6475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17360</TotalTime>
  <Words>20</Words>
  <Application>Microsoft Office PowerPoint</Application>
  <PresentationFormat>On-screen Show (16:9)</PresentationFormat>
  <Paragraphs>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Gulim</vt:lpstr>
      <vt:lpstr>궁서</vt:lpstr>
      <vt:lpstr>대한</vt:lpstr>
      <vt:lpstr>Malgun Gothic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Veronica Nam</cp:lastModifiedBy>
  <cp:revision>1840</cp:revision>
  <dcterms:created xsi:type="dcterms:W3CDTF">2016-08-30T00:06:00Z</dcterms:created>
  <dcterms:modified xsi:type="dcterms:W3CDTF">2023-06-28T06:49:17Z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2016-08-27T00:00:00Z</vt:filetime>
  </property>
  <property fmtid="{D5CDD505-2E9C-101B-9397-08002B2CF9AE}" pid="3" name="Creator">
    <vt:lpwstr>Adobe InDesign CC 2015 (Macintosh)</vt:lpwstr>
  </property>
  <property fmtid="{D5CDD505-2E9C-101B-9397-08002B2CF9AE}" pid="4" name="LastSaved">
    <vt:filetime>2016-08-30T00:00:00Z</vt:filetime>
  </property>
</Properties>
</file>
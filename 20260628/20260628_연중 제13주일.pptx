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</p:sldMasterIdLst>
  <p:notesMasterIdLst>
    <p:notesMasterId r:id="rId144"/>
  </p:notesMasterIdLst>
  <p:sldIdLst>
    <p:sldId id="1697" r:id="rId3"/>
    <p:sldId id="1372" r:id="rId4"/>
    <p:sldId id="1373" r:id="rId5"/>
    <p:sldId id="1374" r:id="rId6"/>
    <p:sldId id="1375" r:id="rId7"/>
    <p:sldId id="1376" r:id="rId8"/>
    <p:sldId id="2532" r:id="rId9"/>
    <p:sldId id="2533" r:id="rId10"/>
    <p:sldId id="2534" r:id="rId11"/>
    <p:sldId id="1377" r:id="rId12"/>
    <p:sldId id="1062" r:id="rId13"/>
    <p:sldId id="1063" r:id="rId14"/>
    <p:sldId id="3066" r:id="rId70"/>
    <p:sldId id="3067" r:id="rId51"/>
    <p:sldId id="3068" r:id="rId18"/>
    <p:sldId id="3069" r:id="rId17"/>
    <p:sldId id="1511" r:id="rId19"/>
    <p:sldId id="2068" r:id="rId20"/>
    <p:sldId id="2195" r:id="rId21"/>
    <p:sldId id="2194" r:id="rId22"/>
    <p:sldId id="3070" r:id="rId26"/>
    <p:sldId id="3071" r:id="rId25"/>
    <p:sldId id="3072" r:id="rId24"/>
    <p:sldId id="3073" r:id="rId23"/>
    <p:sldId id="1565" r:id="rId27"/>
    <p:sldId id="1566" r:id="rId28"/>
    <p:sldId id="1575" r:id="rId29"/>
    <p:sldId id="1576" r:id="rId30"/>
    <p:sldId id="1528" r:id="rId31"/>
    <p:sldId id="2337" r:id="rId32"/>
    <p:sldId id="1334" r:id="rId33"/>
    <p:sldId id="2339" r:id="rId34"/>
    <p:sldId id="2340" r:id="rId35"/>
    <p:sldId id="1336" r:id="rId36"/>
    <p:sldId id="2342" r:id="rId37"/>
    <p:sldId id="2343" r:id="rId38"/>
    <p:sldId id="2344" r:id="rId39"/>
    <p:sldId id="2345" r:id="rId40"/>
    <p:sldId id="2346" r:id="rId41"/>
    <p:sldId id="2347" r:id="rId42"/>
    <p:sldId id="2348" r:id="rId43"/>
    <p:sldId id="2349" r:id="rId44"/>
    <p:sldId id="2350" r:id="rId45"/>
    <p:sldId id="2351" r:id="rId46"/>
    <p:sldId id="1670" r:id="rId47"/>
    <p:sldId id="1020" r:id="rId48"/>
    <p:sldId id="1757" r:id="rId49"/>
    <p:sldId id="3039" r:id="rId50"/>
    <p:sldId id="3058" r:id="rId150"/>
    <p:sldId id="1737" r:id="rId52"/>
    <p:sldId id="3059" r:id="rId149"/>
    <p:sldId id="1729" r:id="rId54"/>
    <p:sldId id="3060" r:id="rId55"/>
    <p:sldId id="3042" r:id="rId56"/>
    <p:sldId id="3061" r:id="rId57"/>
    <p:sldId id="3044" r:id="rId58"/>
    <p:sldId id="3062" r:id="rId59"/>
    <p:sldId id="787" r:id="rId60"/>
    <p:sldId id="1138" r:id="rId61"/>
    <p:sldId id="1730" r:id="rId62"/>
    <p:sldId id="3063" r:id="rId53"/>
    <p:sldId id="3064" r:id="rId151"/>
    <p:sldId id="1427" r:id="rId64"/>
    <p:sldId id="1555" r:id="rId65"/>
    <p:sldId id="3046" r:id="rId66"/>
    <p:sldId id="344" r:id="rId67"/>
    <p:sldId id="1556" r:id="rId68"/>
    <p:sldId id="3047" r:id="rId69"/>
    <p:sldId id="3065" r:id="rId63"/>
    <p:sldId id="1462" r:id="rId71"/>
    <p:sldId id="1770" r:id="rId72"/>
    <p:sldId id="1771" r:id="rId73"/>
    <p:sldId id="1772" r:id="rId74"/>
    <p:sldId id="1773" r:id="rId75"/>
    <p:sldId id="1680" r:id="rId76"/>
    <p:sldId id="1598" r:id="rId77"/>
    <p:sldId id="348" r:id="rId78"/>
    <p:sldId id="2206" r:id="rId79"/>
    <p:sldId id="3074" r:id="rId83"/>
    <p:sldId id="3075" r:id="rId82"/>
    <p:sldId id="3076" r:id="rId81"/>
    <p:sldId id="3077" r:id="rId80"/>
    <p:sldId id="1128" r:id="rId84"/>
    <p:sldId id="1129" r:id="rId85"/>
    <p:sldId id="1130" r:id="rId86"/>
    <p:sldId id="1131" r:id="rId87"/>
    <p:sldId id="1132" r:id="rId88"/>
    <p:sldId id="1599" r:id="rId89"/>
    <p:sldId id="1600" r:id="rId90"/>
    <p:sldId id="1601" r:id="rId91"/>
    <p:sldId id="1602" r:id="rId92"/>
    <p:sldId id="1774" r:id="rId93"/>
    <p:sldId id="286" r:id="rId94"/>
    <p:sldId id="1604" r:id="rId95"/>
    <p:sldId id="1605" r:id="rId96"/>
    <p:sldId id="1606" r:id="rId97"/>
    <p:sldId id="1607" r:id="rId98"/>
    <p:sldId id="1608" r:id="rId99"/>
    <p:sldId id="1609" r:id="rId100"/>
    <p:sldId id="1610" r:id="rId101"/>
    <p:sldId id="1144" r:id="rId102"/>
    <p:sldId id="706" r:id="rId103"/>
    <p:sldId id="1611" r:id="rId104"/>
    <p:sldId id="707" r:id="rId105"/>
    <p:sldId id="497" r:id="rId106"/>
    <p:sldId id="1149" r:id="rId107"/>
    <p:sldId id="739" r:id="rId108"/>
    <p:sldId id="428" r:id="rId109"/>
    <p:sldId id="1612" r:id="rId110"/>
    <p:sldId id="1613" r:id="rId111"/>
    <p:sldId id="1146" r:id="rId112"/>
    <p:sldId id="423" r:id="rId113"/>
    <p:sldId id="424" r:id="rId114"/>
    <p:sldId id="1033" r:id="rId115"/>
    <p:sldId id="302" r:id="rId116"/>
    <p:sldId id="1633" r:id="rId117"/>
    <p:sldId id="3078" r:id="rId121"/>
    <p:sldId id="3079" r:id="rId120"/>
    <p:sldId id="3080" r:id="rId119"/>
    <p:sldId id="3081" r:id="rId118"/>
    <p:sldId id="1701" r:id="rId122"/>
    <p:sldId id="1634" r:id="rId123"/>
    <p:sldId id="3082" r:id="rId129"/>
    <p:sldId id="3083" r:id="rId128"/>
    <p:sldId id="1413" r:id="rId130"/>
    <p:sldId id="498" r:id="rId131"/>
    <p:sldId id="1742" r:id="rId132"/>
    <p:sldId id="499" r:id="rId133"/>
    <p:sldId id="1363" r:id="rId134"/>
    <p:sldId id="3084" r:id="rId137"/>
    <p:sldId id="3085" r:id="rId136"/>
    <p:sldId id="3086" r:id="rId135"/>
    <p:sldId id="542" r:id="rId138"/>
    <p:sldId id="1775" r:id="rId139"/>
    <p:sldId id="1776" r:id="rId140"/>
    <p:sldId id="1777" r:id="rId141"/>
    <p:sldId id="1356" r:id="rId142"/>
    <p:sldId id="893" r:id="rId143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9785" autoAdjust="0"/>
  </p:normalViewPr>
  <p:slideViewPr>
    <p:cSldViewPr>
      <p:cViewPr varScale="1">
        <p:scale>
          <a:sx n="79" d="100"/>
          <a:sy n="79" d="100"/>
        </p:scale>
        <p:origin x="-96" y="-1284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16.xml"/><Relationship Id="rId52" Type="http://schemas.openxmlformats.org/officeDocument/2006/relationships/slide" Target="slides/slide50.xml"/><Relationship Id="rId53" Type="http://schemas.openxmlformats.org/officeDocument/2006/relationships/slide" Target="slides/slide49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90" Type="http://schemas.openxmlformats.org/officeDocument/2006/relationships/slide" Target="slides/slide88.xml"/><Relationship Id="rId91" Type="http://schemas.openxmlformats.org/officeDocument/2006/relationships/slide" Target="slides/slide89.xml"/><Relationship Id="rId92" Type="http://schemas.openxmlformats.org/officeDocument/2006/relationships/slide" Target="slides/slide90.xml"/><Relationship Id="rId93" Type="http://schemas.openxmlformats.org/officeDocument/2006/relationships/slide" Target="slides/slide91.xml"/><Relationship Id="rId94" Type="http://schemas.openxmlformats.org/officeDocument/2006/relationships/slide" Target="slides/slide92.xml"/><Relationship Id="rId95" Type="http://schemas.openxmlformats.org/officeDocument/2006/relationships/slide" Target="slides/slide93.xml"/><Relationship Id="rId96" Type="http://schemas.openxmlformats.org/officeDocument/2006/relationships/slide" Target="slides/slide94.xml"/><Relationship Id="rId97" Type="http://schemas.openxmlformats.org/officeDocument/2006/relationships/slide" Target="slides/slide95.xml"/><Relationship Id="rId98" Type="http://schemas.openxmlformats.org/officeDocument/2006/relationships/slide" Target="slides/slide96.xml"/><Relationship Id="rId99" Type="http://schemas.openxmlformats.org/officeDocument/2006/relationships/slide" Target="slides/slide97.xml"/><Relationship Id="rId100" Type="http://schemas.openxmlformats.org/officeDocument/2006/relationships/slide" Target="slides/slide98.xml"/><Relationship Id="rId101" Type="http://schemas.openxmlformats.org/officeDocument/2006/relationships/slide" Target="slides/slide99.xml"/><Relationship Id="rId102" Type="http://schemas.openxmlformats.org/officeDocument/2006/relationships/slide" Target="slides/slide100.xml"/><Relationship Id="rId103" Type="http://schemas.openxmlformats.org/officeDocument/2006/relationships/slide" Target="slides/slide101.xml"/><Relationship Id="rId104" Type="http://schemas.openxmlformats.org/officeDocument/2006/relationships/slide" Target="slides/slide102.xml"/><Relationship Id="rId105" Type="http://schemas.openxmlformats.org/officeDocument/2006/relationships/slide" Target="slides/slide103.xml"/><Relationship Id="rId106" Type="http://schemas.openxmlformats.org/officeDocument/2006/relationships/slide" Target="slides/slide104.xml"/><Relationship Id="rId107" Type="http://schemas.openxmlformats.org/officeDocument/2006/relationships/slide" Target="slides/slide105.xml"/><Relationship Id="rId108" Type="http://schemas.openxmlformats.org/officeDocument/2006/relationships/slide" Target="slides/slide106.xml"/><Relationship Id="rId109" Type="http://schemas.openxmlformats.org/officeDocument/2006/relationships/slide" Target="slides/slide107.xml"/><Relationship Id="rId110" Type="http://schemas.openxmlformats.org/officeDocument/2006/relationships/slide" Target="slides/slide108.xml"/><Relationship Id="rId111" Type="http://schemas.openxmlformats.org/officeDocument/2006/relationships/slide" Target="slides/slide109.xml"/><Relationship Id="rId112" Type="http://schemas.openxmlformats.org/officeDocument/2006/relationships/slide" Target="slides/slide110.xml"/><Relationship Id="rId113" Type="http://schemas.openxmlformats.org/officeDocument/2006/relationships/slide" Target="slides/slide111.xml"/><Relationship Id="rId114" Type="http://schemas.openxmlformats.org/officeDocument/2006/relationships/slide" Target="slides/slide112.xml"/><Relationship Id="rId115" Type="http://schemas.openxmlformats.org/officeDocument/2006/relationships/slide" Target="slides/slide113.xml"/><Relationship Id="rId116" Type="http://schemas.openxmlformats.org/officeDocument/2006/relationships/slide" Target="slides/slide114.xml"/><Relationship Id="rId117" Type="http://schemas.openxmlformats.org/officeDocument/2006/relationships/slide" Target="slides/slide115.xml"/><Relationship Id="rId118" Type="http://schemas.openxmlformats.org/officeDocument/2006/relationships/slide" Target="slides/slide116.xml"/><Relationship Id="rId119" Type="http://schemas.openxmlformats.org/officeDocument/2006/relationships/slide" Target="slides/slide117.xml"/><Relationship Id="rId120" Type="http://schemas.openxmlformats.org/officeDocument/2006/relationships/slide" Target="slides/slide118.xml"/><Relationship Id="rId121" Type="http://schemas.openxmlformats.org/officeDocument/2006/relationships/slide" Target="slides/slide119.xml"/><Relationship Id="rId122" Type="http://schemas.openxmlformats.org/officeDocument/2006/relationships/slide" Target="slides/slide12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129" Type="http://schemas.openxmlformats.org/officeDocument/2006/relationships/slide" Target="slides/slide127.xml"/><Relationship Id="rId130" Type="http://schemas.openxmlformats.org/officeDocument/2006/relationships/slide" Target="slides/slide128.xml"/><Relationship Id="rId131" Type="http://schemas.openxmlformats.org/officeDocument/2006/relationships/slide" Target="slides/slide129.xml"/><Relationship Id="rId132" Type="http://schemas.openxmlformats.org/officeDocument/2006/relationships/slide" Target="slides/slide130.xml"/><Relationship Id="rId133" Type="http://schemas.openxmlformats.org/officeDocument/2006/relationships/slide" Target="slides/slide131.xml"/><Relationship Id="rId134" Type="http://schemas.openxmlformats.org/officeDocument/2006/relationships/slide" Target="slides/slide132.xml"/><Relationship Id="rId135" Type="http://schemas.openxmlformats.org/officeDocument/2006/relationships/slide" Target="slides/slide133.xml"/><Relationship Id="rId136" Type="http://schemas.openxmlformats.org/officeDocument/2006/relationships/slide" Target="slides/slide134.xml"/><Relationship Id="rId137" Type="http://schemas.openxmlformats.org/officeDocument/2006/relationships/slide" Target="slides/slide135.xml"/><Relationship Id="rId138" Type="http://schemas.openxmlformats.org/officeDocument/2006/relationships/slide" Target="slides/slide136.xml"/><Relationship Id="rId139" Type="http://schemas.openxmlformats.org/officeDocument/2006/relationships/slide" Target="slides/slide137.xml"/><Relationship Id="rId140" Type="http://schemas.openxmlformats.org/officeDocument/2006/relationships/slide" Target="slides/slide138.xml"/><Relationship Id="rId141" Type="http://schemas.openxmlformats.org/officeDocument/2006/relationships/slide" Target="slides/slide139.xml"/><Relationship Id="rId142" Type="http://schemas.openxmlformats.org/officeDocument/2006/relationships/slide" Target="slides/slide140.xml"/><Relationship Id="rId143" Type="http://schemas.openxmlformats.org/officeDocument/2006/relationships/slide" Target="slides/slide141.xml"/><Relationship Id="rId144" Type="http://schemas.openxmlformats.org/officeDocument/2006/relationships/notesMaster" Target="notesMasters/notesMaster1.xml"/><Relationship Id="rId145" Type="http://schemas.openxmlformats.org/officeDocument/2006/relationships/presProps" Target="presProps.xml"/><Relationship Id="rId146" Type="http://schemas.openxmlformats.org/officeDocument/2006/relationships/viewProps" Target="viewProps.xml"/><Relationship Id="rId147" Type="http://schemas.openxmlformats.org/officeDocument/2006/relationships/theme" Target="theme/theme1.xml"/><Relationship Id="rId148" Type="http://schemas.openxmlformats.org/officeDocument/2006/relationships/tableStyles" Target="tableStyles.xml"/><Relationship Id="rId149" Type="http://schemas.openxmlformats.org/officeDocument/2006/relationships/slide" Target="slides/slide5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6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Yang" userId="96e110e5a1896ef6" providerId="LiveId" clId="{8EB410B9-5EBC-420C-8E01-1D28E64F7A8C}"/>
    <pc:docChg chg="undo custSel addSld delSld modSld sldOrd">
      <pc:chgData name="Jacob Yang" userId="96e110e5a1896ef6" providerId="LiveId" clId="{8EB410B9-5EBC-420C-8E01-1D28E64F7A8C}" dt="2026-06-06T22:16:31.429" v="865"/>
      <pc:docMkLst>
        <pc:docMk/>
      </pc:docMkLst>
      <pc:sldChg chg="add del">
        <pc:chgData name="Jacob Yang" userId="96e110e5a1896ef6" providerId="LiveId" clId="{8EB410B9-5EBC-420C-8E01-1D28E64F7A8C}" dt="2026-06-01T11:55:45.499" v="634" actId="47"/>
        <pc:sldMkLst>
          <pc:docMk/>
          <pc:sldMk cId="0" sldId="787"/>
        </pc:sldMkLst>
      </pc:sldChg>
      <pc:sldChg chg="modSp mod">
        <pc:chgData name="Jacob Yang" userId="96e110e5a1896ef6" providerId="LiveId" clId="{8EB410B9-5EBC-420C-8E01-1D28E64F7A8C}" dt="2026-06-01T11:42:36.925" v="61" actId="20577"/>
        <pc:sldMkLst>
          <pc:docMk/>
          <pc:sldMk cId="0" sldId="1020"/>
        </pc:sldMkLst>
        <pc:spChg chg="mod">
          <ac:chgData name="Jacob Yang" userId="96e110e5a1896ef6" providerId="LiveId" clId="{8EB410B9-5EBC-420C-8E01-1D28E64F7A8C}" dt="2026-06-01T11:42:36.925" v="61" actId="20577"/>
          <ac:spMkLst>
            <pc:docMk/>
            <pc:sldMk cId="0" sldId="1020"/>
            <ac:spMk id="10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51:08.132" v="850" actId="14100"/>
        <pc:sldMkLst>
          <pc:docMk/>
          <pc:sldMk cId="0" sldId="1033"/>
        </pc:sldMkLst>
        <pc:spChg chg="mod">
          <ac:chgData name="Jacob Yang" userId="96e110e5a1896ef6" providerId="LiveId" clId="{8EB410B9-5EBC-420C-8E01-1D28E64F7A8C}" dt="2026-06-03T11:51:08.132" v="850" actId="14100"/>
          <ac:spMkLst>
            <pc:docMk/>
            <pc:sldMk cId="0" sldId="1033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07.904" v="647" actId="20577"/>
        <pc:sldMkLst>
          <pc:docMk/>
          <pc:sldMk cId="0" sldId="1138"/>
        </pc:sldMkLst>
        <pc:spChg chg="mod">
          <ac:chgData name="Jacob Yang" userId="96e110e5a1896ef6" providerId="LiveId" clId="{8EB410B9-5EBC-420C-8E01-1D28E64F7A8C}" dt="2026-06-01T11:57:07.904" v="647" actId="20577"/>
          <ac:spMkLst>
            <pc:docMk/>
            <pc:sldMk cId="0" sldId="1138"/>
            <ac:spMk id="10" creationId="{00000000-0000-0000-0000-000000000000}"/>
          </ac:spMkLst>
        </pc:spChg>
      </pc:sldChg>
      <pc:sldChg chg="ord">
        <pc:chgData name="Jacob Yang" userId="96e110e5a1896ef6" providerId="LiveId" clId="{8EB410B9-5EBC-420C-8E01-1D28E64F7A8C}" dt="2026-06-01T12:00:45.735" v="656"/>
        <pc:sldMkLst>
          <pc:docMk/>
          <pc:sldMk cId="4008561108" sldId="1260"/>
        </pc:sldMkLst>
      </pc:sldChg>
      <pc:sldChg chg="modSp mod">
        <pc:chgData name="Jacob Yang" userId="96e110e5a1896ef6" providerId="LiveId" clId="{8EB410B9-5EBC-420C-8E01-1D28E64F7A8C}" dt="2026-06-01T12:08:47.602" v="748" actId="6549"/>
        <pc:sldMkLst>
          <pc:docMk/>
          <pc:sldMk cId="3794957418" sldId="1363"/>
        </pc:sldMkLst>
        <pc:spChg chg="mod">
          <ac:chgData name="Jacob Yang" userId="96e110e5a1896ef6" providerId="LiveId" clId="{8EB410B9-5EBC-420C-8E01-1D28E64F7A8C}" dt="2026-06-01T12:08:47.602" v="748" actId="6549"/>
          <ac:spMkLst>
            <pc:docMk/>
            <pc:sldMk cId="3794957418" sldId="136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1:36.312" v="658" actId="20577"/>
        <pc:sldMkLst>
          <pc:docMk/>
          <pc:sldMk cId="20610786" sldId="1555"/>
        </pc:sldMkLst>
        <pc:spChg chg="mod">
          <ac:chgData name="Jacob Yang" userId="96e110e5a1896ef6" providerId="LiveId" clId="{8EB410B9-5EBC-420C-8E01-1D28E64F7A8C}" dt="2026-06-01T12:01:36.312" v="658" actId="20577"/>
          <ac:spMkLst>
            <pc:docMk/>
            <pc:sldMk cId="20610786" sldId="1555"/>
            <ac:spMk id="4" creationId="{09F1B7D1-ED9E-48F2-98A0-A66CD7A16038}"/>
          </ac:spMkLst>
        </pc:spChg>
      </pc:sldChg>
      <pc:sldChg chg="modSp mod">
        <pc:chgData name="Jacob Yang" userId="96e110e5a1896ef6" providerId="LiveId" clId="{8EB410B9-5EBC-420C-8E01-1D28E64F7A8C}" dt="2026-06-01T12:05:37.569" v="671" actId="6549"/>
        <pc:sldMkLst>
          <pc:docMk/>
          <pc:sldMk cId="180358702" sldId="1556"/>
        </pc:sldMkLst>
        <pc:spChg chg="mod">
          <ac:chgData name="Jacob Yang" userId="96e110e5a1896ef6" providerId="LiveId" clId="{8EB410B9-5EBC-420C-8E01-1D28E64F7A8C}" dt="2026-06-01T12:05:37.569" v="671" actId="6549"/>
          <ac:spMkLst>
            <pc:docMk/>
            <pc:sldMk cId="180358702" sldId="1556"/>
            <ac:spMk id="3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8:02.869" v="731" actId="6549"/>
        <pc:sldMkLst>
          <pc:docMk/>
          <pc:sldMk cId="3882351544" sldId="1633"/>
        </pc:sldMkLst>
        <pc:spChg chg="mod">
          <ac:chgData name="Jacob Yang" userId="96e110e5a1896ef6" providerId="LiveId" clId="{8EB410B9-5EBC-420C-8E01-1D28E64F7A8C}" dt="2026-06-01T12:08:02.869" v="731" actId="6549"/>
          <ac:spMkLst>
            <pc:docMk/>
            <pc:sldMk cId="3882351544" sldId="163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6T22:14:39.154" v="855" actId="6549"/>
        <pc:sldMkLst>
          <pc:docMk/>
          <pc:sldMk cId="3338771621" sldId="1634"/>
        </pc:sldMkLst>
        <pc:spChg chg="mod">
          <ac:chgData name="Jacob Yang" userId="96e110e5a1896ef6" providerId="LiveId" clId="{8EB410B9-5EBC-420C-8E01-1D28E64F7A8C}" dt="2026-06-06T22:14:39.154" v="855" actId="6549"/>
          <ac:spMkLst>
            <pc:docMk/>
            <pc:sldMk cId="3338771621" sldId="1634"/>
            <ac:spMk id="8" creationId="{00000000-0000-0000-0000-000000000000}"/>
          </ac:spMkLst>
        </pc:spChg>
      </pc:sldChg>
      <pc:sldChg chg="modSp del mod">
        <pc:chgData name="Jacob Yang" userId="96e110e5a1896ef6" providerId="LiveId" clId="{8EB410B9-5EBC-420C-8E01-1D28E64F7A8C}" dt="2026-06-06T22:15:56.031" v="856" actId="47"/>
        <pc:sldMkLst>
          <pc:docMk/>
          <pc:sldMk cId="743096849" sldId="1671"/>
        </pc:sldMkLst>
        <pc:spChg chg="mod">
          <ac:chgData name="Jacob Yang" userId="96e110e5a1896ef6" providerId="LiveId" clId="{8EB410B9-5EBC-420C-8E01-1D28E64F7A8C}" dt="2026-06-01T12:10:08.680" v="793" actId="20577"/>
          <ac:spMkLst>
            <pc:docMk/>
            <pc:sldMk cId="743096849" sldId="167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2.412" v="725" actId="47"/>
        <pc:sldMkLst>
          <pc:docMk/>
          <pc:sldMk cId="883721219" sldId="1672"/>
        </pc:sldMkLst>
      </pc:sldChg>
      <pc:sldChg chg="modSp mod">
        <pc:chgData name="Jacob Yang" userId="96e110e5a1896ef6" providerId="LiveId" clId="{8EB410B9-5EBC-420C-8E01-1D28E64F7A8C}" dt="2026-06-01T12:11:08.908" v="805" actId="20577"/>
        <pc:sldMkLst>
          <pc:docMk/>
          <pc:sldMk cId="1393686005" sldId="1672"/>
        </pc:sldMkLst>
        <pc:spChg chg="mod">
          <ac:chgData name="Jacob Yang" userId="96e110e5a1896ef6" providerId="LiveId" clId="{8EB410B9-5EBC-420C-8E01-1D28E64F7A8C}" dt="2026-06-01T12:11:08.908" v="805" actId="20577"/>
          <ac:spMkLst>
            <pc:docMk/>
            <pc:sldMk cId="1393686005" sldId="1672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099" v="726" actId="47"/>
        <pc:sldMkLst>
          <pc:docMk/>
          <pc:sldMk cId="1502360552" sldId="1673"/>
        </pc:sldMkLst>
      </pc:sldChg>
      <pc:sldChg chg="modSp mod">
        <pc:chgData name="Jacob Yang" userId="96e110e5a1896ef6" providerId="LiveId" clId="{8EB410B9-5EBC-420C-8E01-1D28E64F7A8C}" dt="2026-06-01T12:11:20.026" v="806"/>
        <pc:sldMkLst>
          <pc:docMk/>
          <pc:sldMk cId="2218556644" sldId="1673"/>
        </pc:sldMkLst>
        <pc:spChg chg="mod">
          <ac:chgData name="Jacob Yang" userId="96e110e5a1896ef6" providerId="LiveId" clId="{8EB410B9-5EBC-420C-8E01-1D28E64F7A8C}" dt="2026-06-01T12:11:20.026" v="806"/>
          <ac:spMkLst>
            <pc:docMk/>
            <pc:sldMk cId="2218556644" sldId="1673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1:26.083" v="807"/>
        <pc:sldMkLst>
          <pc:docMk/>
          <pc:sldMk cId="770124332" sldId="1674"/>
        </pc:sldMkLst>
        <pc:spChg chg="mod">
          <ac:chgData name="Jacob Yang" userId="96e110e5a1896ef6" providerId="LiveId" clId="{8EB410B9-5EBC-420C-8E01-1D28E64F7A8C}" dt="2026-06-01T12:11:26.083" v="807"/>
          <ac:spMkLst>
            <pc:docMk/>
            <pc:sldMk cId="770124332" sldId="1674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832" v="727" actId="47"/>
        <pc:sldMkLst>
          <pc:docMk/>
          <pc:sldMk cId="3207303563" sldId="1674"/>
        </pc:sldMkLst>
      </pc:sldChg>
      <pc:sldChg chg="modSp mod">
        <pc:chgData name="Jacob Yang" userId="96e110e5a1896ef6" providerId="LiveId" clId="{8EB410B9-5EBC-420C-8E01-1D28E64F7A8C}" dt="2026-06-01T12:11:32.447" v="808"/>
        <pc:sldMkLst>
          <pc:docMk/>
          <pc:sldMk cId="4090471206" sldId="1675"/>
        </pc:sldMkLst>
        <pc:spChg chg="mod">
          <ac:chgData name="Jacob Yang" userId="96e110e5a1896ef6" providerId="LiveId" clId="{8EB410B9-5EBC-420C-8E01-1D28E64F7A8C}" dt="2026-06-01T12:11:32.447" v="808"/>
          <ac:spMkLst>
            <pc:docMk/>
            <pc:sldMk cId="4090471206" sldId="1675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284" v="733" actId="47"/>
        <pc:sldMkLst>
          <pc:docMk/>
          <pc:sldMk cId="2561479705" sldId="1677"/>
        </pc:sldMkLst>
      </pc:sldChg>
      <pc:sldChg chg="modSp del mod">
        <pc:chgData name="Jacob Yang" userId="96e110e5a1896ef6" providerId="LiveId" clId="{8EB410B9-5EBC-420C-8E01-1D28E64F7A8C}" dt="2026-06-06T22:15:56.708" v="857" actId="47"/>
        <pc:sldMkLst>
          <pc:docMk/>
          <pc:sldMk cId="568367058" sldId="1678"/>
        </pc:sldMkLst>
        <pc:spChg chg="mod">
          <ac:chgData name="Jacob Yang" userId="96e110e5a1896ef6" providerId="LiveId" clId="{8EB410B9-5EBC-420C-8E01-1D28E64F7A8C}" dt="2026-06-01T12:10:17.595" v="794"/>
          <ac:spMkLst>
            <pc:docMk/>
            <pc:sldMk cId="568367058" sldId="1678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603" v="734" actId="47"/>
        <pc:sldMkLst>
          <pc:docMk/>
          <pc:sldMk cId="4220702740" sldId="1678"/>
        </pc:sldMkLst>
      </pc:sldChg>
      <pc:sldChg chg="del">
        <pc:chgData name="Jacob Yang" userId="96e110e5a1896ef6" providerId="LiveId" clId="{8EB410B9-5EBC-420C-8E01-1D28E64F7A8C}" dt="2026-06-01T12:08:26.019" v="735" actId="47"/>
        <pc:sldMkLst>
          <pc:docMk/>
          <pc:sldMk cId="2961763039" sldId="1679"/>
        </pc:sldMkLst>
      </pc:sldChg>
      <pc:sldChg chg="modSp del mod">
        <pc:chgData name="Jacob Yang" userId="96e110e5a1896ef6" providerId="LiveId" clId="{8EB410B9-5EBC-420C-8E01-1D28E64F7A8C}" dt="2026-06-06T22:15:58.159" v="859" actId="47"/>
        <pc:sldMkLst>
          <pc:docMk/>
          <pc:sldMk cId="1556432237" sldId="1681"/>
        </pc:sldMkLst>
        <pc:spChg chg="mod">
          <ac:chgData name="Jacob Yang" userId="96e110e5a1896ef6" providerId="LiveId" clId="{8EB410B9-5EBC-420C-8E01-1D28E64F7A8C}" dt="2026-06-01T12:10:24.990" v="796"/>
          <ac:spMkLst>
            <pc:docMk/>
            <pc:sldMk cId="1556432237" sldId="168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38.155" v="740" actId="47"/>
        <pc:sldMkLst>
          <pc:docMk/>
          <pc:sldMk cId="2594146979" sldId="1684"/>
        </pc:sldMkLst>
      </pc:sldChg>
      <pc:sldChg chg="addSp modSp mod">
        <pc:chgData name="Jacob Yang" userId="96e110e5a1896ef6" providerId="LiveId" clId="{8EB410B9-5EBC-420C-8E01-1D28E64F7A8C}" dt="2026-06-01T12:06:36.123" v="687"/>
        <pc:sldMkLst>
          <pc:docMk/>
          <pc:sldMk cId="2534335505" sldId="1697"/>
        </pc:sldMkLst>
        <pc:spChg chg="add mod">
          <ac:chgData name="Jacob Yang" userId="96e110e5a1896ef6" providerId="LiveId" clId="{8EB410B9-5EBC-420C-8E01-1D28E64F7A8C}" dt="2026-06-01T12:06:36.123" v="687"/>
          <ac:spMkLst>
            <pc:docMk/>
            <pc:sldMk cId="2534335505" sldId="1697"/>
            <ac:spMk id="2" creationId="{08C31E0F-AB32-4342-34EC-853DDA162C43}"/>
          </ac:spMkLst>
        </pc:spChg>
        <pc:spChg chg="mod">
          <ac:chgData name="Jacob Yang" userId="96e110e5a1896ef6" providerId="LiveId" clId="{8EB410B9-5EBC-420C-8E01-1D28E64F7A8C}" dt="2026-06-01T11:34:27.634" v="32" actId="20577"/>
          <ac:spMkLst>
            <pc:docMk/>
            <pc:sldMk cId="2534335505" sldId="1697"/>
            <ac:spMk id="9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7:00.489" v="717" actId="47"/>
        <pc:sldMkLst>
          <pc:docMk/>
          <pc:sldMk cId="1018331834" sldId="1714"/>
        </pc:sldMkLst>
      </pc:sldChg>
      <pc:sldChg chg="modSp mod">
        <pc:chgData name="Jacob Yang" userId="96e110e5a1896ef6" providerId="LiveId" clId="{8EB410B9-5EBC-420C-8E01-1D28E64F7A8C}" dt="2026-06-01T11:55:18.355" v="618"/>
        <pc:sldMkLst>
          <pc:docMk/>
          <pc:sldMk cId="4094780995" sldId="1729"/>
        </pc:sldMkLst>
        <pc:spChg chg="mod">
          <ac:chgData name="Jacob Yang" userId="96e110e5a1896ef6" providerId="LiveId" clId="{8EB410B9-5EBC-420C-8E01-1D28E64F7A8C}" dt="2026-06-01T11:55:04.595" v="617" actId="20577"/>
          <ac:spMkLst>
            <pc:docMk/>
            <pc:sldMk cId="4094780995" sldId="1729"/>
            <ac:spMk id="5" creationId="{00000000-0000-0000-0000-000000000000}"/>
          </ac:spMkLst>
        </pc:spChg>
        <pc:spChg chg="mod">
          <ac:chgData name="Jacob Yang" userId="96e110e5a1896ef6" providerId="LiveId" clId="{8EB410B9-5EBC-420C-8E01-1D28E64F7A8C}" dt="2026-06-01T11:55:18.355" v="618"/>
          <ac:spMkLst>
            <pc:docMk/>
            <pc:sldMk cId="4094780995" sldId="1729"/>
            <ac:spMk id="6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41.992" v="653" actId="207"/>
        <pc:sldMkLst>
          <pc:docMk/>
          <pc:sldMk cId="1789485839" sldId="1730"/>
        </pc:sldMkLst>
        <pc:spChg chg="mod">
          <ac:chgData name="Jacob Yang" userId="96e110e5a1896ef6" providerId="LiveId" clId="{8EB410B9-5EBC-420C-8E01-1D28E64F7A8C}" dt="2026-06-01T11:57:41.992" v="653" actId="207"/>
          <ac:spMkLst>
            <pc:docMk/>
            <pc:sldMk cId="1789485839" sldId="1730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44:56.120" v="813"/>
        <pc:sldMkLst>
          <pc:docMk/>
          <pc:sldMk cId="3328112084" sldId="1757"/>
        </pc:sldMkLst>
        <pc:spChg chg="mod">
          <ac:chgData name="Jacob Yang" userId="96e110e5a1896ef6" providerId="LiveId" clId="{8EB410B9-5EBC-420C-8E01-1D28E64F7A8C}" dt="2026-06-03T11:44:56.120" v="813"/>
          <ac:spMkLst>
            <pc:docMk/>
            <pc:sldMk cId="3328112084" sldId="1757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0:21.918" v="46" actId="47"/>
        <pc:sldMkLst>
          <pc:docMk/>
          <pc:sldMk cId="1555400951" sldId="1760"/>
        </pc:sldMkLst>
      </pc:sldChg>
      <pc:sldChg chg="del">
        <pc:chgData name="Jacob Yang" userId="96e110e5a1896ef6" providerId="LiveId" clId="{8EB410B9-5EBC-420C-8E01-1D28E64F7A8C}" dt="2026-06-01T11:40:22.303" v="47" actId="47"/>
        <pc:sldMkLst>
          <pc:docMk/>
          <pc:sldMk cId="564166940" sldId="1761"/>
        </pc:sldMkLst>
      </pc:sldChg>
      <pc:sldChg chg="del">
        <pc:chgData name="Jacob Yang" userId="96e110e5a1896ef6" providerId="LiveId" clId="{8EB410B9-5EBC-420C-8E01-1D28E64F7A8C}" dt="2026-06-01T12:08:39.162" v="742" actId="47"/>
        <pc:sldMkLst>
          <pc:docMk/>
          <pc:sldMk cId="1134527556" sldId="1834"/>
        </pc:sldMkLst>
      </pc:sldChg>
      <pc:sldChg chg="del">
        <pc:chgData name="Jacob Yang" userId="96e110e5a1896ef6" providerId="LiveId" clId="{8EB410B9-5EBC-420C-8E01-1D28E64F7A8C}" dt="2026-06-01T12:08:38.698" v="741" actId="47"/>
        <pc:sldMkLst>
          <pc:docMk/>
          <pc:sldMk cId="1394662154" sldId="1835"/>
        </pc:sldMkLst>
      </pc:sldChg>
      <pc:sldChg chg="del">
        <pc:chgData name="Jacob Yang" userId="96e110e5a1896ef6" providerId="LiveId" clId="{8EB410B9-5EBC-420C-8E01-1D28E64F7A8C}" dt="2026-06-01T12:08:39.736" v="743" actId="47"/>
        <pc:sldMkLst>
          <pc:docMk/>
          <pc:sldMk cId="1118717039" sldId="1836"/>
        </pc:sldMkLst>
      </pc:sldChg>
      <pc:sldChg chg="modSp mod">
        <pc:chgData name="Jacob Yang" userId="96e110e5a1896ef6" providerId="LiveId" clId="{8EB410B9-5EBC-420C-8E01-1D28E64F7A8C}" dt="2026-06-06T22:16:05.596" v="860"/>
        <pc:sldMkLst>
          <pc:docMk/>
          <pc:sldMk cId="1555400951" sldId="1897"/>
        </pc:sldMkLst>
        <pc:spChg chg="mod">
          <ac:chgData name="Jacob Yang" userId="96e110e5a1896ef6" providerId="LiveId" clId="{8EB410B9-5EBC-420C-8E01-1D28E64F7A8C}" dt="2026-06-06T22:16:05.596" v="860"/>
          <ac:spMkLst>
            <pc:docMk/>
            <pc:sldMk cId="1555400951" sldId="1897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10.729" v="861"/>
        <pc:sldMkLst>
          <pc:docMk/>
          <pc:sldMk cId="564166940" sldId="1898"/>
        </pc:sldMkLst>
        <pc:spChg chg="mod">
          <ac:chgData name="Jacob Yang" userId="96e110e5a1896ef6" providerId="LiveId" clId="{8EB410B9-5EBC-420C-8E01-1D28E64F7A8C}" dt="2026-06-06T22:16:10.729" v="861"/>
          <ac:spMkLst>
            <pc:docMk/>
            <pc:sldMk cId="564166940" sldId="1898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6.900" v="864"/>
        <pc:sldMkLst>
          <pc:docMk/>
          <pc:sldMk cId="4204747330" sldId="1899"/>
        </pc:sldMkLst>
        <pc:spChg chg="mod">
          <ac:chgData name="Jacob Yang" userId="96e110e5a1896ef6" providerId="LiveId" clId="{8EB410B9-5EBC-420C-8E01-1D28E64F7A8C}" dt="2026-06-06T22:16:26.900" v="864"/>
          <ac:spMkLst>
            <pc:docMk/>
            <pc:sldMk cId="4204747330" sldId="1899"/>
            <ac:spMk id="35" creationId="{7B376904-F72E-49C0-AD7E-98E51634849C}"/>
          </ac:spMkLst>
        </pc:spChg>
      </pc:sldChg>
      <pc:sldChg chg="modSp mod">
        <pc:chgData name="Jacob Yang" userId="96e110e5a1896ef6" providerId="LiveId" clId="{8EB410B9-5EBC-420C-8E01-1D28E64F7A8C}" dt="2026-06-06T22:16:15.862" v="862"/>
        <pc:sldMkLst>
          <pc:docMk/>
          <pc:sldMk cId="315594505" sldId="1920"/>
        </pc:sldMkLst>
        <pc:spChg chg="mod">
          <ac:chgData name="Jacob Yang" userId="96e110e5a1896ef6" providerId="LiveId" clId="{8EB410B9-5EBC-420C-8E01-1D28E64F7A8C}" dt="2026-06-06T22:16:15.862" v="862"/>
          <ac:spMkLst>
            <pc:docMk/>
            <pc:sldMk cId="315594505" sldId="1920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2.465" v="863"/>
        <pc:sldMkLst>
          <pc:docMk/>
          <pc:sldMk cId="3399767645" sldId="1921"/>
        </pc:sldMkLst>
        <pc:spChg chg="mod">
          <ac:chgData name="Jacob Yang" userId="96e110e5a1896ef6" providerId="LiveId" clId="{8EB410B9-5EBC-420C-8E01-1D28E64F7A8C}" dt="2026-06-06T22:16:22.465" v="863"/>
          <ac:spMkLst>
            <pc:docMk/>
            <pc:sldMk cId="3399767645" sldId="1921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31.429" v="865"/>
        <pc:sldMkLst>
          <pc:docMk/>
          <pc:sldMk cId="4183130055" sldId="1922"/>
        </pc:sldMkLst>
        <pc:spChg chg="mod">
          <ac:chgData name="Jacob Yang" userId="96e110e5a1896ef6" providerId="LiveId" clId="{8EB410B9-5EBC-420C-8E01-1D28E64F7A8C}" dt="2026-06-06T22:16:31.429" v="865"/>
          <ac:spMkLst>
            <pc:docMk/>
            <pc:sldMk cId="4183130055" sldId="1922"/>
            <ac:spMk id="6" creationId="{28BCECC7-2F46-46DE-9D89-81288B45A39D}"/>
          </ac:spMkLst>
        </pc:spChg>
      </pc:sldChg>
      <pc:sldChg chg="del">
        <pc:chgData name="Jacob Yang" userId="96e110e5a1896ef6" providerId="LiveId" clId="{8EB410B9-5EBC-420C-8E01-1D28E64F7A8C}" dt="2026-06-01T11:40:22.812" v="48" actId="47"/>
        <pc:sldMkLst>
          <pc:docMk/>
          <pc:sldMk cId="1639333555" sldId="1990"/>
        </pc:sldMkLst>
      </pc:sldChg>
      <pc:sldChg chg="del">
        <pc:chgData name="Jacob Yang" userId="96e110e5a1896ef6" providerId="LiveId" clId="{8EB410B9-5EBC-420C-8E01-1D28E64F7A8C}" dt="2026-06-01T11:40:23.565" v="49" actId="47"/>
        <pc:sldMkLst>
          <pc:docMk/>
          <pc:sldMk cId="39220166" sldId="1991"/>
        </pc:sldMkLst>
      </pc:sldChg>
      <pc:sldChg chg="modSp mod">
        <pc:chgData name="Jacob Yang" userId="96e110e5a1896ef6" providerId="LiveId" clId="{8EB410B9-5EBC-420C-8E01-1D28E64F7A8C}" dt="2026-06-01T11:39:49.092" v="40" actId="20577"/>
        <pc:sldMkLst>
          <pc:docMk/>
          <pc:sldMk cId="0" sldId="2068"/>
        </pc:sldMkLst>
        <pc:spChg chg="mod">
          <ac:chgData name="Jacob Yang" userId="96e110e5a1896ef6" providerId="LiveId" clId="{8EB410B9-5EBC-420C-8E01-1D28E64F7A8C}" dt="2026-06-01T11:39:49.092" v="40" actId="20577"/>
          <ac:spMkLst>
            <pc:docMk/>
            <pc:sldMk cId="0" sldId="2068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40:15.447" v="45" actId="6549"/>
        <pc:sldMkLst>
          <pc:docMk/>
          <pc:sldMk cId="1576640453" sldId="2194"/>
        </pc:sldMkLst>
        <pc:spChg chg="mod">
          <ac:chgData name="Jacob Yang" userId="96e110e5a1896ef6" providerId="LiveId" clId="{8EB410B9-5EBC-420C-8E01-1D28E64F7A8C}" dt="2026-06-01T11:40:15.447" v="45" actId="6549"/>
          <ac:spMkLst>
            <pc:docMk/>
            <pc:sldMk cId="1576640453" sldId="2194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2:57.883" v="63" actId="47"/>
        <pc:sldMkLst>
          <pc:docMk/>
          <pc:sldMk cId="3712951906" sldId="2196"/>
        </pc:sldMkLst>
      </pc:sldChg>
      <pc:sldChg chg="del">
        <pc:chgData name="Jacob Yang" userId="96e110e5a1896ef6" providerId="LiveId" clId="{8EB410B9-5EBC-420C-8E01-1D28E64F7A8C}" dt="2026-06-01T11:44:27.487" v="124" actId="47"/>
        <pc:sldMkLst>
          <pc:docMk/>
          <pc:sldMk cId="1817576673" sldId="2198"/>
        </pc:sldMkLst>
      </pc:sldChg>
      <pc:sldChg chg="modSp mod">
        <pc:chgData name="Jacob Yang" userId="96e110e5a1896ef6" providerId="LiveId" clId="{8EB410B9-5EBC-420C-8E01-1D28E64F7A8C}" dt="2026-06-01T12:07:27.491" v="723" actId="6549"/>
        <pc:sldMkLst>
          <pc:docMk/>
          <pc:sldMk cId="2074835621" sldId="2206"/>
        </pc:sldMkLst>
        <pc:spChg chg="mod">
          <ac:chgData name="Jacob Yang" userId="96e110e5a1896ef6" providerId="LiveId" clId="{8EB410B9-5EBC-420C-8E01-1D28E64F7A8C}" dt="2026-06-01T12:07:27.491" v="723" actId="6549"/>
          <ac:spMkLst>
            <pc:docMk/>
            <pc:sldMk cId="2074835621" sldId="2206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8:51.238" v="749" actId="47"/>
        <pc:sldMkLst>
          <pc:docMk/>
          <pc:sldMk cId="1145640309" sldId="2508"/>
        </pc:sldMkLst>
      </pc:sldChg>
      <pc:sldChg chg="del">
        <pc:chgData name="Jacob Yang" userId="96e110e5a1896ef6" providerId="LiveId" clId="{8EB410B9-5EBC-420C-8E01-1D28E64F7A8C}" dt="2026-06-01T11:38:24.119" v="33" actId="47"/>
        <pc:sldMkLst>
          <pc:docMk/>
          <pc:sldMk cId="3833832453" sldId="3013"/>
        </pc:sldMkLst>
      </pc:sldChg>
      <pc:sldChg chg="del">
        <pc:chgData name="Jacob Yang" userId="96e110e5a1896ef6" providerId="LiveId" clId="{8EB410B9-5EBC-420C-8E01-1D28E64F7A8C}" dt="2026-06-01T11:38:25.031" v="34" actId="47"/>
        <pc:sldMkLst>
          <pc:docMk/>
          <pc:sldMk cId="4008264119" sldId="3014"/>
        </pc:sldMkLst>
      </pc:sldChg>
      <pc:sldChg chg="del">
        <pc:chgData name="Jacob Yang" userId="96e110e5a1896ef6" providerId="LiveId" clId="{8EB410B9-5EBC-420C-8E01-1D28E64F7A8C}" dt="2026-06-01T11:38:25.976" v="35" actId="47"/>
        <pc:sldMkLst>
          <pc:docMk/>
          <pc:sldMk cId="3916034289" sldId="3015"/>
        </pc:sldMkLst>
      </pc:sldChg>
      <pc:sldChg chg="del">
        <pc:chgData name="Jacob Yang" userId="96e110e5a1896ef6" providerId="LiveId" clId="{8EB410B9-5EBC-420C-8E01-1D28E64F7A8C}" dt="2026-06-01T11:38:26.866" v="36" actId="47"/>
        <pc:sldMkLst>
          <pc:docMk/>
          <pc:sldMk cId="559574533" sldId="3016"/>
        </pc:sldMkLst>
      </pc:sldChg>
      <pc:sldChg chg="del">
        <pc:chgData name="Jacob Yang" userId="96e110e5a1896ef6" providerId="LiveId" clId="{8EB410B9-5EBC-420C-8E01-1D28E64F7A8C}" dt="2026-06-01T11:38:27.833" v="37" actId="47"/>
        <pc:sldMkLst>
          <pc:docMk/>
          <pc:sldMk cId="120918051" sldId="3017"/>
        </pc:sldMkLst>
      </pc:sldChg>
      <pc:sldChg chg="del">
        <pc:chgData name="Jacob Yang" userId="96e110e5a1896ef6" providerId="LiveId" clId="{8EB410B9-5EBC-420C-8E01-1D28E64F7A8C}" dt="2026-06-01T11:38:28.707" v="38" actId="47"/>
        <pc:sldMkLst>
          <pc:docMk/>
          <pc:sldMk cId="455246502" sldId="3018"/>
        </pc:sldMkLst>
      </pc:sldChg>
      <pc:sldChg chg="addSp delSp modSp mod">
        <pc:chgData name="Jacob Yang" userId="96e110e5a1896ef6" providerId="LiveId" clId="{8EB410B9-5EBC-420C-8E01-1D28E64F7A8C}" dt="2026-06-03T11:47:32.029" v="843" actId="1037"/>
        <pc:sldMkLst>
          <pc:docMk/>
          <pc:sldMk cId="974117914" sldId="3019"/>
        </pc:sldMkLst>
        <pc:spChg chg="mod">
          <ac:chgData name="Jacob Yang" userId="96e110e5a1896ef6" providerId="LiveId" clId="{8EB410B9-5EBC-420C-8E01-1D28E64F7A8C}" dt="2026-06-01T11:47:43.312" v="211" actId="6549"/>
          <ac:spMkLst>
            <pc:docMk/>
            <pc:sldMk cId="974117914" sldId="3019"/>
            <ac:spMk id="5" creationId="{E41B86AD-665A-50DD-8DF6-B91BB4908BC9}"/>
          </ac:spMkLst>
        </pc:sp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3" creationId="{9357B9EE-285E-E4F3-AFE2-CCBD0A2D5E88}"/>
          </ac:picMkLst>
        </pc:picChg>
        <pc:picChg chg="add del mod modCrop">
          <ac:chgData name="Jacob Yang" userId="96e110e5a1896ef6" providerId="LiveId" clId="{8EB410B9-5EBC-420C-8E01-1D28E64F7A8C}" dt="2026-06-01T11:52:38.374" v="392" actId="478"/>
          <ac:picMkLst>
            <pc:docMk/>
            <pc:sldMk cId="974117914" sldId="3019"/>
            <ac:picMk id="4" creationId="{E2A0C1F3-9B91-0631-BA35-928BFA0E9949}"/>
          </ac:picMkLst>
        </pc:picChg>
        <pc:picChg chg="add del mod modCrop">
          <ac:chgData name="Jacob Yang" userId="96e110e5a1896ef6" providerId="LiveId" clId="{8EB410B9-5EBC-420C-8E01-1D28E64F7A8C}" dt="2026-06-01T11:52:39.192" v="393" actId="478"/>
          <ac:picMkLst>
            <pc:docMk/>
            <pc:sldMk cId="974117914" sldId="3019"/>
            <ac:picMk id="6" creationId="{C7ED7A3D-8974-F160-F808-778F2DD0D2FE}"/>
          </ac:picMkLst>
        </pc:pic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7" creationId="{3B16EF2E-5615-96CA-4EED-D2B712C3AF71}"/>
          </ac:picMkLst>
        </pc:picChg>
        <pc:picChg chg="add mod modCrop">
          <ac:chgData name="Jacob Yang" userId="96e110e5a1896ef6" providerId="LiveId" clId="{8EB410B9-5EBC-420C-8E01-1D28E64F7A8C}" dt="2026-06-03T11:47:04.372" v="816" actId="14100"/>
          <ac:picMkLst>
            <pc:docMk/>
            <pc:sldMk cId="974117914" sldId="3019"/>
            <ac:picMk id="10" creationId="{1C6A0951-17B3-66FB-1A20-57B4C26B5BA9}"/>
          </ac:picMkLst>
        </pc:picChg>
        <pc:picChg chg="add mod modCrop">
          <ac:chgData name="Jacob Yang" userId="96e110e5a1896ef6" providerId="LiveId" clId="{8EB410B9-5EBC-420C-8E01-1D28E64F7A8C}" dt="2026-06-03T11:47:32.029" v="843" actId="1037"/>
          <ac:picMkLst>
            <pc:docMk/>
            <pc:sldMk cId="974117914" sldId="3019"/>
            <ac:picMk id="12" creationId="{63982018-FC94-6117-A0A6-EA33860288EA}"/>
          </ac:picMkLst>
        </pc:picChg>
      </pc:sldChg>
      <pc:sldChg chg="del">
        <pc:chgData name="Jacob Yang" userId="96e110e5a1896ef6" providerId="LiveId" clId="{8EB410B9-5EBC-420C-8E01-1D28E64F7A8C}" dt="2026-06-01T11:55:34.491" v="623" actId="47"/>
        <pc:sldMkLst>
          <pc:docMk/>
          <pc:sldMk cId="2048444681" sldId="3021"/>
        </pc:sldMkLst>
      </pc:sldChg>
      <pc:sldChg chg="del">
        <pc:chgData name="Jacob Yang" userId="96e110e5a1896ef6" providerId="LiveId" clId="{8EB410B9-5EBC-420C-8E01-1D28E64F7A8C}" dt="2026-06-01T11:55:36.128" v="625" actId="47"/>
        <pc:sldMkLst>
          <pc:docMk/>
          <pc:sldMk cId="1410083024" sldId="3022"/>
        </pc:sldMkLst>
      </pc:sldChg>
      <pc:sldChg chg="del">
        <pc:chgData name="Jacob Yang" userId="96e110e5a1896ef6" providerId="LiveId" clId="{8EB410B9-5EBC-420C-8E01-1D28E64F7A8C}" dt="2026-06-01T11:55:37.578" v="627" actId="47"/>
        <pc:sldMkLst>
          <pc:docMk/>
          <pc:sldMk cId="3356793840" sldId="3023"/>
        </pc:sldMkLst>
      </pc:sldChg>
      <pc:sldChg chg="del">
        <pc:chgData name="Jacob Yang" userId="96e110e5a1896ef6" providerId="LiveId" clId="{8EB410B9-5EBC-420C-8E01-1D28E64F7A8C}" dt="2026-06-01T11:55:39.250" v="629" actId="47"/>
        <pc:sldMkLst>
          <pc:docMk/>
          <pc:sldMk cId="3371243117" sldId="3024"/>
        </pc:sldMkLst>
      </pc:sldChg>
      <pc:sldChg chg="del">
        <pc:chgData name="Jacob Yang" userId="96e110e5a1896ef6" providerId="LiveId" clId="{8EB410B9-5EBC-420C-8E01-1D28E64F7A8C}" dt="2026-06-01T11:55:40.784" v="631" actId="47"/>
        <pc:sldMkLst>
          <pc:docMk/>
          <pc:sldMk cId="4275728786" sldId="3025"/>
        </pc:sldMkLst>
      </pc:sldChg>
      <pc:sldChg chg="del">
        <pc:chgData name="Jacob Yang" userId="96e110e5a1896ef6" providerId="LiveId" clId="{8EB410B9-5EBC-420C-8E01-1D28E64F7A8C}" dt="2026-06-01T12:07:31.677" v="724" actId="47"/>
        <pc:sldMkLst>
          <pc:docMk/>
          <pc:sldMk cId="3327335471" sldId="3026"/>
        </pc:sldMkLst>
      </pc:sldChg>
      <pc:sldChg chg="del">
        <pc:chgData name="Jacob Yang" userId="96e110e5a1896ef6" providerId="LiveId" clId="{8EB410B9-5EBC-420C-8E01-1D28E64F7A8C}" dt="2026-06-01T12:08:51.637" v="750" actId="47"/>
        <pc:sldMkLst>
          <pc:docMk/>
          <pc:sldMk cId="2005723963" sldId="3027"/>
        </pc:sldMkLst>
      </pc:sldChg>
      <pc:sldChg chg="del">
        <pc:chgData name="Jacob Yang" userId="96e110e5a1896ef6" providerId="LiveId" clId="{8EB410B9-5EBC-420C-8E01-1D28E64F7A8C}" dt="2026-06-01T12:08:52.080" v="751" actId="47"/>
        <pc:sldMkLst>
          <pc:docMk/>
          <pc:sldMk cId="3786304501" sldId="3028"/>
        </pc:sldMkLst>
      </pc:sldChg>
      <pc:sldChg chg="del">
        <pc:chgData name="Jacob Yang" userId="96e110e5a1896ef6" providerId="LiveId" clId="{8EB410B9-5EBC-420C-8E01-1D28E64F7A8C}" dt="2026-06-01T12:08:52.573" v="752" actId="47"/>
        <pc:sldMkLst>
          <pc:docMk/>
          <pc:sldMk cId="1025458033" sldId="3029"/>
        </pc:sldMkLst>
      </pc:sldChg>
      <pc:sldChg chg="del">
        <pc:chgData name="Jacob Yang" userId="96e110e5a1896ef6" providerId="LiveId" clId="{8EB410B9-5EBC-420C-8E01-1D28E64F7A8C}" dt="2026-06-01T11:55:31.013" v="622" actId="47"/>
        <pc:sldMkLst>
          <pc:docMk/>
          <pc:sldMk cId="3430225228" sldId="3030"/>
        </pc:sldMkLst>
      </pc:sldChg>
      <pc:sldChg chg="del">
        <pc:chgData name="Jacob Yang" userId="96e110e5a1896ef6" providerId="LiveId" clId="{8EB410B9-5EBC-420C-8E01-1D28E64F7A8C}" dt="2026-06-01T11:55:35.404" v="624" actId="47"/>
        <pc:sldMkLst>
          <pc:docMk/>
          <pc:sldMk cId="3883191667" sldId="3032"/>
        </pc:sldMkLst>
      </pc:sldChg>
      <pc:sldChg chg="del">
        <pc:chgData name="Jacob Yang" userId="96e110e5a1896ef6" providerId="LiveId" clId="{8EB410B9-5EBC-420C-8E01-1D28E64F7A8C}" dt="2026-06-01T11:55:36.838" v="626" actId="47"/>
        <pc:sldMkLst>
          <pc:docMk/>
          <pc:sldMk cId="291395776" sldId="3033"/>
        </pc:sldMkLst>
      </pc:sldChg>
      <pc:sldChg chg="del">
        <pc:chgData name="Jacob Yang" userId="96e110e5a1896ef6" providerId="LiveId" clId="{8EB410B9-5EBC-420C-8E01-1D28E64F7A8C}" dt="2026-06-01T11:55:38.323" v="628" actId="47"/>
        <pc:sldMkLst>
          <pc:docMk/>
          <pc:sldMk cId="3439935831" sldId="3034"/>
        </pc:sldMkLst>
      </pc:sldChg>
      <pc:sldChg chg="del">
        <pc:chgData name="Jacob Yang" userId="96e110e5a1896ef6" providerId="LiveId" clId="{8EB410B9-5EBC-420C-8E01-1D28E64F7A8C}" dt="2026-06-01T11:55:40.001" v="630" actId="47"/>
        <pc:sldMkLst>
          <pc:docMk/>
          <pc:sldMk cId="2650825989" sldId="3035"/>
        </pc:sldMkLst>
      </pc:sldChg>
      <pc:sldChg chg="del">
        <pc:chgData name="Jacob Yang" userId="96e110e5a1896ef6" providerId="LiveId" clId="{8EB410B9-5EBC-420C-8E01-1D28E64F7A8C}" dt="2026-06-01T11:55:41.553" v="632" actId="47"/>
        <pc:sldMkLst>
          <pc:docMk/>
          <pc:sldMk cId="323893693" sldId="3036"/>
        </pc:sldMkLst>
      </pc:sldChg>
      <pc:sldChg chg="modSp add mod">
        <pc:chgData name="Jacob Yang" userId="96e110e5a1896ef6" providerId="LiveId" clId="{8EB410B9-5EBC-420C-8E01-1D28E64F7A8C}" dt="2026-06-03T11:45:27.450" v="814" actId="207"/>
        <pc:sldMkLst>
          <pc:docMk/>
          <pc:sldMk cId="2076000119" sldId="3039"/>
        </pc:sldMkLst>
        <pc:spChg chg="mod">
          <ac:chgData name="Jacob Yang" userId="96e110e5a1896ef6" providerId="LiveId" clId="{8EB410B9-5EBC-420C-8E01-1D28E64F7A8C}" dt="2026-06-03T11:45:27.450" v="814" actId="207"/>
          <ac:spMkLst>
            <pc:docMk/>
            <pc:sldMk cId="2076000119" sldId="3039"/>
            <ac:spMk id="8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1:44:24.138" v="123" actId="1037"/>
        <pc:sldMkLst>
          <pc:docMk/>
          <pc:sldMk cId="1327731717" sldId="3040"/>
        </pc:sldMkLst>
        <pc:spChg chg="add mod">
          <ac:chgData name="Jacob Yang" userId="96e110e5a1896ef6" providerId="LiveId" clId="{8EB410B9-5EBC-420C-8E01-1D28E64F7A8C}" dt="2026-06-01T11:44:24.138" v="123" actId="1037"/>
          <ac:spMkLst>
            <pc:docMk/>
            <pc:sldMk cId="1327731717" sldId="3040"/>
            <ac:spMk id="3" creationId="{8B57CD69-B6F1-AC3B-8A41-A0099EB3E13A}"/>
          </ac:spMkLst>
        </pc:spChg>
        <pc:spChg chg="mod">
          <ac:chgData name="Jacob Yang" userId="96e110e5a1896ef6" providerId="LiveId" clId="{8EB410B9-5EBC-420C-8E01-1D28E64F7A8C}" dt="2026-06-01T11:44:11.571" v="80" actId="207"/>
          <ac:spMkLst>
            <pc:docMk/>
            <pc:sldMk cId="1327731717" sldId="3040"/>
            <ac:spMk id="8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47.023" v="844" actId="47"/>
        <pc:sldMkLst>
          <pc:docMk/>
          <pc:sldMk cId="2841463438" sldId="3041"/>
        </pc:sldMkLst>
      </pc:sldChg>
      <pc:sldChg chg="modSp add mod ord">
        <pc:chgData name="Jacob Yang" userId="96e110e5a1896ef6" providerId="LiveId" clId="{8EB410B9-5EBC-420C-8E01-1D28E64F7A8C}" dt="2026-06-01T11:56:13.107" v="639" actId="20577"/>
        <pc:sldMkLst>
          <pc:docMk/>
          <pc:sldMk cId="244852181" sldId="3042"/>
        </pc:sldMkLst>
        <pc:spChg chg="mod">
          <ac:chgData name="Jacob Yang" userId="96e110e5a1896ef6" providerId="LiveId" clId="{8EB410B9-5EBC-420C-8E01-1D28E64F7A8C}" dt="2026-06-01T11:56:13.107" v="639" actId="20577"/>
          <ac:spMkLst>
            <pc:docMk/>
            <pc:sldMk cId="244852181" sldId="3042"/>
            <ac:spMk id="6" creationId="{00000000-0000-0000-0000-000000000000}"/>
          </ac:spMkLst>
        </pc:spChg>
      </pc:sldChg>
      <pc:sldChg chg="add del">
        <pc:chgData name="Jacob Yang" userId="96e110e5a1896ef6" providerId="LiveId" clId="{8EB410B9-5EBC-420C-8E01-1D28E64F7A8C}" dt="2026-06-03T11:47:52.368" v="845" actId="47"/>
        <pc:sldMkLst>
          <pc:docMk/>
          <pc:sldMk cId="1108114467" sldId="3043"/>
        </pc:sldMkLst>
      </pc:sldChg>
      <pc:sldChg chg="modSp add mod replId">
        <pc:chgData name="Jacob Yang" userId="96e110e5a1896ef6" providerId="LiveId" clId="{8EB410B9-5EBC-420C-8E01-1D28E64F7A8C}" dt="2026-06-01T11:56:38.494" v="642" actId="20577"/>
        <pc:sldMkLst>
          <pc:docMk/>
          <pc:sldMk cId="2590767200" sldId="3044"/>
        </pc:sldMkLst>
        <pc:spChg chg="mod">
          <ac:chgData name="Jacob Yang" userId="96e110e5a1896ef6" providerId="LiveId" clId="{8EB410B9-5EBC-420C-8E01-1D28E64F7A8C}" dt="2026-06-01T11:56:38.494" v="642" actId="20577"/>
          <ac:spMkLst>
            <pc:docMk/>
            <pc:sldMk cId="2590767200" sldId="3044"/>
            <ac:spMk id="6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56.964" v="846" actId="47"/>
        <pc:sldMkLst>
          <pc:docMk/>
          <pc:sldMk cId="1582570374" sldId="3045"/>
        </pc:sldMkLst>
      </pc:sldChg>
      <pc:sldChg chg="add">
        <pc:chgData name="Jacob Yang" userId="96e110e5a1896ef6" providerId="LiveId" clId="{8EB410B9-5EBC-420C-8E01-1D28E64F7A8C}" dt="2026-06-01T12:00:44.132" v="654" actId="2890"/>
        <pc:sldMkLst>
          <pc:docMk/>
          <pc:sldMk cId="3350953169" sldId="3046"/>
        </pc:sldMkLst>
      </pc:sldChg>
      <pc:sldChg chg="modSp add mod">
        <pc:chgData name="Jacob Yang" userId="96e110e5a1896ef6" providerId="LiveId" clId="{8EB410B9-5EBC-420C-8E01-1D28E64F7A8C}" dt="2026-06-01T12:06:15.244" v="684" actId="6549"/>
        <pc:sldMkLst>
          <pc:docMk/>
          <pc:sldMk cId="229940133" sldId="3047"/>
        </pc:sldMkLst>
        <pc:spChg chg="mod">
          <ac:chgData name="Jacob Yang" userId="96e110e5a1896ef6" providerId="LiveId" clId="{8EB410B9-5EBC-420C-8E01-1D28E64F7A8C}" dt="2026-06-01T12:06:15.244" v="684" actId="6549"/>
          <ac:spMkLst>
            <pc:docMk/>
            <pc:sldMk cId="229940133" sldId="3047"/>
            <ac:spMk id="3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2:06:57.854" v="716" actId="1036"/>
        <pc:sldMkLst>
          <pc:docMk/>
          <pc:sldMk cId="3457408445" sldId="3048"/>
        </pc:sldMkLst>
        <pc:spChg chg="mod">
          <ac:chgData name="Jacob Yang" userId="96e110e5a1896ef6" providerId="LiveId" clId="{8EB410B9-5EBC-420C-8E01-1D28E64F7A8C}" dt="2026-06-01T12:06:28.250" v="686" actId="207"/>
          <ac:spMkLst>
            <pc:docMk/>
            <pc:sldMk cId="3457408445" sldId="3048"/>
            <ac:spMk id="3" creationId="{00000000-0000-0000-0000-000000000000}"/>
          </ac:spMkLst>
        </pc:spChg>
        <pc:spChg chg="add mod">
          <ac:chgData name="Jacob Yang" userId="96e110e5a1896ef6" providerId="LiveId" clId="{8EB410B9-5EBC-420C-8E01-1D28E64F7A8C}" dt="2026-06-01T12:06:57.854" v="716" actId="1036"/>
          <ac:spMkLst>
            <pc:docMk/>
            <pc:sldMk cId="3457408445" sldId="3048"/>
            <ac:spMk id="4" creationId="{01FBAA5B-429A-AC19-8372-13816AAECB75}"/>
          </ac:spMkLst>
        </pc:spChg>
      </pc:sldChg>
      <pc:sldChg chg="modSp del mod">
        <pc:chgData name="Jacob Yang" userId="96e110e5a1896ef6" providerId="LiveId" clId="{8EB410B9-5EBC-420C-8E01-1D28E64F7A8C}" dt="2026-06-06T22:15:57.372" v="858" actId="47"/>
        <pc:sldMkLst>
          <pc:docMk/>
          <pc:sldMk cId="3703237098" sldId="3049"/>
        </pc:sldMkLst>
        <pc:spChg chg="mod">
          <ac:chgData name="Jacob Yang" userId="96e110e5a1896ef6" providerId="LiveId" clId="{8EB410B9-5EBC-420C-8E01-1D28E64F7A8C}" dt="2026-06-01T12:10:21.049" v="795"/>
          <ac:spMkLst>
            <pc:docMk/>
            <pc:sldMk cId="3703237098" sldId="3049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2:26.660" v="812" actId="1036"/>
        <pc:sldMkLst>
          <pc:docMk/>
          <pc:sldMk cId="2129818636" sldId="3050"/>
        </pc:sldMkLst>
        <pc:grpChg chg="mod">
          <ac:chgData name="Jacob Yang" userId="96e110e5a1896ef6" providerId="LiveId" clId="{8EB410B9-5EBC-420C-8E01-1D28E64F7A8C}" dt="2026-06-01T12:12:26.660" v="812" actId="1036"/>
          <ac:grpSpMkLst>
            <pc:docMk/>
            <pc:sldMk cId="2129818636" sldId="3050"/>
            <ac:grpSpMk id="13" creationId="{5594C849-27B9-B04B-583E-2AB1B79330CD}"/>
          </ac:grpSpMkLst>
        </pc:grpChg>
      </pc:sldChg>
      <pc:sldChg chg="modSp mod">
        <pc:chgData name="Jacob Yang" userId="96e110e5a1896ef6" providerId="LiveId" clId="{8EB410B9-5EBC-420C-8E01-1D28E64F7A8C}" dt="2026-06-01T12:12:14.256" v="810" actId="1036"/>
        <pc:sldMkLst>
          <pc:docMk/>
          <pc:sldMk cId="3577614596" sldId="3052"/>
        </pc:sldMkLst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3" creationId="{2891BF7A-6DFA-6F2D-0F0B-42F346F814FA}"/>
          </ac:picMkLst>
        </pc:picChg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10" creationId="{6A143E29-FE88-771D-C206-9FAA6972B2B1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30/06/2026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948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20080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6695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85110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945548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6124916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3681911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466071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620614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610327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906149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351358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832084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344330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75566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047072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024549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462987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46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9076738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6406640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56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5779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3761158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169440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6978694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098407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97544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0290183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8450745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96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7971666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194681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2654553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2990052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1905623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8366564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351077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6945218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032093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62328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6/30/2026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6/30/2026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6/30/2026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9340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6400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82630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31035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14029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4144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6/30/2026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6/30/2026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746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video" Target="file:///C:\Users\mrsun_000\Desktop\&#49457;&#45817;\&#53664;&#50836;&#51068;%20&#48120;&#49324;\2019\CWF%20August%202019.mp4" TargetMode="Externa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video" Target="file:///C:\Users\mrsun_000\Desktop\&#49457;&#45817;\&#53664;&#50836;&#51068;%20&#48120;&#49324;\2019\CWF%20August%202019.mp4" TargetMode="Externa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video" Target="file:///C:\Users\mrsun_000\Desktop\&#49457;&#45817;\&#53664;&#50836;&#51068;%20&#48120;&#49324;\2019\CWF%20August%202019.mp4" TargetMode="Externa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video" Target="file:///C:\Users\mrsun_000\Desktop\&#49457;&#45817;\&#53664;&#50836;&#51068;%20&#48120;&#49324;\2019\CWF%20August%202019.mp4" TargetMode="Externa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23.png"/><Relationship Id="rId3" Type="http://schemas.openxmlformats.org/officeDocument/2006/relationships/image" Target="../media/image5024.png"/><Relationship Id="rId4" Type="http://schemas.openxmlformats.org/officeDocument/2006/relationships/image" Target="../media/image5025.png"/><Relationship Id="rId5" Type="http://schemas.openxmlformats.org/officeDocument/2006/relationships/image" Target="../media/image5026.png"/><Relationship Id="rId6" Type="http://schemas.openxmlformats.org/officeDocument/2006/relationships/image" Target="../media/image5027.png"/><Relationship Id="rId7" Type="http://schemas.openxmlformats.org/officeDocument/2006/relationships/image" Target="../media/image50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8.png"/><Relationship Id="rId3" Type="http://schemas.openxmlformats.org/officeDocument/2006/relationships/image" Target="../media/image5019.png"/><Relationship Id="rId4" Type="http://schemas.openxmlformats.org/officeDocument/2006/relationships/image" Target="../media/image5020.png"/><Relationship Id="rId5" Type="http://schemas.openxmlformats.org/officeDocument/2006/relationships/image" Target="../media/image5021.png"/><Relationship Id="rId6" Type="http://schemas.openxmlformats.org/officeDocument/2006/relationships/image" Target="../media/image50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2.png"/><Relationship Id="rId3" Type="http://schemas.openxmlformats.org/officeDocument/2006/relationships/image" Target="../media/image5013.png"/><Relationship Id="rId4" Type="http://schemas.openxmlformats.org/officeDocument/2006/relationships/image" Target="../media/image5014.png"/><Relationship Id="rId5" Type="http://schemas.openxmlformats.org/officeDocument/2006/relationships/image" Target="../media/image5015.png"/><Relationship Id="rId6" Type="http://schemas.openxmlformats.org/officeDocument/2006/relationships/image" Target="../media/image5016.png"/><Relationship Id="rId7" Type="http://schemas.openxmlformats.org/officeDocument/2006/relationships/image" Target="../media/image50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9.png"/><Relationship Id="rId3" Type="http://schemas.openxmlformats.org/officeDocument/2006/relationships/image" Target="../media/image5010.png"/><Relationship Id="rId4" Type="http://schemas.openxmlformats.org/officeDocument/2006/relationships/image" Target="../media/image50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1.png"/><Relationship Id="rId3" Type="http://schemas.openxmlformats.org/officeDocument/2006/relationships/image" Target="../media/image500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3.png"/><Relationship Id="rId3" Type="http://schemas.openxmlformats.org/officeDocument/2006/relationships/image" Target="../media/image500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5.png"/><Relationship Id="rId3" Type="http://schemas.openxmlformats.org/officeDocument/2006/relationships/image" Target="../media/image500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7.png"/><Relationship Id="rId3" Type="http://schemas.openxmlformats.org/officeDocument/2006/relationships/image" Target="../media/image500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3.png"/><Relationship Id="rId3" Type="http://schemas.microsoft.com/office/2007/relationships/hdphoto" Target="../media/image5034.wdp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0.png"/><Relationship Id="rId3" Type="http://schemas.microsoft.com/office/2007/relationships/hdphoto" Target="../media/image5031.wdp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29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jpe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6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7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8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jpe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2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1.png"/><Relationship Id="rId3" Type="http://schemas.microsoft.com/office/2007/relationships/hdphoto" Target="../media/image5042.wdp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9.png"/><Relationship Id="rId3" Type="http://schemas.microsoft.com/office/2007/relationships/hdphoto" Target="../media/image5040.wdp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7.png"/><Relationship Id="rId3" Type="http://schemas.microsoft.com/office/2007/relationships/hdphoto" Target="../media/image5038.wdp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5.png"/><Relationship Id="rId3" Type="http://schemas.microsoft.com/office/2007/relationships/hdphoto" Target="../media/image5036.wdp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9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5.png"/><Relationship Id="rId3" Type="http://schemas.openxmlformats.org/officeDocument/2006/relationships/image" Target="../media/image5046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3.png"/><Relationship Id="rId3" Type="http://schemas.openxmlformats.org/officeDocument/2006/relationships/image" Target="../media/image5044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8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3.png"/><Relationship Id="rId3" Type="http://schemas.microsoft.com/office/2007/relationships/hdphoto" Target="../media/image5054.wdp"/><Relationship Id="rId4" Type="http://schemas.openxmlformats.org/officeDocument/2006/relationships/image" Target="../media/image5055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0.png"/><Relationship Id="rId3" Type="http://schemas.openxmlformats.org/officeDocument/2006/relationships/image" Target="../media/image5051.png"/><Relationship Id="rId4" Type="http://schemas.openxmlformats.org/officeDocument/2006/relationships/image" Target="../media/image5052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7.png"/><Relationship Id="rId3" Type="http://schemas.openxmlformats.org/officeDocument/2006/relationships/image" Target="../media/image5048.png"/><Relationship Id="rId4" Type="http://schemas.openxmlformats.org/officeDocument/2006/relationships/image" Target="../media/image5049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3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4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19F41DA-9D7A-44CA-BD26-200FDF2D6D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6"/>
            <a:ext cx="9174600" cy="5141564"/>
          </a:xfrm>
          <a:prstGeom prst="rect">
            <a:avLst/>
          </a:prstGeom>
        </p:spPr>
      </p:pic>
      <p:sp>
        <p:nvSpPr>
          <p:cNvPr id="6" name="object 4"/>
          <p:cNvSpPr txBox="1"/>
          <p:nvPr/>
        </p:nvSpPr>
        <p:spPr>
          <a:xfrm>
            <a:off x="1970139" y="483518"/>
            <a:ext cx="6130253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sz="1800" dirty="0">
                <a:solidFill>
                  <a:srgbClr val="231F20"/>
                </a:solidFill>
                <a:latin typeface="Gill Sans MT"/>
                <a:cs typeface="Gill Sans MT"/>
              </a:rPr>
              <a:t>KOREAN </a:t>
            </a:r>
            <a:r>
              <a:rPr lang="en-AU" sz="1800" dirty="0">
                <a:solidFill>
                  <a:srgbClr val="231F20"/>
                </a:solidFill>
                <a:latin typeface="Gill Sans MT"/>
                <a:cs typeface="Gill Sans MT"/>
              </a:rPr>
              <a:t>CATHOLIC COMMUNITY BROKEN BAY</a:t>
            </a:r>
            <a:endParaRPr sz="1800" dirty="0">
              <a:latin typeface="Gill Sans MT"/>
              <a:cs typeface="Gill Sans MT"/>
            </a:endParaRPr>
          </a:p>
        </p:txBody>
      </p:sp>
      <p:pic>
        <p:nvPicPr>
          <p:cNvPr id="7" name="Picture 12" descr="broken-bay_logo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8091" y="513766"/>
            <a:ext cx="936104" cy="646860"/>
          </a:xfrm>
          <a:prstGeom prst="rect">
            <a:avLst/>
          </a:prstGeom>
        </p:spPr>
      </p:pic>
      <p:sp>
        <p:nvSpPr>
          <p:cNvPr id="9" name="object 5"/>
          <p:cNvSpPr txBox="1"/>
          <p:nvPr/>
        </p:nvSpPr>
        <p:spPr>
          <a:xfrm>
            <a:off x="-36512" y="3834419"/>
            <a:ext cx="9174600" cy="1313069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2026년 6월 28일</a:t>
            </a:r>
            <a:endParaRPr lang="en-US" altLang="ko-KR" sz="2100" b="1" spc="1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200" b="1" spc="500" dirty="0">
                <a:latin typeface="궁서" pitchFamily="18" charset="-127"/>
                <a:ea typeface="궁서" pitchFamily="18" charset="-127"/>
              </a:rPr>
              <a:t>연중 제13주일</a:t>
            </a:r>
            <a:endParaRPr lang="en-US" altLang="ko-KR" sz="2200" b="1" spc="500" dirty="0">
              <a:latin typeface="궁서" pitchFamily="18" charset="-127"/>
              <a:ea typeface="궁서" pitchFamily="18" charset="-127"/>
            </a:endParaRPr>
          </a:p>
          <a:p>
            <a:pPr marL="684748" marR="678786" indent="74041" algn="ctr">
              <a:spcAft>
                <a:spcPts val="1200"/>
              </a:spcAft>
            </a:pPr>
            <a:endParaRPr lang="en-US" sz="2200" b="1" spc="500" dirty="0"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3433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text, person&#10;&#10;Description automatically generated">
            <a:extLst>
              <a:ext uri="{FF2B5EF4-FFF2-40B4-BE49-F238E27FC236}">
                <a16:creationId xmlns="" xmlns:a16="http://schemas.microsoft.com/office/drawing/2014/main" id="{7D4E1BCB-F911-DE45-907D-563FF822D1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0"/>
            <a:ext cx="4752528" cy="5143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F3E10A6-6B6A-4F85-95A6-0533E280E83D}"/>
              </a:ext>
            </a:extLst>
          </p:cNvPr>
          <p:cNvSpPr/>
          <p:nvPr/>
        </p:nvSpPr>
        <p:spPr>
          <a:xfrm>
            <a:off x="395536" y="1419622"/>
            <a:ext cx="4608512" cy="21602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미사전</a:t>
            </a:r>
            <a:endParaRPr kumimoji="0" lang="en-AU" altLang="ko-KR" sz="5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altLang="ko-KR" sz="1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묵주기도</a:t>
            </a:r>
            <a:r>
              <a:rPr kumimoji="0" lang="en-US" altLang="ko-KR" sz="5400" b="1" i="0" u="none" strike="noStrike" kern="1200" cap="none" spc="5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600" b="1" i="0" u="none" strike="noStrike" kern="1200" cap="none" spc="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endParaRPr kumimoji="0" lang="en-US" sz="2600" b="1" i="0" u="none" strike="noStrike" kern="1200" cap="none" spc="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3241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392489" y="-13280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환희의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29896"/>
            <a:ext cx="4680520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잉태하심을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엘리사벳을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찾아보심을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낳으심을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 성전에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바치심을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잃으셨던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성전에서 찾으심을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 picture containing person, dancer, sport, dressed&#10;&#10;Description automatically generated">
            <a:extLst>
              <a:ext uri="{FF2B5EF4-FFF2-40B4-BE49-F238E27FC236}">
                <a16:creationId xmlns="" xmlns:a16="http://schemas.microsoft.com/office/drawing/2014/main" id="{78B578FA-CCBC-5E44-A311-B8617A0496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" y="-13280"/>
            <a:ext cx="4061379" cy="5156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CE63323-FF19-498F-B949-3B682D0151C8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87234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211960" y="20882"/>
            <a:ext cx="45365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빛의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427984" y="843558"/>
            <a:ext cx="4609315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세례받으심을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카나에서 첫 기적을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행하심을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하느님 나라를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선포하심을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거룩하게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변모하심을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성체성사를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세우심을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picture containing text, posing, altar, decorated&#10;&#10;Description automatically generated">
            <a:extLst>
              <a:ext uri="{FF2B5EF4-FFF2-40B4-BE49-F238E27FC236}">
                <a16:creationId xmlns="" xmlns:a16="http://schemas.microsoft.com/office/drawing/2014/main" id="{1091DED7-0B2F-E74A-BCD0-0563CEB455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4176464" cy="51848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C9E256A-83A1-4576-AB18-425E9BFE02B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2642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788024" y="339502"/>
            <a:ext cx="4320480" cy="4290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피땀 흘리심을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매맞으심을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가시관 쓰심을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 지심을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십자가에 못박혀 돌아가심을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216025" y="28597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고통의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96428" cy="2715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0566D66-75C5-4BA7-82C6-DFA22A4E78D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7448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499992" y="208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43558"/>
            <a:ext cx="4788024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부활하심을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승천하심을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성령을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보내심을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마리아를 하늘에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불러올리심을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마리아께 천상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-15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모후의 관을 씌우심을 묵상합시다</a:t>
            </a:r>
            <a:endParaRPr kumimoji="0" lang="en-US" sz="2200" b="0" i="0" u="none" strike="noStrike" kern="1200" cap="none" spc="-15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 descr="A picture containing text, indoor, altar, old&#10;&#10;Description automatically generated">
            <a:extLst>
              <a:ext uri="{FF2B5EF4-FFF2-40B4-BE49-F238E27FC236}">
                <a16:creationId xmlns="" xmlns:a16="http://schemas.microsoft.com/office/drawing/2014/main" id="{64644F55-96BE-524B-9190-8448A5CC8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861" y="-14524"/>
            <a:ext cx="4210805" cy="5158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FD34390-0E41-49D0-A17C-99206DEA0F4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52060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6" name="직사각형 2"/>
          <p:cNvSpPr/>
          <p:nvPr/>
        </p:nvSpPr>
        <p:spPr>
          <a:xfrm>
            <a:off x="683568" y="267494"/>
            <a:ext cx="8208912" cy="4694516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모후이시며 사랑이 넘친 어머니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우리의 생명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기쁨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희망이시여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 우러러 하와의 그 자손들이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눈물을 흘리며 부르짖나이다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슬픔의 골짜기에서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우리들의 보호자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불쌍한 저희를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인자로운 눈으로 굽어보소서</a:t>
            </a:r>
            <a:r>
              <a:rPr kumimoji="0" lang="en-AU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6DD40AD-2302-4806-8697-6499DFD8F740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3412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411510"/>
            <a:ext cx="8280920" cy="433076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귀양살이 끝날 때에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당신의 아들 우리 주 예수님 뵙게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너그러우시고 자애로우시며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!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아름다우신 동정 마리아님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천주의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저희를 위하여 빌어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주시어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그리스도께서 약속하신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7E1C11F-7321-415A-B616-8FB7C31B70D3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18613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51470"/>
            <a:ext cx="8424936" cy="5024798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</a:t>
            </a:r>
            <a:r>
              <a:rPr kumimoji="0" lang="ko-KR" altLang="en-US" sz="3000" b="1" i="0" u="none" strike="noStrike" kern="1200" cap="none" spc="1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기도합시다</a:t>
            </a:r>
            <a:endParaRPr kumimoji="0" lang="en-US" altLang="ko-KR" sz="30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외아드님께서 삶과 죽음과 부활로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영원한 구원을 마련해 주셨나이다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복되신 동정 마리아와 함께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신비를 묵상하며 묵주 기도를 바치오니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저희가 그 가르침을 따라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 주 그리스도를 통하여 비나이다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0EBFF76-89BB-4B25-8B45-9C3EB5963001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32287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604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="" xmlns:a16="http://schemas.microsoft.com/office/drawing/2014/main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3888581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거룩한 교회를 평화의 깃발로 세우시고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나라에 참된 평화를 주시어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온 세상 어디서나 입을 모아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구원하신 거룩하신 성심께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영원히 찬미와 영광과 흠숭을 드리게 하소서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 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◎</a:t>
            </a: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 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예수 성심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</a:t>
            </a: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세상에 주님의 나라를 세우소서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주님께서는 목자이시니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떠나지 않은 사람들을 보살피시고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이미 주님을 떠난 사람들은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다시 아버지 집으로 돌아오게 하시어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굶어 죽는 일이 없게 하소서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</a:t>
            </a: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en-US" altLang="ko-KR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옹졸한 고집에 사로잡힌 사람들이나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불목하여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 갈린 사람들도 부르시어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저희가 모두 같은 신앙을 고백하며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한 우리에서 한 목자 밑에 살게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일찍이 알아 모시지 못한 사람도 많고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알고도 주님의 계명을 저버리고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주님을 떠난 사람도 많사오니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지극히 인자하신 예수님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이런 사람들도 다 불쌍히 여기시어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주님의 성심께 이끌어 들이소서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0606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179492" y="1261520"/>
            <a:ext cx="8637248" cy="1310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	모든 민족들아, 손뼉을 쳐라. 기뻐 소리치며 하느님께 환호하여라.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9800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입 당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1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55</a:t>
            </a:r>
            <a:endParaRPr kumimoji="0" lang="en-US" altLang="ko-KR" sz="48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76640453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>
            <a:extLst>
              <a:ext uri="{FF2B5EF4-FFF2-40B4-BE49-F238E27FC236}">
                <a16:creationId xmlns:a16="http://schemas.microsoft.com/office/drawing/2014/main" id="{1409A4E6-8997-87A7-3D6B-9CB6B33E2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592C9B5-BA1E-EF0F-B6CB-504C4AF6F454}"/>
              </a:ext>
            </a:extLst>
          </p:cNvPr>
          <p:cNvGrpSpPr/>
          <p:nvPr/>
        </p:nvGrpSpPr>
        <p:grpSpPr>
          <a:xfrm>
            <a:off x="142875" y="483518"/>
            <a:ext cx="8905875" cy="4464496"/>
            <a:chOff x="142875" y="483518"/>
            <a:chExt cx="8905875" cy="446449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2D968FC-4CE7-7830-1D0E-A2B21E979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0500" y="3462114"/>
              <a:ext cx="8763000" cy="14859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28F5052-DB3A-6CD0-7548-592BA2F81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2875" y="1995686"/>
              <a:ext cx="8858250" cy="151447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D264E72-E68B-72C3-AB4A-9D97A311A3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40188"/>
            <a:stretch/>
          </p:blipFill>
          <p:spPr>
            <a:xfrm>
              <a:off x="190500" y="483518"/>
              <a:ext cx="8858250" cy="108012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32DFB8F-F38F-D7C4-A716-A1828F71F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80312" y="1635646"/>
              <a:ext cx="1390650" cy="6096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431459B-072B-D865-D247-182ECB7B1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3608" y="1491630"/>
              <a:ext cx="5867400" cy="742950"/>
            </a:xfrm>
            <a:prstGeom prst="rect">
              <a:avLst/>
            </a:prstGeom>
          </p:spPr>
        </p:pic>
      </p:grpSp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착하신 목자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착하신 목자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27671C-2029-9EBC-725E-F7FB27C1D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4A29D88-D27F-7BA7-B227-EB6E5063AFF5}"/>
              </a:ext>
            </a:extLst>
          </p:cNvPr>
          <p:cNvGrpSpPr/>
          <p:nvPr/>
        </p:nvGrpSpPr>
        <p:grpSpPr>
          <a:xfrm>
            <a:off x="142875" y="558485"/>
            <a:ext cx="8858250" cy="3741457"/>
            <a:chOff x="142875" y="558485"/>
            <a:chExt cx="8858250" cy="374145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5482F15-EFA3-DB3B-A382-ABA9018C79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36531"/>
            <a:stretch/>
          </p:blipFill>
          <p:spPr>
            <a:xfrm>
              <a:off x="142875" y="558485"/>
              <a:ext cx="8858250" cy="122117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B26FF89-8EEC-690C-0152-792D736740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44213"/>
            <a:stretch/>
          </p:blipFill>
          <p:spPr>
            <a:xfrm>
              <a:off x="166687" y="2530135"/>
              <a:ext cx="8810625" cy="977719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884D02A-D5D3-E329-41D8-6768F89C4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3608" y="1709167"/>
              <a:ext cx="7543800" cy="79057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0E0AC34-AE9A-D9A7-EBF7-1D6F0F949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1600" y="3509367"/>
              <a:ext cx="7715250" cy="7905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>
            <a:extLst>
              <a:ext uri="{FF2B5EF4-FFF2-40B4-BE49-F238E27FC236}">
                <a16:creationId xmlns:a16="http://schemas.microsoft.com/office/drawing/2014/main" id="{1409A4E6-8997-87A7-3D6B-9CB6B33E2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530E273A-7EDA-38FF-014C-EEDB506A1B5D}"/>
              </a:ext>
            </a:extLst>
          </p:cNvPr>
          <p:cNvGrpSpPr/>
          <p:nvPr/>
        </p:nvGrpSpPr>
        <p:grpSpPr>
          <a:xfrm>
            <a:off x="107504" y="483518"/>
            <a:ext cx="8941246" cy="4464496"/>
            <a:chOff x="107504" y="483518"/>
            <a:chExt cx="8941246" cy="446449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2D968FC-4CE7-7830-1D0E-A2B21E979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0500" y="3462114"/>
              <a:ext cx="8763000" cy="14859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28F5052-DB3A-6CD0-7548-592BA2F81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504" y="2065387"/>
              <a:ext cx="8858250" cy="151447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D264E72-E68B-72C3-AB4A-9D97A311A3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40188"/>
            <a:stretch/>
          </p:blipFill>
          <p:spPr>
            <a:xfrm>
              <a:off x="190500" y="483518"/>
              <a:ext cx="8858250" cy="108012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32DFB8F-F38F-D7C4-A716-A1828F71F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80312" y="1563638"/>
              <a:ext cx="1390650" cy="6096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57DAF2F-8EF7-8B8D-9990-D6CAAE7F8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3608" y="1487810"/>
              <a:ext cx="5857875" cy="723900"/>
            </a:xfrm>
            <a:prstGeom prst="rect">
              <a:avLst/>
            </a:prstGeom>
          </p:spPr>
        </p:pic>
      </p:grpSp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착하신 목자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착하신 목자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27671C-2029-9EBC-725E-F7FB27C1D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12A938B-76E0-6A9F-6844-64649E67883F}"/>
              </a:ext>
            </a:extLst>
          </p:cNvPr>
          <p:cNvGrpSpPr/>
          <p:nvPr/>
        </p:nvGrpSpPr>
        <p:grpSpPr>
          <a:xfrm>
            <a:off x="142875" y="558485"/>
            <a:ext cx="8858250" cy="3724250"/>
            <a:chOff x="142875" y="575692"/>
            <a:chExt cx="8858250" cy="372425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5482F15-EFA3-DB3B-A382-ABA9018C7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2875" y="575692"/>
              <a:ext cx="8858250" cy="192405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B26FF89-8EEC-690C-0152-792D73674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687" y="2547342"/>
              <a:ext cx="8810625" cy="1752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101477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259632" y="843558"/>
            <a:ext cx="6696744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성부와 성자와 성령의 이름으로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AU" altLang="ko-KR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32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endParaRPr lang="en-AU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endParaRPr lang="en-AU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sz="38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E06C859-AB35-A6D5-D640-1A48A346EEC0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056791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44739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1" y="8"/>
            <a:ext cx="9137984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520148" y="3913492"/>
            <a:ext cx="210355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/>
            <a:r>
              <a:rPr sz="3200" i="1" dirty="0">
                <a:solidFill>
                  <a:srgbClr val="231F20"/>
                </a:solidFill>
                <a:latin typeface="Lucida Calligraphy"/>
                <a:cs typeface="Lucida Calligraphy"/>
              </a:rPr>
              <a:t>Greeting</a:t>
            </a:r>
            <a:endParaRPr sz="3200" dirty="0">
              <a:latin typeface="Lucida Calligraphy"/>
              <a:cs typeface="Lucida Calligraphy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864418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06729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20538"/>
            <a:ext cx="9108504" cy="4806372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전능하신 하느님과 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형제들에게 고백하오니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생각과 말과 행위로 죄를 많이 지었으며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자주 의무를 소홀히 하였나이다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&lt;</a:t>
            </a:r>
            <a:r>
              <a:rPr kumimoji="0" lang="ko-KR" altLang="en-US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가슴을  치며</a:t>
            </a: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&gt;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저의 큰 탓이옵니다</a:t>
            </a:r>
            <a:endParaRPr kumimoji="0" lang="en-US" sz="32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그러므로 간절히 바라오니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평생 동정이신 성모 마리아와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천사와 성인과 형제들은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저를 위하여 하느님께 빌어주소서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7092280" y="0"/>
            <a:ext cx="21602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PENITENTIAL RITE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ABAC996-AA42-4F21-942B-574FBF1BFFE3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150073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17049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41" y="411510"/>
            <a:ext cx="8653675" cy="3804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71600" y="2715766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      자비를    자  비를 베푸소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75656" y="1215211"/>
            <a:ext cx="7560840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자비를      자   비를   베푸 소    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6" y="4227934"/>
            <a:ext cx="7992888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자비를       자   비를   베푸 소  </a:t>
            </a:r>
            <a:r>
              <a:rPr kumimoji="0" lang="en-US" altLang="ko-KR" sz="25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42881FA-BE69-4B59-9382-5C3F35A8C04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280117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411510"/>
            <a:ext cx="8640959" cy="378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206500"/>
            <a:ext cx="828092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</a:t>
            </a: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자비를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비를   베푸 소    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4230836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자비를    자  비를  베푸소 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2764834"/>
            <a:ext cx="8136904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 자비를      자    비를  베푸 소      서</a:t>
            </a:r>
            <a:endParaRPr kumimoji="0" lang="en-US" sz="32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0AC91CC-0085-4083-A3C7-789DD5EF07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953329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936631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0" y="699542"/>
            <a:ext cx="9026537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919903"/>
            <a:ext cx="8280920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늘 높 은    데 서  는      하 느 님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영    광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503" y="3939902"/>
            <a:ext cx="8993113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땅에서는 주님께서   사랑하시 는   사 람  들  에게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EE4789C-4C08-4E25-BDEB-07E5F628CA0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230038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4011910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전    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능하신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느    님 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1560" y="192367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평 화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</a:t>
            </a:r>
            <a:r>
              <a:rPr kumimoji="0" lang="ko-KR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   하느님  하늘의    임  금  님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2C1DBC4-11ED-4C5E-8BF3-1993A79D7824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05754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95535" y="4011910"/>
            <a:ext cx="8705081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흠숭 하 나이다   찬양 하  나  이   다 </a:t>
            </a:r>
            <a:endParaRPr kumimoji="0" lang="en-US" sz="3500" b="1" i="0" u="none" strike="noStrike" kern="1200" cap="none" spc="-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 기  리   나이다   찬미하    나  이    다 </a:t>
            </a:r>
            <a:endParaRPr kumimoji="0" lang="en-US" sz="33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854EFE2-A6D9-49F1-9C61-48511C9D057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712557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771550"/>
            <a:ext cx="902653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영   광  크 시 오 니     감 사 하  나  이   다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외      아 들    주 예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수      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  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    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A04C200-E43B-42B9-9C2E-EAE5A170E9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699355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699542"/>
            <a:ext cx="897255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/>
          <p:cNvGrpSpPr/>
          <p:nvPr/>
        </p:nvGrpSpPr>
        <p:grpSpPr>
          <a:xfrm>
            <a:off x="539552" y="1868800"/>
            <a:ext cx="8424936" cy="2609711"/>
            <a:chOff x="539552" y="1868800"/>
            <a:chExt cx="8424936" cy="2609711"/>
          </a:xfrm>
        </p:grpSpPr>
        <p:sp>
          <p:nvSpPr>
            <p:cNvPr id="10" name="TextBox 9"/>
            <p:cNvSpPr txBox="1"/>
            <p:nvPr/>
          </p:nvSpPr>
          <p:spPr>
            <a:xfrm>
              <a:off x="539552" y="1868800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3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EECE1">
                      <a:lumMod val="50000"/>
                    </a:srgbClr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주 하 느 님   성  부 의     아   드    님  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하   느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9552" y="3939902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님  의   어  </a:t>
              </a:r>
              <a:r>
                <a:rPr kumimoji="0" lang="ko-KR" altLang="en-US" sz="30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  </a:t>
              </a:r>
              <a:r>
                <a:rPr kumimoji="0" lang="en-US" altLang="ko-KR" sz="20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~ ~         ~          ~              ~          ~               ~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린     양                 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</p:grp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987F372-2179-44EC-85D8-E7B8206417C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401645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9" y="771550"/>
            <a:ext cx="9005367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04056" y="1991911"/>
            <a:ext cx="8604448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  애   시 는   주   님     저희에게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05349"/>
            <a:ext cx="860444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 비를  베푸소     서</a:t>
            </a:r>
            <a:r>
              <a:rPr kumimoji="0" lang="ko-KR" altLang="en-US" sz="3300" b="1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1F680BF-BE10-44CA-84EC-959B6DA5A41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9316969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4" y="771550"/>
            <a:ext cx="902970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애 시는 주 님   저희의  기  도를 들어주소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4008135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   부     오  른  편 에  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앉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아    계   신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281521F-3CE3-4797-983D-13A0C3262BC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4878089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771550"/>
            <a:ext cx="90106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51670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저 희 에 게     자    비  를    베 푸 소       서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홀   로     거   룩 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고            홀   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875820F-C047-4D1D-99FE-4DADB98022F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5840130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699542"/>
            <a:ext cx="90868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67544" y="408391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예  수   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성            령  과      함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544" y="1940808"/>
            <a:ext cx="86764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이 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며            홀   로     높   으 신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553214D-94EB-485C-BC4C-2C7E1B2657A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5103856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" y="679301"/>
            <a:ext cx="9024417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 </a:t>
            </a:r>
            <a:r>
              <a:rPr kumimoji="0" lang="ko-KR" altLang="en-US" sz="3500" b="1" i="0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느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님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의      </a:t>
            </a:r>
            <a:r>
              <a:rPr kumimoji="0" lang="ko-KR" altLang="en-US" sz="3500" b="1" i="0" u="none" strike="noStrike" kern="1200" cap="none" spc="-4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영    광     안     에</a:t>
            </a:r>
            <a:endParaRPr kumimoji="0" lang="en-US" sz="3500" b="1" i="0" u="none" strike="noStrike" kern="1200" cap="none" spc="-4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4193381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계    시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나   이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다             아            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E3A592F-0F4A-4C93-BAB6-3D02179AE83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2540167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933313" y="987574"/>
            <a:ext cx="7311095" cy="1270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열왕기 하권의 말씀입니다</a:t>
            </a:r>
            <a:r>
              <a:rPr lang="en-US" altLang="ko-KR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sz="3200" spc="78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1FE7A2D-6E85-173A-9162-61B4C6ADC665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10568"/>
            <a:ext cx="8856984" cy="4649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하루는 엘리사가 수넴을 지나가게 되었다.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그런데 거기에 사는 한 부유한 여자가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엘리사에게 음식을 대접하게 해 달라고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간청하였다. 그래서 엘리사는 그곳을 지날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때마다 그의 집에 들러 음식을 먹곤 하였다.</a:t>
            </a:r>
          </a:p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9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여자가 남편에게 말하였다. “여보,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 집에 늘 들르시는 이분은 하느님의 거룩한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사람이 틀림없습니다.</a:t>
            </a:r>
          </a:p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벽을 둘러친 작은 옥상 방을 하나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281120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51470"/>
            <a:ext cx="8856984" cy="4649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꾸미고, 침상과 식탁과 의자와 등잔을 놓아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드립시다. 그러면 그분이 우리에게 오실 때마다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그곳에 드실 수 있을 것입니다.”</a:t>
            </a:r>
          </a:p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어느 날 엘리사가 거기에 갔다가 그 옥상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방에 들어 쉬게 되었다.</a:t>
            </a:r>
          </a:p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14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엘리사는 종에게 “저 부인에게 무엇을 해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주면 좋을까?” 하고 물었다. 게하지가 “저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부인은 아들이 없는 데다가 남편은 나이가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많습니다.” 하고 대답하였다.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76000119"/>
      </p:ext>
    </p:extLst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object 3"/>
          <p:cNvSpPr txBox="1">
            <a:spLocks/>
          </p:cNvSpPr>
          <p:nvPr/>
        </p:nvSpPr>
        <p:spPr>
          <a:xfrm>
            <a:off x="179512" y="51470"/>
            <a:ext cx="8928992" cy="372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그래서 우리가 그리스도와 함께 죽었으니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그분과 함께 살리라고 우리는 믿습니다.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9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우리는 그리스도께서 죽은 이들 가운데에서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되살아나시어 다시는 돌아가시지 않으리라는 것을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압니다. 죽음은 더 이상 그분 위에 군림하지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못합니다.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 돌아가신 것은 죄와 관련하여 단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한 번 돌아가신 것이고, 그분께서 사시는 것은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하느님을 위하여 사시는 것입니다.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89(88)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893632"/>
            <a:ext cx="6912768" cy="17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2715766"/>
            <a:ext cx="771374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01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주님의 자애를 영원히 노래하오리다. 제 입은 당신의 진실을 대대로 전하오리다. 제가 아뢰나이다. “주님은 자애를 영원히 세우시고, 진실을 하늘에 굳히셨나이다.”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89(88)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89(88)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893632"/>
            <a:ext cx="6912768" cy="17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2715766"/>
            <a:ext cx="771374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1559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행복하여라, 축제의 기쁨을 아는 백성! 주님, 그들은 당신 얼굴 그 빛 속을 걷나이다. 그들은 날마다 당신 이름으로 기뻐하고, 당신 정의로 힘차게 일어서나이다. ◎</a:t>
            </a: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89(88)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4852181"/>
      </p:ext>
    </p:extLst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89(88)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893632"/>
            <a:ext cx="6912768" cy="17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2715766"/>
            <a:ext cx="771374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01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정녕 당신은 그들 힘의 영광, 당신 호의로 저희 뿔을 들어 올리시나이다. 저희 방패는 주님의 것, 저희 임금은 이스라엘의 거룩하신 분의 것이옵니다. ◎</a:t>
            </a: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89(88)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0767200"/>
      </p:ext>
    </p:extLst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89(88)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893632"/>
            <a:ext cx="6912768" cy="17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2715766"/>
            <a:ext cx="771374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36821" y="898723"/>
            <a:ext cx="8199675" cy="1270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사도 바오로의 로마서 말씀입니다.</a:t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6AB4F52-F9F3-2542-300A-B25E6C39DF8B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51470"/>
            <a:ext cx="8928992" cy="372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형제 여러분, </a:t>
            </a: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 예수님과 하나 되는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세례를 받은 우리가 모두 그분의 죽음과 하나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되는 세례를 받았다는 사실을 여러분은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모릅니까?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과연 우리는 그분의 죽음과 하나 되는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세례를 통하여 그분과 함께 묻혔습니다.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그리하여 그리스도께서 아버지의 영광을 통하여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 가운데에서 되살아나신 것처럼,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우리도 새로운 삶을 살아가게 되었습니다.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789485839"/>
      </p:ext>
    </p:extLst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79512" y="51470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이들 가운데 한 사람에게 그가 제자라서 시원한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물 한 잔이라도 마시게 하는 이는 자기가 받을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상을 결코 잃지 않을 것이다.”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1FBAA5B-429A-AC19-8372-13816AAECB75}"/>
              </a:ext>
            </a:extLst>
          </p:cNvPr>
          <p:cNvSpPr txBox="1"/>
          <p:nvPr/>
        </p:nvSpPr>
        <p:spPr>
          <a:xfrm>
            <a:off x="395536" y="2723390"/>
            <a:ext cx="5421432" cy="132343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20000"/>
              </a:lnSpc>
              <a:spcAft>
                <a:spcPts val="36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그리스도님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찬미합니다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1876165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9F1B7D1-ED9E-48F2-98A0-A66CD7A16038}"/>
              </a:ext>
            </a:extLst>
          </p:cNvPr>
          <p:cNvSpPr/>
          <p:nvPr/>
        </p:nvSpPr>
        <p:spPr>
          <a:xfrm>
            <a:off x="467544" y="990125"/>
            <a:ext cx="8496944" cy="3223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</a:t>
            </a:r>
            <a:r>
              <a:rPr lang="ko-KR" altLang="en-US" sz="24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en-US" altLang="ko-KR" sz="3200" b="1" dirty="0">
                <a:solidFill>
                  <a:schemeClr val="bg1"/>
                </a:solidFill>
                <a:latin typeface="대한" pitchFamily="50" charset="-127"/>
                <a:ea typeface="대한" pitchFamily="50" charset="-127"/>
              </a:rPr>
              <a:t>○ 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너희는 선택된 겨레고 임금의 사제단이며 거룩한 민족이니 너희를 어둠에서 불러내시어 당신의 놀라운 빛 속으로 이끌어 주신 주님의 위업을 선포하여라.</a:t>
            </a: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spc="3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A011866-7B88-4DA6-AFBF-292C0A0227E3}"/>
              </a:ext>
            </a:extLst>
          </p:cNvPr>
          <p:cNvSpPr/>
          <p:nvPr/>
        </p:nvSpPr>
        <p:spPr>
          <a:xfrm>
            <a:off x="7812360" y="51470"/>
            <a:ext cx="12961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chemeClr val="accent2"/>
                </a:solidFill>
                <a:ea typeface="dotum" panose="020B0600000101010101" pitchFamily="50" charset="-127"/>
              </a:rPr>
              <a:t>ALLELUIA 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2F2A510-7ED5-A4CF-7469-985B6B9849E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6107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509531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915566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마태오가 전한 거룩한 복음입니다.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F9C1DA0-48E4-0A3D-200E-82D73AC8FE1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51470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그때에 예수님께서 사도들에게 말씀하셨다.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37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“아버지나 어머니를 나보다 더 사랑하는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사람은 나에게 합당하지 않다. 아들이나 딸을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나보다 더 사랑하는 사람도 나에게 합당하지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않다.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38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 제 십자가를 지고 나를 따르지 않는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사람도 나에게 합당하지 않다.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39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제 목숨을 얻으려는 사람은 목숨을 잃고,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 때문에 제 목숨을 잃는 사람은 목숨을 얻을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803587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51470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것이다.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40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너희를 받아들이는 이는 나를 받아들이는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사람이고, 나를 받아들이는 이는 나를 보내신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분을 받아들이는 사람이다.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예언자를 예언자라서 받아들이는 이는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예언자가 받는 상을 받을 것이고, 의인을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의인이라서 받아들이는 이는 의인이 받는 상을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받을 것이다.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42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내가 진실로 너희에게 말한다. 이 작은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29940133"/>
      </p:ext>
    </p:extLst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지극히 어지신 구세주 예수님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 앞에 꿇어 경배하오니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굽어살피소서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1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저희는 이미 주님의 백성이오니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언제나 주님과 함께 살아가기를 바라나이다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주님과 하나 되고자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오늘 저희를 주님의 성심께 봉헌하나이다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0" cap="none" spc="77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예수 성심께 천하 만민을 바치는 기도</a:t>
            </a:r>
            <a:endParaRPr kumimoji="0" lang="ko-KR" altLang="en-US" sz="3000" b="0" i="0" u="none" strike="noStrike" kern="0" cap="none" spc="78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993924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08318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D8BB748-A32F-6462-94EB-25D080D502FE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771740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483518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994C5A4-1461-A3A3-A9BC-4287F8AD4792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3268191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83518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8417DFD-D400-3540-EC92-BE58CBA007BF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942631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FE06783-6E3F-F368-C119-CA9158C1C15C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950326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709025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CD40E72-356A-48F9-B4B4-C5DE180779DC}"/>
              </a:ext>
            </a:extLst>
          </p:cNvPr>
          <p:cNvSpPr/>
          <p:nvPr/>
        </p:nvSpPr>
        <p:spPr>
          <a:xfrm>
            <a:off x="1187624" y="2753221"/>
            <a:ext cx="7848872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주  님 저 희  기 도 를   들 어 주 소  서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8007D4A-C025-9699-6ED8-E280F1E92FD5}"/>
              </a:ext>
            </a:extLst>
          </p:cNvPr>
          <p:cNvSpPr/>
          <p:nvPr/>
        </p:nvSpPr>
        <p:spPr>
          <a:xfrm>
            <a:off x="74079" y="21853"/>
            <a:ext cx="35958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보편 지향 기도 응답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370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856984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E68BFCF-6764-BDD5-F1A9-AE13B776D2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990098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봉 헌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1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216</a:t>
            </a:r>
            <a:endParaRPr kumimoji="0" lang="en-US" sz="4800" b="1" i="0" u="none" strike="noStrike" kern="1200" cap="none" spc="15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74835621"/>
      </p:ext>
    </p:extLst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216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십자가에 제헌되신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553B94-EFA2-4E94-EF9A-4A2034362E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1252" r="1252"/>
          <a:stretch/>
        </p:blipFill>
        <p:spPr>
          <a:xfrm>
            <a:off x="107504" y="761975"/>
            <a:ext cx="8856984" cy="37539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8756FD-F892-4CA3-9907-15A749DB77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216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십자가에 제헌되신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B5084B-78FC-439D-93EC-F2021353E754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5D7E973-D4A6-48E5-9584-2C4EE187C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2" y="846381"/>
            <a:ext cx="8968014" cy="3525569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216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십자가에 제헌되신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553B94-EFA2-4E94-EF9A-4A2034362E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905" r="799"/>
          <a:stretch/>
        </p:blipFill>
        <p:spPr>
          <a:xfrm>
            <a:off x="107504" y="766762"/>
            <a:ext cx="8928992" cy="36771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B25E11-33BD-45B5-AC18-40BAFCFE0FE2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216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십자가에 제헌되신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6B5308-1166-42D9-8B4F-2CBD4A31A162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79A385E-5E7D-48C5-8392-F41CA4EEC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75" y="699542"/>
            <a:ext cx="8941021" cy="3816424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71550"/>
            <a:ext cx="9144000" cy="317009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사제의 손으로 바치는 이 제사가 </a:t>
            </a:r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이름에는 찬미와 영광이 되고</a:t>
            </a:r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endParaRPr lang="en-US" sz="40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     </a:t>
            </a:r>
          </a:p>
          <a:p>
            <a:pPr algn="ctr"/>
            <a:r>
              <a:rPr lang="ko-KR" altLang="en-US" sz="4000" b="1" spc="-11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저희와 온 교회에는 도움이 되게 하소서</a:t>
            </a:r>
            <a:r>
              <a:rPr lang="en-US" sz="32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en-US" sz="32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04E33DC-A449-C97D-92A8-1B01DC72C67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1043608" y="54760"/>
            <a:ext cx="6989440" cy="49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또한 사제의 영과 함께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AU" altLang="ko-KR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마음을 드높이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! </a:t>
            </a: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 올립니다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우리 주 하느님께 감사합시다</a:t>
            </a:r>
            <a:endParaRPr lang="en-US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마땅하고 옳은 일입니다</a:t>
            </a:r>
            <a:r>
              <a:rPr 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05B464F-F4CB-749F-8172-63D5602277FA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82022553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1889125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거룩하시 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거룩하시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  룩  </a:t>
            </a:r>
            <a:endParaRPr lang="en-US" sz="3500" b="1" spc="-2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93990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하시도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다        온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누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리 의  주 하느 님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C852459-1BA5-2B64-83D4-9BC2E487BB2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8832031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" y="771550"/>
            <a:ext cx="9107488" cy="3088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하늘과 땅 에 가득찬  그 영  광     높 은   데 서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3905349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호 산    나     주님의   이름으로  오 시는  분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857E380-ED81-9DC7-4EF7-02FC01EC32F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89117898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37598"/>
            <a:ext cx="9073008" cy="1118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3568" y="249974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찬미받  으 소   서       높 은  데 서   호 산   나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80DF26E-DE87-5333-B069-751F18A7CF1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310413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65310861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 신앙의 신비여!</a:t>
            </a:r>
          </a:p>
          <a:p>
            <a:r>
              <a:rPr lang="en-AU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r>
              <a:rPr lang="ko-KR" altLang="en-US" sz="2500" b="1" dirty="0">
                <a:latin typeface="대한" pitchFamily="50" charset="-127"/>
                <a:ea typeface="대한" pitchFamily="50" charset="-127"/>
              </a:rPr>
              <a:t>                </a:t>
            </a:r>
            <a:endParaRPr lang="en-AU" sz="2500" b="1" dirty="0"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endParaRPr lang="en-AU" sz="2500" b="1" spc="100" dirty="0"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D1B0601-AAD3-4807-A151-5BAAA07508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66804" b="24796"/>
          <a:stretch/>
        </p:blipFill>
        <p:spPr>
          <a:xfrm>
            <a:off x="0" y="3558930"/>
            <a:ext cx="8676456" cy="885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236406A-F09D-448F-BB39-782F856CB5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45641" b="45959"/>
          <a:stretch/>
        </p:blipFill>
        <p:spPr>
          <a:xfrm>
            <a:off x="107504" y="2067694"/>
            <a:ext cx="8568952" cy="1008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80" y="2912599"/>
            <a:ext cx="68407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주  님의  죽 음 을  </a:t>
            </a:r>
            <a:r>
              <a:rPr lang="ko-KR" altLang="en-US" sz="3600" b="1" spc="-500" dirty="0">
                <a:latin typeface="궁서" panose="02030600000101010101" pitchFamily="18" charset="-127"/>
                <a:ea typeface="궁서" panose="02030600000101010101" pitchFamily="18" charset="-127"/>
              </a:rPr>
              <a:t>죽 음 을  전 하 며</a:t>
            </a:r>
            <a:endParaRPr lang="en-US" sz="3600" b="1" spc="-5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7664" y="4299942"/>
            <a:ext cx="59766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 부 활  을  선  포   하 나  이     다</a:t>
            </a:r>
            <a:endParaRPr lang="en-US" sz="3600" b="1" spc="-4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63688" y="1546188"/>
            <a:ext cx="604867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300" dirty="0">
                <a:latin typeface="궁서" panose="02030600000101010101" pitchFamily="18" charset="-127"/>
                <a:ea typeface="궁서" panose="02030600000101010101" pitchFamily="18" charset="-127"/>
              </a:rPr>
              <a:t>주 님 께 서    오 실 때 까   지  </a:t>
            </a:r>
            <a:endParaRPr lang="en-US" sz="3600" b="1" spc="-3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A43B463-4EDB-4FC4-A910-12820A5608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6285" t="24478" r="5206" b="67122"/>
          <a:stretch/>
        </p:blipFill>
        <p:spPr>
          <a:xfrm>
            <a:off x="611560" y="750618"/>
            <a:ext cx="7632848" cy="885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6B2038-8497-ACB2-3E10-3E92D66231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539552" y="339502"/>
            <a:ext cx="8208912" cy="234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8163" indent="-430213">
              <a:lnSpc>
                <a:spcPct val="120000"/>
              </a:lnSpc>
              <a:spcAft>
                <a:spcPts val="3600"/>
              </a:spcAft>
            </a:pPr>
            <a:r>
              <a:rPr lang="en-US" altLang="ko-KR" sz="32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altLang="ko-KR" sz="29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그리스도를 통하여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그리스도와 함께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 안에서 성령으로 하나 되어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 모든 영예와 영광을 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영원히 받으소서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0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48E7F1C-F0CD-3DA3-F130-D00474F176E6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06269460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D5DDFB9-E21C-D37A-87E7-3B66B8B6F3F2}"/>
              </a:ext>
            </a:extLst>
          </p:cNvPr>
          <p:cNvSpPr/>
          <p:nvPr/>
        </p:nvSpPr>
        <p:spPr>
          <a:xfrm>
            <a:off x="1179865" y="2787774"/>
            <a:ext cx="771261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아   멘     아   멘     아   </a:t>
            </a:r>
            <a:r>
              <a:rPr lang="en-US" altLang="ko-KR" sz="18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~           ~         ~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멘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26B96C9-24CE-0A31-40E9-58FD37D40612}"/>
              </a:ext>
            </a:extLst>
          </p:cNvPr>
          <p:cNvSpPr/>
          <p:nvPr/>
        </p:nvSpPr>
        <p:spPr>
          <a:xfrm>
            <a:off x="130288" y="21853"/>
            <a:ext cx="1417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아멘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928992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EA6C737-4245-88D5-2153-4DF4A304BCD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2422898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46471659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AF27E5F-1B74-4417-9D70-2ABEC173B2C1}"/>
              </a:ext>
            </a:extLst>
          </p:cNvPr>
          <p:cNvSpPr txBox="1"/>
          <p:nvPr/>
        </p:nvSpPr>
        <p:spPr>
          <a:xfrm>
            <a:off x="323528" y="1961133"/>
            <a:ext cx="842830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 하     늘   에      계     신        우    리  아 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지 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6228354-712F-4C2E-B2EB-1C9BA798BE6C}"/>
              </a:ext>
            </a:extLst>
          </p:cNvPr>
          <p:cNvSpPr txBox="1"/>
          <p:nvPr/>
        </p:nvSpPr>
        <p:spPr>
          <a:xfrm>
            <a:off x="683568" y="3905349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아   버 지 의     이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이        거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룩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히 빛  나 시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D7086DF-2132-C436-E379-9892FE865C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1663022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34425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F03926DC-71D6-4C92-80A9-9DE2543C24B2}"/>
              </a:ext>
            </a:extLst>
          </p:cNvPr>
          <p:cNvSpPr txBox="1"/>
          <p:nvPr/>
        </p:nvSpPr>
        <p:spPr>
          <a:xfrm>
            <a:off x="683568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아버지의 나 라가 오 시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아버지의   뜻     이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A3E0648-C43D-4865-82F7-1A82614548EF}"/>
              </a:ext>
            </a:extLst>
          </p:cNvPr>
          <p:cNvSpPr txBox="1"/>
          <p:nvPr/>
        </p:nvSpPr>
        <p:spPr>
          <a:xfrm>
            <a:off x="658582" y="3689325"/>
            <a:ext cx="837791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하  늘 에서   와  같  이   땅에서도 이 루어 지 소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FD79B0-9210-FA64-A811-F26F6545D16A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14096196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699542"/>
            <a:ext cx="9036496" cy="3087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312A9F0-E898-4DDF-B441-5671C22A106D}"/>
              </a:ext>
            </a:extLst>
          </p:cNvPr>
          <p:cNvSpPr txBox="1"/>
          <p:nvPr/>
        </p:nvSpPr>
        <p:spPr>
          <a:xfrm>
            <a:off x="251521" y="1817117"/>
            <a:ext cx="889248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오 늘저 희 에  게   일용할 양식을 주시고   저 희에 게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4B7D8206-85B5-4139-848E-8A5EB9E4E8EA}"/>
              </a:ext>
            </a:extLst>
          </p:cNvPr>
          <p:cNvSpPr txBox="1"/>
          <p:nvPr/>
        </p:nvSpPr>
        <p:spPr>
          <a:xfrm>
            <a:off x="251520" y="3905349"/>
            <a:ext cx="885698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잘  못 한  이를  저 희가  용 서 하 오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니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저   희 죄 를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436FA29-A738-5806-817B-9060E82B0EB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773871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047B756-ED3D-4E1B-B261-9DDC2C67D1BB}"/>
              </a:ext>
            </a:extLst>
          </p:cNvPr>
          <p:cNvSpPr txBox="1"/>
          <p:nvPr/>
        </p:nvSpPr>
        <p:spPr>
          <a:xfrm>
            <a:off x="467544" y="1817117"/>
            <a:ext cx="856895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용   서      하   시     고          저 희 를 유 혹에 빠 지 지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D3B22ED-74A7-4FBD-A101-ACE501EAD579}"/>
              </a:ext>
            </a:extLst>
          </p:cNvPr>
          <p:cNvSpPr txBox="1"/>
          <p:nvPr/>
        </p:nvSpPr>
        <p:spPr>
          <a:xfrm>
            <a:off x="251520" y="3939902"/>
            <a:ext cx="849694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않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게 하 시 고          악  에서  저   희   구  하  소 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3E2CE46-2929-1BDC-D289-18AA5B34F68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9328367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144016" y="411510"/>
            <a:ext cx="8892480" cy="2408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30000"/>
              </a:lnSpc>
              <a:spcAft>
                <a:spcPts val="3600"/>
              </a:spcAft>
            </a:pPr>
            <a:r>
              <a:rPr lang="en-US" altLang="ko-KR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AU" sz="3000" b="1" spc="-15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주님, 저희를 모든 악에서 구하시고 한평생 평화롭게</a:t>
            </a: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하소서. 주님의 자비로 저희를 언제나 죄에서 구원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하시고 모든 시련에서 보호하시어 복된 희망을 품고 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구세주 예수 그리스도의 재림을 기다리게 하소서.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6BB8C2A-F64F-FA22-9110-4F5D99C9C5CC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486801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53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5681AFA-DAF4-47C8-5F78-5673A0D0F35C}"/>
              </a:ext>
            </a:extLst>
          </p:cNvPr>
          <p:cNvSpPr/>
          <p:nvPr/>
        </p:nvSpPr>
        <p:spPr>
          <a:xfrm>
            <a:off x="963841" y="1851670"/>
            <a:ext cx="7928639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주</a:t>
            </a:r>
            <a:r>
              <a:rPr lang="ko-KR" altLang="en-US" sz="10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님      </a:t>
            </a:r>
            <a:r>
              <a:rPr lang="ko-KR" altLang="en-US" sz="3500" b="1" spc="200" dirty="0" err="1">
                <a:latin typeface="궁서" panose="02030600000101010101" pitchFamily="18" charset="-127"/>
                <a:ea typeface="궁서" panose="02030600000101010101" pitchFamily="18" charset="-127"/>
              </a:rPr>
              <a:t>께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 나 라 와 권 능 과</a:t>
            </a:r>
            <a:endParaRPr lang="en-AU" sz="3500" b="1" spc="2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5B0F9A0-1323-B19A-2337-5AB3C7CF734C}"/>
              </a:ext>
            </a:extLst>
          </p:cNvPr>
          <p:cNvSpPr/>
          <p:nvPr/>
        </p:nvSpPr>
        <p:spPr>
          <a:xfrm>
            <a:off x="827585" y="3833341"/>
            <a:ext cx="806489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영  광 이       영 원 히  </a:t>
            </a:r>
            <a:r>
              <a:rPr lang="ko-KR" altLang="en-US" sz="3500" b="1" spc="-100" dirty="0" err="1">
                <a:latin typeface="궁서" panose="02030600000101010101" pitchFamily="18" charset="-127"/>
                <a:ea typeface="궁서" panose="02030600000101010101" pitchFamily="18" charset="-127"/>
              </a:rPr>
              <a:t>있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나   이    다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BBEEAF5-EE5E-B5BD-5EB9-4C7C94E0E8EE}"/>
              </a:ext>
            </a:extLst>
          </p:cNvPr>
          <p:cNvSpPr/>
          <p:nvPr/>
        </p:nvSpPr>
        <p:spPr>
          <a:xfrm>
            <a:off x="74079" y="-20538"/>
            <a:ext cx="37289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주님께 나라와 권능과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389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58C66D2-27A9-B48E-98C7-B914790C179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8978066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E68B9AF-B563-6713-581E-1298FCE24521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8948439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9632" y="1851670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</a:t>
            </a:r>
            <a:r>
              <a:rPr lang="ko-KR" altLang="en-US" sz="3500" b="1" spc="-300" dirty="0" err="1">
                <a:latin typeface="궁서" pitchFamily="18" charset="-127"/>
                <a:ea typeface="궁서" pitchFamily="18" charset="-127"/>
              </a:rPr>
              <a:t>느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님 의  어 린  양     세 상의 죄 를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867894"/>
            <a:ext cx="831641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 님    자비를   자비를 베푸소  서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반복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)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 </a:t>
            </a:r>
            <a:endParaRPr lang="en-US" sz="20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6DFA53-7C27-A33C-9314-7AA3B902755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0431588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99592" y="1889125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느  님 의   어 린  양    세 상의 죄 를 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939902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님   평화를  평 화를 주    소    서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B32690F-0FC2-E471-1609-101E85A914A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6206364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608" y="-7513"/>
            <a:ext cx="1410056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2CED880-166D-4C65-A35C-79421FDDC11B}"/>
              </a:ext>
            </a:extLst>
          </p:cNvPr>
          <p:cNvSpPr/>
          <p:nvPr/>
        </p:nvSpPr>
        <p:spPr>
          <a:xfrm>
            <a:off x="5904010" y="83408"/>
            <a:ext cx="3291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RECEPTION OF COMMUNION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1146201"/>
            <a:ext cx="8280920" cy="2937717"/>
          </a:xfrm>
          <a:prstGeom prst="rect">
            <a:avLst/>
          </a:prstGeom>
        </p:spPr>
        <p:txBody>
          <a:bodyPr wrap="square" lIns="71555" tIns="35777" rIns="71555" bIns="35777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안에 주님을 모시기에 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합당치 않사오나 한 말씀만 하소서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영혼이 곧 나으리다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F8B8F96-E7C1-8AEB-3C72-35C11F445658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5" name="직사각형 2"/>
          <p:cNvSpPr/>
          <p:nvPr/>
        </p:nvSpPr>
        <p:spPr>
          <a:xfrm>
            <a:off x="827584" y="627534"/>
            <a:ext cx="8064896" cy="4088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영혼아, 주님을 찬미하여라. 내 안의 모든 것도 거룩하신 그 이름 찬미하여라.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E6D268A-40E2-3725-3CBD-A367BB9CB60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163</a:t>
            </a:r>
            <a:endParaRPr lang="en-US" sz="48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82351544"/>
      </p:ext>
    </p:extLst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163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 </a:t>
            </a:r>
            <a:r>
              <a:rPr lang="ko-KR" altLang="en-US" sz="2800" kern="0" spc="1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생명의 성체여</a:t>
            </a:r>
            <a:endParaRPr lang="en-US" sz="2800" b="1" spc="100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4B3C1-7E09-484D-80D6-89AEF65473B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906A1CC-34E5-497C-B731-921A44AEB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496" y="627534"/>
            <a:ext cx="8926171" cy="4029637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163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 </a:t>
            </a:r>
            <a:r>
              <a:rPr lang="ko-KR" altLang="en-US" sz="2800" kern="0" spc="1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생명의 성체여</a:t>
            </a:r>
            <a:endParaRPr lang="en-US" sz="2800" b="1" spc="100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4B3C1-7E09-484D-80D6-89AEF65473B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7A0041-BECE-4E96-BBD8-037F34032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504" y="627534"/>
            <a:ext cx="8907118" cy="4001058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163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 </a:t>
            </a:r>
            <a:r>
              <a:rPr lang="ko-KR" altLang="en-US" sz="2800" kern="0" spc="1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생명의 성체여</a:t>
            </a:r>
            <a:endParaRPr lang="en-US" sz="2800" b="1" spc="100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4B3C1-7E09-484D-80D6-89AEF65473B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FAC490F-4275-44A3-85DF-1CD85B070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370" y="685537"/>
            <a:ext cx="8907118" cy="3772426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성체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163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   </a:t>
            </a:r>
            <a:r>
              <a:rPr lang="ko-KR" altLang="en-US" sz="2800" kern="0" spc="1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생명의 성체여</a:t>
            </a:r>
            <a:endParaRPr lang="en-US" sz="2800" b="1" spc="100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4B3C1-7E09-484D-80D6-89AEF65473B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2B637AC-969E-48E0-9343-9BC569D73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370" y="633142"/>
            <a:ext cx="8907118" cy="3877216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en-US" altLang="ko-KR" sz="5200" b="1" spc="1000" dirty="0">
                <a:latin typeface="바탕" pitchFamily="18" charset="-127"/>
                <a:ea typeface="바탕" pitchFamily="18" charset="-127"/>
              </a:rPr>
              <a:t>2</a:t>
            </a:r>
            <a:r>
              <a:rPr lang="ko-KR" altLang="en-US" sz="5200" b="1" spc="1000" dirty="0">
                <a:latin typeface="바탕" pitchFamily="18" charset="-127"/>
                <a:ea typeface="바탕" pitchFamily="18" charset="-127"/>
              </a:rPr>
              <a:t>차 봉헌</a:t>
            </a:r>
            <a:endParaRPr lang="en-US" altLang="ko-KR" sz="5200" b="1" spc="10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205</a:t>
            </a:r>
          </a:p>
        </p:txBody>
      </p:sp>
    </p:spTree>
    <p:extLst>
      <p:ext uri="{BB962C8B-B14F-4D97-AF65-F5344CB8AC3E}">
        <p14:creationId xmlns="" xmlns:p14="http://schemas.microsoft.com/office/powerpoint/2010/main" val="3338771621"/>
      </p:ext>
    </p:extLst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사랑의 성심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205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사랑의 성심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9103444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683568" y="478585"/>
            <a:ext cx="8208912" cy="40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</a:t>
            </a:r>
            <a:r>
              <a:rPr lang="en-AU" altLang="ko-KR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함께</a:t>
            </a:r>
            <a:endParaRPr lang="en-AU" altLang="ko-KR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AU" altLang="ko-KR" sz="4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marL="269875" indent="-269875">
              <a:lnSpc>
                <a:spcPct val="114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성부와 ✜ 성자와 성령께서는    여기 모인 모든 이에게 강복하소서</a:t>
            </a: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US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66693FA-D74F-440F-EB24-A24A50F0C3B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5" y="-7513"/>
            <a:ext cx="1719533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파 견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0" y="83408"/>
            <a:ext cx="3069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813708"/>
            <a:ext cx="8280920" cy="203013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lvl="0">
              <a:lnSpc>
                <a:spcPct val="140000"/>
              </a:lnSpc>
              <a:spcAft>
                <a:spcPts val="3600"/>
              </a:spcAft>
              <a:tabLst>
                <a:tab pos="719138" algn="l"/>
              </a:tabLst>
              <a:defRPr/>
            </a:pP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†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미사가 끝났으니 가서 복음을 전합시다</a:t>
            </a: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endParaRPr kumimoji="0" lang="en-US" altLang="ko-KR" sz="3200" b="1" i="0" u="none" strike="noStrike" kern="1200" cap="none" spc="100" normalizeH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</a:endParaRPr>
          </a:p>
          <a:p>
            <a:pPr marL="715963" marR="0" lvl="0" indent="-715963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◎</a:t>
            </a: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하느님</a:t>
            </a:r>
            <a:r>
              <a:rPr kumimoji="0" lang="en-AU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, 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감사합니다</a:t>
            </a:r>
            <a:r>
              <a:rPr kumimoji="0" lang="en-US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.</a:t>
            </a:r>
            <a:endParaRPr kumimoji="0" lang="en-US" altLang="ko-KR" sz="3500" b="1" i="0" u="none" strike="noStrike" kern="1200" cap="none" spc="3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549EDB5-2CD9-21CC-EB6E-8DF2F301486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5797724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19</a:t>
            </a:r>
          </a:p>
        </p:txBody>
      </p:sp>
    </p:spTree>
    <p:extLst>
      <p:ext uri="{BB962C8B-B14F-4D97-AF65-F5344CB8AC3E}">
        <p14:creationId xmlns="" xmlns:p14="http://schemas.microsoft.com/office/powerpoint/2010/main" val="3794957418"/>
      </p:ext>
    </p:extLst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>
            <a:extLst>
              <a:ext uri="{FF2B5EF4-FFF2-40B4-BE49-F238E27FC236}">
                <a16:creationId xmlns:a16="http://schemas.microsoft.com/office/drawing/2014/main" id="{34F8BC79-2AF5-37A9-A4F4-25D60CF87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sp>
        <p:nvSpPr>
          <p:cNvPr id="5" name="Rectangle 11">
            <a:extLst>
              <a:ext uri="{FF2B5EF4-FFF2-40B4-BE49-F238E27FC236}">
                <a16:creationId xmlns:a16="http://schemas.microsoft.com/office/drawing/2014/main" id="{887D8FC8-1381-C968-E1D6-34647796F565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파견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19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	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주를 따르리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034B44-5CFC-9905-D473-0DCFCE8B04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4" y="718110"/>
            <a:ext cx="9107016" cy="2334676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>
            <a:extLst>
              <a:ext uri="{FF2B5EF4-FFF2-40B4-BE49-F238E27FC236}">
                <a16:creationId xmlns:a16="http://schemas.microsoft.com/office/drawing/2014/main" id="{34F8BC79-2AF5-37A9-A4F4-25D60CF87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sp>
        <p:nvSpPr>
          <p:cNvPr id="5" name="Rectangle 11">
            <a:extLst>
              <a:ext uri="{FF2B5EF4-FFF2-40B4-BE49-F238E27FC236}">
                <a16:creationId xmlns:a16="http://schemas.microsoft.com/office/drawing/2014/main" id="{887D8FC8-1381-C968-E1D6-34647796F565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파견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19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	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주를 따르리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3C0F642-AEE5-0719-1B0F-900CC08C47BC}"/>
              </a:ext>
            </a:extLst>
          </p:cNvPr>
          <p:cNvGrpSpPr/>
          <p:nvPr/>
        </p:nvGrpSpPr>
        <p:grpSpPr>
          <a:xfrm>
            <a:off x="147637" y="530126"/>
            <a:ext cx="8848725" cy="4380582"/>
            <a:chOff x="147637" y="530126"/>
            <a:chExt cx="8848725" cy="438058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A5561F3-3BE6-ADDA-7A93-248BB3021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7637" y="530126"/>
              <a:ext cx="8848725" cy="208597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340795D-D06D-8B37-0EDB-5545D320C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512" y="2643758"/>
              <a:ext cx="8705850" cy="22669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>
            <a:extLst>
              <a:ext uri="{FF2B5EF4-FFF2-40B4-BE49-F238E27FC236}">
                <a16:creationId xmlns:a16="http://schemas.microsoft.com/office/drawing/2014/main" id="{34F8BC79-2AF5-37A9-A4F4-25D60CF87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sp>
        <p:nvSpPr>
          <p:cNvPr id="5" name="Rectangle 11">
            <a:extLst>
              <a:ext uri="{FF2B5EF4-FFF2-40B4-BE49-F238E27FC236}">
                <a16:creationId xmlns:a16="http://schemas.microsoft.com/office/drawing/2014/main" id="{887D8FC8-1381-C968-E1D6-34647796F565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파견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19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	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주를 따르리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390F9CA-0167-5E64-AECE-6F8F25270845}"/>
              </a:ext>
            </a:extLst>
          </p:cNvPr>
          <p:cNvGrpSpPr/>
          <p:nvPr/>
        </p:nvGrpSpPr>
        <p:grpSpPr>
          <a:xfrm>
            <a:off x="95250" y="508918"/>
            <a:ext cx="8953500" cy="4367088"/>
            <a:chOff x="95250" y="508918"/>
            <a:chExt cx="8953500" cy="436708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347393F-353A-183B-25A6-BF8A7A302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250" y="508918"/>
              <a:ext cx="8953500" cy="227647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76E159E-CFAF-1582-7254-20A3C9FBE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504" y="2828131"/>
              <a:ext cx="8829675" cy="20478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66349976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5"/>
            <a:ext cx="8798695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  <a:endParaRPr lang="en-US" altLang="ko-KR" sz="4000" b="1" u="sng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ko-KR" altLang="en-US" sz="16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천사가 마리아께 아뢰니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성령으로 잉태하셨나이다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종이오니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2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그대로 제게 이루어지소서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!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endParaRPr lang="en-US" sz="28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45D9A13-3F59-F542-6D92-D14A3AC40C0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888062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9"/>
            <a:ext cx="8798695" cy="504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en-AU" altLang="ko-KR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    </a:t>
            </a:r>
            <a:r>
              <a:rPr lang="en-AU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 </a:t>
            </a:r>
            <a: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이에 말씀이 사람이 되시어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8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 가운데 계시나이다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</a:t>
            </a: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ko-KR" altLang="en-US" sz="24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</a:p>
          <a:p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천주의 성모님</a:t>
            </a: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</a:p>
          <a:p>
            <a:pPr>
              <a:spcAft>
                <a:spcPts val="1000"/>
              </a:spcAft>
            </a:pP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저희를 위하여 빌어주시어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30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그리스도께서 약속하신 </a:t>
            </a:r>
            <a:endParaRPr lang="en-US" altLang="ko-KR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영원한 생명을 얻게 하소서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81389A-C9F3-9331-04D3-3D9FC43220E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8210258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51520" y="-20538"/>
            <a:ext cx="8604449" cy="5150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† </a:t>
            </a: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기도합시다</a:t>
            </a:r>
            <a:endParaRPr lang="en-US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09000"/>
              </a:lnSpc>
              <a:spcAft>
                <a:spcPts val="1200"/>
              </a:spcAft>
            </a:pP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3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하느님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천사의 아룀으로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성자께서 사람이 되심을 알았으니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성자의 수난과 십자가로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부활의 영광에 이르는 은총을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저희에게 내려주소서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우리 주 그리스도를 통하여 비나이다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>
              <a:lnSpc>
                <a:spcPct val="109000"/>
              </a:lnSpc>
            </a:pP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◎ 아 멘</a:t>
            </a:r>
            <a:endParaRPr lang="en-US" sz="33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811EDA-B07E-E0E5-BF81-7CB51F32B96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4401918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428642273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object 3"/>
          <p:cNvSpPr txBox="1">
            <a:spLocks/>
          </p:cNvSpPr>
          <p:nvPr/>
        </p:nvSpPr>
        <p:spPr>
          <a:xfrm>
            <a:off x="179512" y="10568"/>
            <a:ext cx="8856984" cy="4649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15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그러자 엘리사는 “여자를 불러라.” 하고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일렀다. 종이 여자를 부르니 그 여자가 문간에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섰다.</a:t>
            </a:r>
          </a:p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16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엘리사가 말하였다. “내년 이맘때가 되면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부인은 한 아들을 안게 될 것이오.”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8B57CD69-B6F1-AC3B-8A41-A0099EB3E13A}"/>
              </a:ext>
            </a:extLst>
          </p:cNvPr>
          <p:cNvSpPr txBox="1">
            <a:spLocks/>
          </p:cNvSpPr>
          <p:nvPr/>
        </p:nvSpPr>
        <p:spPr>
          <a:xfrm>
            <a:off x="395536" y="3626775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object 3"/>
          <p:cNvSpPr txBox="1">
            <a:spLocks/>
          </p:cNvSpPr>
          <p:nvPr/>
        </p:nvSpPr>
        <p:spPr>
          <a:xfrm>
            <a:off x="179512" y="51470"/>
            <a:ext cx="8928992" cy="372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이와 같이 여러분 자신도 죄에서는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죽었지만 그리스도 예수님 안에서 하느님을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위하여 살고 있다고 생각하십시오.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395536" y="2121515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40145</TotalTime>
  <Words>2122</Words>
  <Application>Microsoft Office PowerPoint</Application>
  <PresentationFormat>화면 슬라이드 쇼(16:9)</PresentationFormat>
  <Paragraphs>538</Paragraphs>
  <Slides>141</Slides>
  <Notes>84</Notes>
  <HiddenSlides>0</HiddenSlides>
  <MMClips>4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141</vt:i4>
      </vt:variant>
    </vt:vector>
  </HeadingPairs>
  <TitlesOfParts>
    <vt:vector size="143" baseType="lpstr">
      <vt:lpstr>Office Theme</vt:lpstr>
      <vt:lpstr>1_Office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성모 찬송</vt:lpstr>
      <vt:lpstr>성모 찬송</vt:lpstr>
      <vt:lpstr>성모 찬송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입당송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제 1 독서  신명기의 말씀입니다.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슬라이드 56</vt:lpstr>
      <vt:lpstr>슬라이드 57</vt:lpstr>
      <vt:lpstr>슬라이드 58</vt:lpstr>
      <vt:lpstr>제 2 독서  사도 바오로의 코린토 1서 말씀입니다.</vt:lpstr>
      <vt:lpstr>슬라이드 60</vt:lpstr>
      <vt:lpstr>슬라이드 61</vt:lpstr>
      <vt:lpstr>슬라이드 62</vt:lpstr>
      <vt:lpstr>슬라이드 63</vt:lpstr>
      <vt:lpstr>슬라이드 64</vt:lpstr>
      <vt:lpstr>슬라이드 65</vt:lpstr>
      <vt:lpstr>슬라이드 66</vt:lpstr>
      <vt:lpstr>슬라이드 67</vt:lpstr>
      <vt:lpstr>슬라이드 68</vt:lpstr>
      <vt:lpstr>슬라이드 69</vt:lpstr>
      <vt:lpstr>슬라이드 70</vt:lpstr>
      <vt:lpstr>슬라이드 71</vt:lpstr>
      <vt:lpstr>슬라이드 72</vt:lpstr>
      <vt:lpstr>슬라이드 73</vt:lpstr>
      <vt:lpstr>슬라이드 74</vt:lpstr>
      <vt:lpstr>슬라이드 75</vt:lpstr>
      <vt:lpstr>슬라이드 76</vt:lpstr>
      <vt:lpstr>슬라이드 77</vt:lpstr>
      <vt:lpstr>슬라이드 78</vt:lpstr>
      <vt:lpstr>슬라이드 79</vt:lpstr>
      <vt:lpstr>슬라이드 80</vt:lpstr>
      <vt:lpstr>슬라이드 81</vt:lpstr>
      <vt:lpstr>슬라이드 82</vt:lpstr>
      <vt:lpstr>슬라이드 83</vt:lpstr>
      <vt:lpstr>슬라이드 84</vt:lpstr>
      <vt:lpstr>슬라이드 85</vt:lpstr>
      <vt:lpstr>슬라이드 86</vt:lpstr>
      <vt:lpstr>슬라이드 87</vt:lpstr>
      <vt:lpstr>슬라이드 88</vt:lpstr>
      <vt:lpstr>슬라이드 89</vt:lpstr>
      <vt:lpstr>슬라이드 90</vt:lpstr>
      <vt:lpstr>슬라이드 91</vt:lpstr>
      <vt:lpstr>슬라이드 92</vt:lpstr>
      <vt:lpstr>슬라이드 93</vt:lpstr>
      <vt:lpstr>슬라이드 94</vt:lpstr>
      <vt:lpstr>슬라이드 95</vt:lpstr>
      <vt:lpstr>슬라이드 96</vt:lpstr>
      <vt:lpstr>슬라이드 97</vt:lpstr>
      <vt:lpstr>슬라이드 98</vt:lpstr>
      <vt:lpstr>슬라이드 99</vt:lpstr>
      <vt:lpstr>슬라이드 100</vt:lpstr>
      <vt:lpstr>슬라이드 101</vt:lpstr>
      <vt:lpstr>슬라이드 102</vt:lpstr>
      <vt:lpstr>슬라이드 103</vt:lpstr>
      <vt:lpstr>슬라이드 104</vt:lpstr>
      <vt:lpstr>슬라이드 105</vt:lpstr>
      <vt:lpstr>슬라이드 106</vt:lpstr>
      <vt:lpstr>슬라이드 107</vt:lpstr>
      <vt:lpstr>슬라이드 108</vt:lpstr>
      <vt:lpstr>슬라이드 109</vt:lpstr>
      <vt:lpstr>슬라이드 110</vt:lpstr>
      <vt:lpstr>영성체</vt:lpstr>
      <vt:lpstr>슬라이드 112</vt:lpstr>
      <vt:lpstr>영성체송</vt:lpstr>
      <vt:lpstr>슬라이드 114</vt:lpstr>
      <vt:lpstr>슬라이드 115</vt:lpstr>
      <vt:lpstr>슬라이드 116</vt:lpstr>
      <vt:lpstr>슬라이드 117</vt:lpstr>
      <vt:lpstr>슬라이드 118</vt:lpstr>
      <vt:lpstr>슬라이드 119</vt:lpstr>
      <vt:lpstr>슬라이드 120</vt:lpstr>
      <vt:lpstr>슬라이드 121</vt:lpstr>
      <vt:lpstr>슬라이드 122</vt:lpstr>
      <vt:lpstr>슬라이드 123</vt:lpstr>
      <vt:lpstr>슬라이드 124</vt:lpstr>
      <vt:lpstr>슬라이드 125</vt:lpstr>
      <vt:lpstr>슬라이드 126</vt:lpstr>
      <vt:lpstr>슬라이드 127</vt:lpstr>
      <vt:lpstr>슬라이드 128</vt:lpstr>
      <vt:lpstr>슬라이드 129</vt:lpstr>
      <vt:lpstr>파 견</vt:lpstr>
      <vt:lpstr>슬라이드 131</vt:lpstr>
      <vt:lpstr>슬라이드 132</vt:lpstr>
      <vt:lpstr>슬라이드 133</vt:lpstr>
      <vt:lpstr>슬라이드 134</vt:lpstr>
      <vt:lpstr>슬라이드 135</vt:lpstr>
      <vt:lpstr>슬라이드 136</vt:lpstr>
      <vt:lpstr>슬라이드 137</vt:lpstr>
      <vt:lpstr>슬라이드 138</vt:lpstr>
      <vt:lpstr>슬라이드 139</vt:lpstr>
      <vt:lpstr>슬라이드 140</vt:lpstr>
      <vt:lpstr>슬라이드 141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2039</cp:revision>
  <dcterms:created xsi:type="dcterms:W3CDTF">2016-08-30T00:06:00Z</dcterms:created>
  <dcterms:modified xsi:type="dcterms:W3CDTF">2026-06-29T21:05:28Z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
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4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slideMasters/slideMaster8.xml" ContentType="application/vnd.openxmlformats-officedocument.presentationml.slideMaster+xml"/>
  <Override PartName="/ppt/slides/slide147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50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notesSlides/notesSlide57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Slides/notesSlide46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32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60.xml" ContentType="application/vnd.openxmlformats-officedocument.presentationml.notes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8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slides/slide144.xml" ContentType="application/vnd.openxmlformats-officedocument.presentationml.slide+xml"/>
  <Override PartName="/ppt/theme/theme7.xml" ContentType="application/vnd.openxmlformats-officedocument.theme+xml"/>
  <Override PartName="/ppt/slideLayouts/slideLayout59.xml" ContentType="application/vnd.openxmlformats-officedocument.presentationml.slideLayout+xml"/>
  <Override PartName="/ppt/notesSlides/notesSlide4.xml" ContentType="application/vnd.openxmlformats-officedocument.presentationml.notesSlide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48.xml" ContentType="application/vnd.openxmlformats-officedocument.presentationml.slideLayout+xml"/>
  <Override PartName="/ppt/notesSlides/notesSlide87.xml" ContentType="application/vnd.openxmlformats-officedocument.presentationml.notesSlide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65.xml" ContentType="application/vnd.openxmlformats-officedocument.presentationml.notesSlide+xml"/>
  <Override PartName="/ppt/slides/slide41.xml" ContentType="application/vnd.openxmlformats-officedocument.presentationml.slide+xml"/>
  <Override PartName="/ppt/slideLayouts/slideLayout51.xml" ContentType="application/vnd.openxmlformats-officedocument.presentationml.slideLayout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Layouts/slideLayout40.xml" ContentType="application/vnd.openxmlformats-officedocument.presentationml.slideLayout+xml"/>
  <Override PartName="/ppt/notesSlides/notesSlide32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9.xml" ContentType="application/vnd.openxmlformats-officedocument.presentationml.slide+xml"/>
  <Override PartName="/ppt/slides/slide127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7.xml" ContentType="application/vnd.openxmlformats-officedocument.presentationml.slide+xml"/>
  <Override PartName="/ppt/slides/slide105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Layouts/slideLayout39.xml" ContentType="application/vnd.openxmlformats-officedocument.presentationml.slideLayout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slides/slide32.xml" ContentType="application/vnd.openxmlformats-officedocument.presentationml.slide+xml"/>
  <Override PartName="/ppt/slideLayouts/slideLayout42.xml" ContentType="application/vnd.openxmlformats-officedocument.presentationml.slideLayout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slideLayouts/slideLayout58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slideLayouts/slideLayout50.xml" ContentType="application/vnd.openxmlformats-officedocument.presentationml.slideLayout+xml"/>
  <Override PartName="/ppt/notesSlides/notesSlide42.xml" ContentType="application/vnd.openxmlformats-officedocument.presentationml.notesSlide+xml"/>
  <Default Extension="wdp" ContentType="image/vnd.ms-photo"/>
  <Override PartName="/ppt/slideMasters/slideMaster9.xml" ContentType="application/vnd.openxmlformats-officedocument.presentationml.slideMaster+xml"/>
  <Override PartName="/ppt/slides/slide148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theme/theme11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104.xml" ContentType="application/vnd.openxmlformats-officedocument.presentationml.slide+xml"/>
  <Override PartName="/ppt/slides/slide15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slides/slide140.xml" ContentType="application/vnd.openxmlformats-officedocument.presentationml.slide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94.xml" ContentType="application/vnd.openxmlformats-officedocument.presentationml.notesSlide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slideLayouts/slideLayout44.xml" ContentType="application/vnd.openxmlformats-officedocument.presentationml.slideLayout+xml"/>
  <Override PartName="/ppt/notesSlides/notesSlide36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Masters/slideMaster6.xml" ContentType="application/vnd.openxmlformats-officedocument.presentationml.slideMaster+xml"/>
  <Override PartName="/ppt/slides/slide109.xml" ContentType="application/vnd.openxmlformats-officedocument.presentationml.slide+xml"/>
  <Override PartName="/ppt/slides/slide145.xml" ContentType="application/vnd.openxmlformats-officedocument.presentationml.slide+xml"/>
  <Override PartName="/ppt/theme/theme8.xml" ContentType="application/vnd.openxmlformats-officedocument.theme+xml"/>
  <Override PartName="/ppt/slides/slide97.xml" ContentType="application/vnd.openxmlformats-officedocument.presentationml.slide+xml"/>
  <Override PartName="/ppt/slides/slide13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23.xml" ContentType="application/vnd.openxmlformats-officedocument.presentationml.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notesSlides/notesSlide8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  <p:sldMasterId id="2147483688" r:id="rId5"/>
    <p:sldMasterId id="2147483695" r:id="rId6"/>
    <p:sldMasterId id="2147483702" r:id="rId7"/>
    <p:sldMasterId id="2147483709" r:id="rId8"/>
    <p:sldMasterId id="2147483716" r:id="rId9"/>
    <p:sldMasterId id="2147483723" r:id="rId10"/>
  </p:sldMasterIdLst>
  <p:notesMasterIdLst>
    <p:notesMasterId r:id="rId163"/>
  </p:notesMasterIdLst>
  <p:sldIdLst>
    <p:sldId id="1697" r:id="rId11"/>
    <p:sldId id="1372" r:id="rId12"/>
    <p:sldId id="1373" r:id="rId13"/>
    <p:sldId id="1374" r:id="rId14"/>
    <p:sldId id="1375" r:id="rId15"/>
    <p:sldId id="1376" r:id="rId16"/>
    <p:sldId id="2532" r:id="rId17"/>
    <p:sldId id="2533" r:id="rId18"/>
    <p:sldId id="2534" r:id="rId19"/>
    <p:sldId id="1377" r:id="rId20"/>
    <p:sldId id="1062" r:id="rId21"/>
    <p:sldId id="1063" r:id="rId22"/>
    <p:sldId id="3100" r:id="rId23"/>
    <p:sldId id="3101" r:id="rId24"/>
    <p:sldId id="3102" r:id="rId25"/>
    <p:sldId id="3103" r:id="rId26"/>
    <p:sldId id="1511" r:id="rId27"/>
    <p:sldId id="2068" r:id="rId28"/>
    <p:sldId id="2195" r:id="rId29"/>
    <p:sldId id="2194" r:id="rId30"/>
    <p:sldId id="3067" r:id="rId31"/>
    <p:sldId id="3068" r:id="rId32"/>
    <p:sldId id="3071" r:id="rId33"/>
    <p:sldId id="3072" r:id="rId34"/>
    <p:sldId id="3069" r:id="rId35"/>
    <p:sldId id="3070" r:id="rId36"/>
    <p:sldId id="1565" r:id="rId37"/>
    <p:sldId id="1566" r:id="rId38"/>
    <p:sldId id="1575" r:id="rId39"/>
    <p:sldId id="1576" r:id="rId40"/>
    <p:sldId id="1528" r:id="rId41"/>
    <p:sldId id="2337" r:id="rId42"/>
    <p:sldId id="1334" r:id="rId43"/>
    <p:sldId id="2339" r:id="rId44"/>
    <p:sldId id="2340" r:id="rId45"/>
    <p:sldId id="1336" r:id="rId46"/>
    <p:sldId id="2342" r:id="rId47"/>
    <p:sldId id="2343" r:id="rId48"/>
    <p:sldId id="2344" r:id="rId49"/>
    <p:sldId id="2345" r:id="rId50"/>
    <p:sldId id="2346" r:id="rId51"/>
    <p:sldId id="2347" r:id="rId52"/>
    <p:sldId id="2348" r:id="rId53"/>
    <p:sldId id="2349" r:id="rId54"/>
    <p:sldId id="2350" r:id="rId55"/>
    <p:sldId id="2351" r:id="rId56"/>
    <p:sldId id="1670" r:id="rId57"/>
    <p:sldId id="1020" r:id="rId58"/>
    <p:sldId id="1757" r:id="rId59"/>
    <p:sldId id="3059" r:id="rId60"/>
    <p:sldId id="3060" r:id="rId61"/>
    <p:sldId id="3040" r:id="rId62"/>
    <p:sldId id="1737" r:id="rId63"/>
    <p:sldId id="3019" r:id="rId64"/>
    <p:sldId id="1729" r:id="rId65"/>
    <p:sldId id="3073" r:id="rId66"/>
    <p:sldId id="3062" r:id="rId67"/>
    <p:sldId id="3074" r:id="rId68"/>
    <p:sldId id="3061" r:id="rId69"/>
    <p:sldId id="3075" r:id="rId70"/>
    <p:sldId id="787" r:id="rId71"/>
    <p:sldId id="1138" r:id="rId72"/>
    <p:sldId id="1730" r:id="rId73"/>
    <p:sldId id="3063" r:id="rId74"/>
    <p:sldId id="3064" r:id="rId75"/>
    <p:sldId id="1427" r:id="rId76"/>
    <p:sldId id="1555" r:id="rId77"/>
    <p:sldId id="3046" r:id="rId78"/>
    <p:sldId id="344" r:id="rId79"/>
    <p:sldId id="1556" r:id="rId80"/>
    <p:sldId id="3065" r:id="rId81"/>
    <p:sldId id="3066" r:id="rId82"/>
    <p:sldId id="1462" r:id="rId83"/>
    <p:sldId id="1770" r:id="rId84"/>
    <p:sldId id="1771" r:id="rId85"/>
    <p:sldId id="1772" r:id="rId86"/>
    <p:sldId id="1773" r:id="rId87"/>
    <p:sldId id="1680" r:id="rId88"/>
    <p:sldId id="1598" r:id="rId89"/>
    <p:sldId id="348" r:id="rId90"/>
    <p:sldId id="2206" r:id="rId91"/>
    <p:sldId id="3076" r:id="rId92"/>
    <p:sldId id="3077" r:id="rId93"/>
    <p:sldId id="3080" r:id="rId94"/>
    <p:sldId id="3081" r:id="rId95"/>
    <p:sldId id="3078" r:id="rId96"/>
    <p:sldId id="3079" r:id="rId97"/>
    <p:sldId id="1128" r:id="rId98"/>
    <p:sldId id="1129" r:id="rId99"/>
    <p:sldId id="1130" r:id="rId100"/>
    <p:sldId id="1131" r:id="rId101"/>
    <p:sldId id="1132" r:id="rId102"/>
    <p:sldId id="1599" r:id="rId103"/>
    <p:sldId id="1600" r:id="rId104"/>
    <p:sldId id="1601" r:id="rId105"/>
    <p:sldId id="1602" r:id="rId106"/>
    <p:sldId id="1774" r:id="rId107"/>
    <p:sldId id="286" r:id="rId108"/>
    <p:sldId id="1604" r:id="rId109"/>
    <p:sldId id="1605" r:id="rId110"/>
    <p:sldId id="1606" r:id="rId111"/>
    <p:sldId id="1607" r:id="rId112"/>
    <p:sldId id="1608" r:id="rId113"/>
    <p:sldId id="1609" r:id="rId114"/>
    <p:sldId id="1610" r:id="rId115"/>
    <p:sldId id="1144" r:id="rId116"/>
    <p:sldId id="706" r:id="rId117"/>
    <p:sldId id="1611" r:id="rId118"/>
    <p:sldId id="707" r:id="rId119"/>
    <p:sldId id="497" r:id="rId120"/>
    <p:sldId id="1149" r:id="rId121"/>
    <p:sldId id="739" r:id="rId122"/>
    <p:sldId id="428" r:id="rId123"/>
    <p:sldId id="1612" r:id="rId124"/>
    <p:sldId id="1613" r:id="rId125"/>
    <p:sldId id="1146" r:id="rId126"/>
    <p:sldId id="423" r:id="rId127"/>
    <p:sldId id="424" r:id="rId128"/>
    <p:sldId id="1033" r:id="rId129"/>
    <p:sldId id="302" r:id="rId130"/>
    <p:sldId id="1633" r:id="rId131"/>
    <p:sldId id="3082" r:id="rId132"/>
    <p:sldId id="3083" r:id="rId133"/>
    <p:sldId id="3086" r:id="rId134"/>
    <p:sldId id="3087" r:id="rId135"/>
    <p:sldId id="3084" r:id="rId136"/>
    <p:sldId id="3085" r:id="rId137"/>
    <p:sldId id="3088" r:id="rId138"/>
    <p:sldId id="3089" r:id="rId139"/>
    <p:sldId id="1701" r:id="rId140"/>
    <p:sldId id="1634" r:id="rId141"/>
    <p:sldId id="3090" r:id="rId142"/>
    <p:sldId id="3092" r:id="rId143"/>
    <p:sldId id="3091" r:id="rId144"/>
    <p:sldId id="3093" r:id="rId145"/>
    <p:sldId id="1413" r:id="rId146"/>
    <p:sldId id="498" r:id="rId147"/>
    <p:sldId id="1742" r:id="rId148"/>
    <p:sldId id="499" r:id="rId149"/>
    <p:sldId id="1363" r:id="rId150"/>
    <p:sldId id="3094" r:id="rId151"/>
    <p:sldId id="3095" r:id="rId152"/>
    <p:sldId id="3096" r:id="rId153"/>
    <p:sldId id="3097" r:id="rId154"/>
    <p:sldId id="3098" r:id="rId155"/>
    <p:sldId id="3099" r:id="rId156"/>
    <p:sldId id="542" r:id="rId157"/>
    <p:sldId id="1775" r:id="rId158"/>
    <p:sldId id="1776" r:id="rId159"/>
    <p:sldId id="1777" r:id="rId160"/>
    <p:sldId id="1356" r:id="rId161"/>
    <p:sldId id="893" r:id="rId16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50" autoAdjust="0"/>
    <p:restoredTop sz="99785" autoAdjust="0"/>
  </p:normalViewPr>
  <p:slideViewPr>
    <p:cSldViewPr>
      <p:cViewPr varScale="1">
        <p:scale>
          <a:sx n="97" d="100"/>
          <a:sy n="97" d="100"/>
        </p:scale>
        <p:origin x="-108" y="-88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117" Type="http://schemas.openxmlformats.org/officeDocument/2006/relationships/slide" Target="slides/slide107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slide" Target="slides/slide74.xml"/><Relationship Id="rId89" Type="http://schemas.openxmlformats.org/officeDocument/2006/relationships/slide" Target="slides/slide79.xml"/><Relationship Id="rId112" Type="http://schemas.openxmlformats.org/officeDocument/2006/relationships/slide" Target="slides/slide102.xml"/><Relationship Id="rId133" Type="http://schemas.openxmlformats.org/officeDocument/2006/relationships/slide" Target="slides/slide123.xml"/><Relationship Id="rId138" Type="http://schemas.openxmlformats.org/officeDocument/2006/relationships/slide" Target="slides/slide128.xml"/><Relationship Id="rId154" Type="http://schemas.openxmlformats.org/officeDocument/2006/relationships/slide" Target="slides/slide144.xml"/><Relationship Id="rId159" Type="http://schemas.openxmlformats.org/officeDocument/2006/relationships/slide" Target="slides/slide149.xml"/><Relationship Id="rId16" Type="http://schemas.openxmlformats.org/officeDocument/2006/relationships/slide" Target="slides/slide6.xml"/><Relationship Id="rId107" Type="http://schemas.openxmlformats.org/officeDocument/2006/relationships/slide" Target="slides/slide97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102" Type="http://schemas.openxmlformats.org/officeDocument/2006/relationships/slide" Target="slides/slide92.xml"/><Relationship Id="rId123" Type="http://schemas.openxmlformats.org/officeDocument/2006/relationships/slide" Target="slides/slide113.xml"/><Relationship Id="rId128" Type="http://schemas.openxmlformats.org/officeDocument/2006/relationships/slide" Target="slides/slide118.xml"/><Relationship Id="rId144" Type="http://schemas.openxmlformats.org/officeDocument/2006/relationships/slide" Target="slides/slide134.xml"/><Relationship Id="rId149" Type="http://schemas.openxmlformats.org/officeDocument/2006/relationships/slide" Target="slides/slide139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0.xml"/><Relationship Id="rId95" Type="http://schemas.openxmlformats.org/officeDocument/2006/relationships/slide" Target="slides/slide85.xml"/><Relationship Id="rId160" Type="http://schemas.openxmlformats.org/officeDocument/2006/relationships/slide" Target="slides/slide150.xml"/><Relationship Id="rId165" Type="http://schemas.openxmlformats.org/officeDocument/2006/relationships/viewProps" Target="viewProps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113" Type="http://schemas.openxmlformats.org/officeDocument/2006/relationships/slide" Target="slides/slide103.xml"/><Relationship Id="rId118" Type="http://schemas.openxmlformats.org/officeDocument/2006/relationships/slide" Target="slides/slide108.xml"/><Relationship Id="rId134" Type="http://schemas.openxmlformats.org/officeDocument/2006/relationships/slide" Target="slides/slide124.xml"/><Relationship Id="rId139" Type="http://schemas.openxmlformats.org/officeDocument/2006/relationships/slide" Target="slides/slide129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150" Type="http://schemas.openxmlformats.org/officeDocument/2006/relationships/slide" Target="slides/slide140.xml"/><Relationship Id="rId155" Type="http://schemas.openxmlformats.org/officeDocument/2006/relationships/slide" Target="slides/slide145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59" Type="http://schemas.openxmlformats.org/officeDocument/2006/relationships/slide" Target="slides/slide49.xml"/><Relationship Id="rId103" Type="http://schemas.openxmlformats.org/officeDocument/2006/relationships/slide" Target="slides/slide93.xml"/><Relationship Id="rId108" Type="http://schemas.openxmlformats.org/officeDocument/2006/relationships/slide" Target="slides/slide98.xml"/><Relationship Id="rId124" Type="http://schemas.openxmlformats.org/officeDocument/2006/relationships/slide" Target="slides/slide114.xml"/><Relationship Id="rId129" Type="http://schemas.openxmlformats.org/officeDocument/2006/relationships/slide" Target="slides/slide119.xml"/><Relationship Id="rId54" Type="http://schemas.openxmlformats.org/officeDocument/2006/relationships/slide" Target="slides/slide44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91" Type="http://schemas.openxmlformats.org/officeDocument/2006/relationships/slide" Target="slides/slide81.xml"/><Relationship Id="rId96" Type="http://schemas.openxmlformats.org/officeDocument/2006/relationships/slide" Target="slides/slide86.xml"/><Relationship Id="rId140" Type="http://schemas.openxmlformats.org/officeDocument/2006/relationships/slide" Target="slides/slide130.xml"/><Relationship Id="rId145" Type="http://schemas.openxmlformats.org/officeDocument/2006/relationships/slide" Target="slides/slide135.xml"/><Relationship Id="rId161" Type="http://schemas.openxmlformats.org/officeDocument/2006/relationships/slide" Target="slides/slide151.xml"/><Relationship Id="rId16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6" Type="http://schemas.openxmlformats.org/officeDocument/2006/relationships/slide" Target="slides/slide96.xml"/><Relationship Id="rId114" Type="http://schemas.openxmlformats.org/officeDocument/2006/relationships/slide" Target="slides/slide104.xml"/><Relationship Id="rId119" Type="http://schemas.openxmlformats.org/officeDocument/2006/relationships/slide" Target="slides/slide109.xml"/><Relationship Id="rId127" Type="http://schemas.openxmlformats.org/officeDocument/2006/relationships/slide" Target="slides/slide11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94" Type="http://schemas.openxmlformats.org/officeDocument/2006/relationships/slide" Target="slides/slide84.xml"/><Relationship Id="rId99" Type="http://schemas.openxmlformats.org/officeDocument/2006/relationships/slide" Target="slides/slide89.xml"/><Relationship Id="rId101" Type="http://schemas.openxmlformats.org/officeDocument/2006/relationships/slide" Target="slides/slide91.xml"/><Relationship Id="rId122" Type="http://schemas.openxmlformats.org/officeDocument/2006/relationships/slide" Target="slides/slide112.xml"/><Relationship Id="rId130" Type="http://schemas.openxmlformats.org/officeDocument/2006/relationships/slide" Target="slides/slide120.xml"/><Relationship Id="rId135" Type="http://schemas.openxmlformats.org/officeDocument/2006/relationships/slide" Target="slides/slide125.xml"/><Relationship Id="rId143" Type="http://schemas.openxmlformats.org/officeDocument/2006/relationships/slide" Target="slides/slide133.xml"/><Relationship Id="rId148" Type="http://schemas.openxmlformats.org/officeDocument/2006/relationships/slide" Target="slides/slide138.xml"/><Relationship Id="rId151" Type="http://schemas.openxmlformats.org/officeDocument/2006/relationships/slide" Target="slides/slide141.xml"/><Relationship Id="rId156" Type="http://schemas.openxmlformats.org/officeDocument/2006/relationships/slide" Target="slides/slide146.xml"/><Relationship Id="rId16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109" Type="http://schemas.openxmlformats.org/officeDocument/2006/relationships/slide" Target="slides/slide9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slide" Target="slides/slide87.xml"/><Relationship Id="rId104" Type="http://schemas.openxmlformats.org/officeDocument/2006/relationships/slide" Target="slides/slide94.xml"/><Relationship Id="rId120" Type="http://schemas.openxmlformats.org/officeDocument/2006/relationships/slide" Target="slides/slide110.xml"/><Relationship Id="rId125" Type="http://schemas.openxmlformats.org/officeDocument/2006/relationships/slide" Target="slides/slide115.xml"/><Relationship Id="rId141" Type="http://schemas.openxmlformats.org/officeDocument/2006/relationships/slide" Target="slides/slide131.xml"/><Relationship Id="rId146" Type="http://schemas.openxmlformats.org/officeDocument/2006/relationships/slide" Target="slides/slide136.xml"/><Relationship Id="rId16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162" Type="http://schemas.openxmlformats.org/officeDocument/2006/relationships/slide" Target="slides/slide15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110" Type="http://schemas.openxmlformats.org/officeDocument/2006/relationships/slide" Target="slides/slide100.xml"/><Relationship Id="rId115" Type="http://schemas.openxmlformats.org/officeDocument/2006/relationships/slide" Target="slides/slide105.xml"/><Relationship Id="rId131" Type="http://schemas.openxmlformats.org/officeDocument/2006/relationships/slide" Target="slides/slide121.xml"/><Relationship Id="rId136" Type="http://schemas.openxmlformats.org/officeDocument/2006/relationships/slide" Target="slides/slide126.xml"/><Relationship Id="rId157" Type="http://schemas.openxmlformats.org/officeDocument/2006/relationships/slide" Target="slides/slide147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52" Type="http://schemas.openxmlformats.org/officeDocument/2006/relationships/slide" Target="slides/slide142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100" Type="http://schemas.openxmlformats.org/officeDocument/2006/relationships/slide" Target="slides/slide90.xml"/><Relationship Id="rId105" Type="http://schemas.openxmlformats.org/officeDocument/2006/relationships/slide" Target="slides/slide95.xml"/><Relationship Id="rId126" Type="http://schemas.openxmlformats.org/officeDocument/2006/relationships/slide" Target="slides/slide116.xml"/><Relationship Id="rId147" Type="http://schemas.openxmlformats.org/officeDocument/2006/relationships/slide" Target="slides/slide137.xml"/><Relationship Id="rId168" Type="http://schemas.microsoft.com/office/2016/11/relationships/changesInfo" Target="changesInfos/changesInfo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slide" Target="slides/slide88.xml"/><Relationship Id="rId121" Type="http://schemas.openxmlformats.org/officeDocument/2006/relationships/slide" Target="slides/slide111.xml"/><Relationship Id="rId142" Type="http://schemas.openxmlformats.org/officeDocument/2006/relationships/slide" Target="slides/slide132.xml"/><Relationship Id="rId16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5.xml"/><Relationship Id="rId46" Type="http://schemas.openxmlformats.org/officeDocument/2006/relationships/slide" Target="slides/slide36.xml"/><Relationship Id="rId67" Type="http://schemas.openxmlformats.org/officeDocument/2006/relationships/slide" Target="slides/slide57.xml"/><Relationship Id="rId116" Type="http://schemas.openxmlformats.org/officeDocument/2006/relationships/slide" Target="slides/slide106.xml"/><Relationship Id="rId137" Type="http://schemas.openxmlformats.org/officeDocument/2006/relationships/slide" Target="slides/slide127.xml"/><Relationship Id="rId158" Type="http://schemas.openxmlformats.org/officeDocument/2006/relationships/slide" Target="slides/slide148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62" Type="http://schemas.openxmlformats.org/officeDocument/2006/relationships/slide" Target="slides/slide52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111" Type="http://schemas.openxmlformats.org/officeDocument/2006/relationships/slide" Target="slides/slide101.xml"/><Relationship Id="rId132" Type="http://schemas.openxmlformats.org/officeDocument/2006/relationships/slide" Target="slides/slide122.xml"/><Relationship Id="rId153" Type="http://schemas.openxmlformats.org/officeDocument/2006/relationships/slide" Target="slides/slide14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22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23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24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25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45304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26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72563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40644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9077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56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907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58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9077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60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9077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82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63716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83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86701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84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637168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85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86701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86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531830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87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658233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122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219668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123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073119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124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219668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125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073119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126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979706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127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872128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128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979706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129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872128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132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133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134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135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140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141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0886586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142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456912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143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056585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144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0886586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145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456912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</a:rPr>
              <a:pPr/>
              <a:t>146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056585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3.png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548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6.xml"/><Relationship Id="rId4" Type="http://schemas.microsoft.com/office/2007/relationships/hdphoto" Target="../media/hdphoto1.wdp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6.xml"/><Relationship Id="rId4" Type="http://schemas.microsoft.com/office/2007/relationships/hdphoto" Target="../media/hdphoto1.wdp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2.xml"/><Relationship Id="rId4" Type="http://schemas.microsoft.com/office/2007/relationships/hdphoto" Target="../media/hdphoto1.wdp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2.xml"/><Relationship Id="rId4" Type="http://schemas.microsoft.com/office/2007/relationships/hdphoto" Target="../media/hdphoto2.wdp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2.xml"/><Relationship Id="rId4" Type="http://schemas.microsoft.com/office/2007/relationships/hdphoto" Target="../media/hdphoto3.wdp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2.xml"/><Relationship Id="rId4" Type="http://schemas.microsoft.com/office/2007/relationships/hdphoto" Target="../media/hdphoto4.wdp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Relationship Id="rId4" Type="http://schemas.microsoft.com/office/2007/relationships/hdphoto" Target="../media/hdphoto4.wdp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6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62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54.xml"/><Relationship Id="rId5" Type="http://schemas.microsoft.com/office/2007/relationships/hdphoto" Target="../media/hdphoto1.wdp"/><Relationship Id="rId4" Type="http://schemas.openxmlformats.org/officeDocument/2006/relationships/image" Target="../media/image67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67.png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년 </a:t>
            </a:r>
            <a:r>
              <a:rPr lang="en-AU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월 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28</a:t>
            </a:r>
            <a:r>
              <a:rPr lang="ko-KR" alt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</a:t>
            </a:r>
            <a:r>
              <a:rPr lang="en-US" altLang="ko-KR" sz="2200" b="1" spc="500" dirty="0">
                <a:latin typeface="궁서" pitchFamily="18" charset="-127"/>
                <a:ea typeface="궁서" pitchFamily="18" charset="-127"/>
              </a:rPr>
              <a:t>13</a:t>
            </a: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주일 </a:t>
            </a:r>
            <a:r>
              <a:rPr lang="en-US" altLang="ko-KR" sz="2200" b="1" spc="5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교황 주일</a:t>
            </a:r>
            <a:r>
              <a:rPr lang="en-US" altLang="ko-KR" sz="2200" b="1" spc="500" dirty="0">
                <a:latin typeface="궁서" pitchFamily="18" charset="-127"/>
                <a:ea typeface="궁서" pitchFamily="18" charset="-127"/>
              </a:rPr>
              <a:t>)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31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indent="-720000">
              <a:lnSpc>
                <a:spcPct val="135000"/>
              </a:lnSpc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모든 민족들아</a:t>
            </a:r>
            <a:r>
              <a:rPr lang="en-US" altLang="ko-KR" sz="34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4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손뼉을 쳐라</a:t>
            </a:r>
            <a:r>
              <a:rPr lang="en-US" altLang="ko-KR" sz="34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400" b="1" dirty="0" smtClean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기뻐 </a:t>
            </a:r>
            <a:r>
              <a:rPr lang="ko-KR" altLang="en-US" sz="34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소리치며 하느님께 환호하여라</a:t>
            </a:r>
            <a:r>
              <a:rPr lang="en-US" altLang="ko-KR" sz="34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55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55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착하신 목자</a:t>
            </a:r>
            <a:endParaRPr lang="en-US" sz="2800" b="1" spc="3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D27671C-2029-9EBC-725E-F7FB27C1DF3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2" name="Group 13">
            <a:extLst>
              <a:ext uri="{FF2B5EF4-FFF2-40B4-BE49-F238E27FC236}">
                <a16:creationId xmlns="" xmlns:a16="http://schemas.microsoft.com/office/drawing/2014/main" id="{712A938B-76E0-6A9F-6844-64649E67883F}"/>
              </a:ext>
            </a:extLst>
          </p:cNvPr>
          <p:cNvGrpSpPr/>
          <p:nvPr/>
        </p:nvGrpSpPr>
        <p:grpSpPr>
          <a:xfrm>
            <a:off x="142875" y="558485"/>
            <a:ext cx="8858250" cy="3724250"/>
            <a:chOff x="142875" y="575692"/>
            <a:chExt cx="8858250" cy="3724250"/>
          </a:xfrm>
        </p:grpSpPr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F5482F15-EFA3-DB3B-A382-ABA9018C7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875" y="575692"/>
              <a:ext cx="8858250" cy="192405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BB26FF89-8EEC-690C-0152-792D73674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687" y="2547342"/>
              <a:ext cx="8810625" cy="1752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240573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409A4E6-8997-87A7-3D6B-9CB6B33E272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3" name="Group 21">
            <a:extLst>
              <a:ext uri="{FF2B5EF4-FFF2-40B4-BE49-F238E27FC236}">
                <a16:creationId xmlns="" xmlns:a16="http://schemas.microsoft.com/office/drawing/2014/main" id="{530E273A-7EDA-38FF-014C-EEDB506A1B5D}"/>
              </a:ext>
            </a:extLst>
          </p:cNvPr>
          <p:cNvGrpSpPr/>
          <p:nvPr/>
        </p:nvGrpSpPr>
        <p:grpSpPr>
          <a:xfrm>
            <a:off x="107504" y="483518"/>
            <a:ext cx="8941246" cy="4464496"/>
            <a:chOff x="107504" y="483518"/>
            <a:chExt cx="8941246" cy="4464496"/>
          </a:xfrm>
        </p:grpSpPr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D2D968FC-4CE7-7830-1D0E-A2B21E979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" y="3462114"/>
              <a:ext cx="8763000" cy="14859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528F5052-DB3A-6CD0-7548-592BA2F81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04" y="2065387"/>
              <a:ext cx="8858250" cy="15144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3D264E72-E68B-72C3-AB4A-9D97A311A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/>
            <a:srcRect b="40188"/>
            <a:stretch/>
          </p:blipFill>
          <p:spPr>
            <a:xfrm>
              <a:off x="190500" y="483518"/>
              <a:ext cx="8858250" cy="10801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="" xmlns:a16="http://schemas.microsoft.com/office/drawing/2014/main" id="{732DFB8F-F38F-D7C4-A716-A1828F71F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80312" y="1563638"/>
              <a:ext cx="1390650" cy="6096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="" xmlns:a16="http://schemas.microsoft.com/office/drawing/2014/main" id="{457DAF2F-8EF7-8B8D-9990-D6CAAE7F8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3608" y="1487810"/>
              <a:ext cx="5857875" cy="723900"/>
            </a:xfrm>
            <a:prstGeom prst="rect">
              <a:avLst/>
            </a:prstGeom>
          </p:spPr>
        </p:pic>
      </p:grp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55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착하신 목자</a:t>
            </a:r>
            <a:endParaRPr lang="en-US" sz="2800" b="1" spc="3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130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55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착하신 목자</a:t>
            </a:r>
            <a:endParaRPr lang="en-US" sz="2800" b="1" spc="3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D27671C-2029-9EBC-725E-F7FB27C1DF3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2" name="Group 13">
            <a:extLst>
              <a:ext uri="{FF2B5EF4-FFF2-40B4-BE49-F238E27FC236}">
                <a16:creationId xmlns="" xmlns:a16="http://schemas.microsoft.com/office/drawing/2014/main" id="{712A938B-76E0-6A9F-6844-64649E67883F}"/>
              </a:ext>
            </a:extLst>
          </p:cNvPr>
          <p:cNvGrpSpPr/>
          <p:nvPr/>
        </p:nvGrpSpPr>
        <p:grpSpPr>
          <a:xfrm>
            <a:off x="142875" y="558485"/>
            <a:ext cx="8858250" cy="3724250"/>
            <a:chOff x="142875" y="575692"/>
            <a:chExt cx="8858250" cy="3724250"/>
          </a:xfrm>
        </p:grpSpPr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F5482F15-EFA3-DB3B-A382-ABA9018C7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875" y="575692"/>
              <a:ext cx="8858250" cy="192405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BB26FF89-8EEC-690C-0152-792D73674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687" y="2547342"/>
              <a:ext cx="8810625" cy="1752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2405735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409A4E6-8997-87A7-3D6B-9CB6B33E272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3" name="Group 21">
            <a:extLst>
              <a:ext uri="{FF2B5EF4-FFF2-40B4-BE49-F238E27FC236}">
                <a16:creationId xmlns="" xmlns:a16="http://schemas.microsoft.com/office/drawing/2014/main" id="{530E273A-7EDA-38FF-014C-EEDB506A1B5D}"/>
              </a:ext>
            </a:extLst>
          </p:cNvPr>
          <p:cNvGrpSpPr/>
          <p:nvPr/>
        </p:nvGrpSpPr>
        <p:grpSpPr>
          <a:xfrm>
            <a:off x="107504" y="483518"/>
            <a:ext cx="8941246" cy="4464496"/>
            <a:chOff x="107504" y="483518"/>
            <a:chExt cx="8941246" cy="4464496"/>
          </a:xfrm>
        </p:grpSpPr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D2D968FC-4CE7-7830-1D0E-A2B21E979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" y="3462114"/>
              <a:ext cx="8763000" cy="14859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528F5052-DB3A-6CD0-7548-592BA2F81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04" y="2065387"/>
              <a:ext cx="8858250" cy="15144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3D264E72-E68B-72C3-AB4A-9D97A311A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/>
            <a:srcRect b="40188"/>
            <a:stretch/>
          </p:blipFill>
          <p:spPr>
            <a:xfrm>
              <a:off x="190500" y="483518"/>
              <a:ext cx="8858250" cy="10801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="" xmlns:a16="http://schemas.microsoft.com/office/drawing/2014/main" id="{732DFB8F-F38F-D7C4-A716-A1828F71F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80312" y="1563638"/>
              <a:ext cx="1390650" cy="6096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="" xmlns:a16="http://schemas.microsoft.com/office/drawing/2014/main" id="{457DAF2F-8EF7-8B8D-9990-D6CAAE7F8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3608" y="1487810"/>
              <a:ext cx="5857875" cy="723900"/>
            </a:xfrm>
            <a:prstGeom prst="rect">
              <a:avLst/>
            </a:prstGeom>
          </p:spPr>
        </p:pic>
      </p:grp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55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착하신 목자</a:t>
            </a:r>
            <a:endParaRPr lang="en-US" sz="2800" b="1" spc="3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130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55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착하신 목자</a:t>
            </a:r>
            <a:endParaRPr lang="en-US" sz="2800" b="1" spc="3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D27671C-2029-9EBC-725E-F7FB27C1DF3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2" name="Group 8">
            <a:extLst>
              <a:ext uri="{FF2B5EF4-FFF2-40B4-BE49-F238E27FC236}">
                <a16:creationId xmlns="" xmlns:a16="http://schemas.microsoft.com/office/drawing/2014/main" id="{A4A29D88-D27F-7BA7-B227-EB6E5063AFF5}"/>
              </a:ext>
            </a:extLst>
          </p:cNvPr>
          <p:cNvGrpSpPr/>
          <p:nvPr/>
        </p:nvGrpSpPr>
        <p:grpSpPr>
          <a:xfrm>
            <a:off x="142875" y="558485"/>
            <a:ext cx="8858250" cy="3741457"/>
            <a:chOff x="142875" y="558485"/>
            <a:chExt cx="8858250" cy="3741457"/>
          </a:xfrm>
        </p:grpSpPr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F5482F15-EFA3-DB3B-A382-ABA9018C79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/>
            <a:srcRect b="36531"/>
            <a:stretch/>
          </p:blipFill>
          <p:spPr>
            <a:xfrm>
              <a:off x="142875" y="558485"/>
              <a:ext cx="8858250" cy="122117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BB26FF89-8EEC-690C-0152-792D736740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/>
            <a:srcRect b="44213"/>
            <a:stretch/>
          </p:blipFill>
          <p:spPr>
            <a:xfrm>
              <a:off x="166687" y="2530135"/>
              <a:ext cx="8810625" cy="97771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="" xmlns:a16="http://schemas.microsoft.com/office/drawing/2014/main" id="{5884D02A-D5D3-E329-41D8-6768F89C4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3608" y="1709167"/>
              <a:ext cx="7543800" cy="79057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70E0AC34-AE9A-D9A7-EBF7-1D6F0F949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1600" y="3509367"/>
              <a:ext cx="7715250" cy="790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824258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409A4E6-8997-87A7-3D6B-9CB6B33E272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3" name="Group 6">
            <a:extLst>
              <a:ext uri="{FF2B5EF4-FFF2-40B4-BE49-F238E27FC236}">
                <a16:creationId xmlns="" xmlns:a16="http://schemas.microsoft.com/office/drawing/2014/main" id="{B592C9B5-BA1E-EF0F-B6CB-504C4AF6F454}"/>
              </a:ext>
            </a:extLst>
          </p:cNvPr>
          <p:cNvGrpSpPr/>
          <p:nvPr/>
        </p:nvGrpSpPr>
        <p:grpSpPr>
          <a:xfrm>
            <a:off x="142875" y="483518"/>
            <a:ext cx="8905875" cy="4464496"/>
            <a:chOff x="142875" y="483518"/>
            <a:chExt cx="8905875" cy="4464496"/>
          </a:xfrm>
        </p:grpSpPr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D2D968FC-4CE7-7830-1D0E-A2B21E979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" y="3462114"/>
              <a:ext cx="8763000" cy="14859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528F5052-DB3A-6CD0-7548-592BA2F81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875" y="1995686"/>
              <a:ext cx="8858250" cy="15144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3D264E72-E68B-72C3-AB4A-9D97A311A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/>
            <a:srcRect b="40188"/>
            <a:stretch/>
          </p:blipFill>
          <p:spPr>
            <a:xfrm>
              <a:off x="190500" y="483518"/>
              <a:ext cx="8858250" cy="10801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="" xmlns:a16="http://schemas.microsoft.com/office/drawing/2014/main" id="{732DFB8F-F38F-D7C4-A716-A1828F71F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80312" y="1635646"/>
              <a:ext cx="1390650" cy="609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A431459B-072B-D865-D247-182ECB7B1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3608" y="1491630"/>
              <a:ext cx="5867400" cy="742950"/>
            </a:xfrm>
            <a:prstGeom prst="rect">
              <a:avLst/>
            </a:prstGeom>
          </p:spPr>
        </p:pic>
      </p:grp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55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착하신 목자</a:t>
            </a:r>
            <a:endParaRPr lang="en-US" sz="2800" b="1" spc="3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16475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열왕기 하권의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하루는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수넴을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지나가게 되었다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그런데 거기에 사는 한 부유한 여자가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엘리사에게</a:t>
            </a:r>
            <a:endParaRPr lang="ko-KR" altLang="en-US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음식을 대접하게 해 달라고 간청하였다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그래서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그곳을 지날 때마다 그의 집에 들러 음식을 먹곤 하였다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여자가 남편에게 말하였다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여보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집에 늘 들르시는 이분은 하느님의 거룩한 사람이 틀림없습니다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벽을 둘러친 작은 옥상 방을 하나 꾸미고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침상과 식탁과 의자와 등잔을 놓아 드립시다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그러면 그분이 우리에게 오실 때마다 그곳에 드실 수 있을 것입니다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어느 날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거기에 갔다가 그 옥상 방에 들어 쉬게 되었다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종에게 “저 부인에게 무엇을 해 주면 좋을까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?”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물었다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게하지가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“저 부인은 아들이 없는 데다가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남편은 나이가 많습니다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대답하였다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그러자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“여자를 불러라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일렀다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종이 여자를 부르니 그 여자가 문간에 섰다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말하였다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내년 이맘때가 되면 부인은 한 아들을 안게 될 것이오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 defTabSz="914400">
              <a:lnSpc>
                <a:spcPct val="120000"/>
              </a:lnSpc>
            </a:pP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251520" y="2211710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7731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lang="en-AU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89(88)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9741179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자애를 영원히 노래하오리다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 입은 당신의 진실을 대대로 전하오리다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제가 아뢰나이다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자애를 영원히 세우시고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진실을 하늘에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굳히셨나이다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89(88)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</a:t>
            </a:r>
            <a:r>
              <a:rPr lang="en-AU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89(88)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974117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행복하여라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축제의 기쁨을 아는 백성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!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주님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그들은 당신 얼굴 그 빛 속을 걷나이다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그들은 날마다 당신 이름으로 기뻐하고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당신 정의로 힘차게 일어서나이다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89(88)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</a:t>
            </a:r>
            <a:r>
              <a:rPr lang="en-AU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89(88)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9741179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정녕 당신은 그들 힘의 영광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 호의로 저희 뿔을 들어 올리시나이다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방패는 주님의 것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임금은 이스라엘의 거룩하신 분의 것이옵니다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89(88)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</a:t>
            </a:r>
            <a:r>
              <a:rPr lang="en-AU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89(88)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9741179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</a:t>
            </a:r>
            <a:r>
              <a:rPr lang="ko-KR" altLang="en-US" sz="3200" dirty="0" err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바오로의</a:t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로마서 말씀입니다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25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 예수님과 하나 되는 세례를 받은 우리가 모두 그분의 죽음과 하나 되는 세례를 받았다는 사실을 여러분은 모릅니까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과연 우리는 그분의 죽음과 하나 되는 세례를 통하여 그분과 함께 묻혔습니다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그리하여 그리스도께서 아버지의 영광을 통하여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 가운데에서 되살아나신 것처럼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우리도 새로운 삶을 살아가게 되었습니다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우리가 그리스도와 함께 죽었으니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960"/>
            <a:ext cx="8928992" cy="433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그분과 함께 살리라고 우리는 믿습니다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우리는 그리스도께서 죽은 이들 가운데에서 되살아나시어 다시는 돌아가시지 않으리라는 것을 압니다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죽음은 더 이상 그분 위에 군림하지 못합니다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돌아가신 것은 죄와 관련하여 단 한 번 돌아가신 것이고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그분께서 사시는 것은 하느님을 위하여 사시는 것입니다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635"/>
            <a:ext cx="8928992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이와 같이 여러분 자신도 죄에서는 죽었지만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 예수님 안에서 하느님을 위하여 살고 있다고 생각하십시오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395536" y="2760479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선택된 겨레고 임금의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사제단이며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거룩한 민족이니 너희를 어둠에서 불러내시어 당신의 놀라운 빛 속으로 이끌어 주신 주님의 위업을 선포하여라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</a:t>
            </a: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  전한 거룩한 복음입니다</a:t>
            </a:r>
            <a:r>
              <a:rPr lang="en-US" altLang="ko-KR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사도들에게 말씀하셨다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아버지나 어머니를 나보다 더 사랑하는 사람은 나에게 합당하지 않다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아들이나 딸을 나보다 더 사랑하는 사람도 나에게 합당하지 않다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제 십자가를 지고 나를 따르지 않는 사람도 나에게 합당하지 않다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39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 목숨을 얻으려는 사람은 목숨을 잃고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 때문에 제 목숨을 잃는 사람은 목숨을 얻을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40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너희를 받아들이는 이는 나를 받아들이는 사람이고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나를 받아들이는 이는 나를 보내신 분을 받아들이는 사람이다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예언자를 예언자라서 받아들이는 이는 예언자가 받는 상을 받을 것이고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의인을 의인이라서 받아들이는 이는 의인이 받는 상을 받을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42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진실로 너희에게 말한다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이 작은 이들 가운데 한 사람에게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754"/>
            <a:ext cx="8928992" cy="16250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그가 제자라서 시원한 물 한 잔이라도 마시게 하는 이는 자기가 받을 상을 결코 잃지 않을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>
              <a:lnSpc>
                <a:spcPct val="110000"/>
              </a:lnSpc>
            </a:pP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251520" y="2859782"/>
            <a:ext cx="7632848" cy="166198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216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56B5308-1166-42D9-8B4F-2CBD4A31A162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79A385E-5E7D-48C5-8392-F41CA4EECA0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5475" y="699542"/>
            <a:ext cx="8941021" cy="38164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683670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8553B94-EFA2-4E94-EF9A-4A2034362E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905" r="799"/>
          <a:stretch/>
        </p:blipFill>
        <p:spPr>
          <a:xfrm>
            <a:off x="107504" y="766762"/>
            <a:ext cx="8928992" cy="3677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FB25E11-33BD-45B5-AC18-40BAFCFE0FE2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041391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56B5308-1166-42D9-8B4F-2CBD4A31A162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79A385E-5E7D-48C5-8392-F41CA4EECA0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5475" y="699542"/>
            <a:ext cx="8941021" cy="38164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683670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8553B94-EFA2-4E94-EF9A-4A2034362E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905" r="799"/>
          <a:stretch/>
        </p:blipFill>
        <p:spPr>
          <a:xfrm>
            <a:off x="107504" y="766762"/>
            <a:ext cx="8928992" cy="3677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FB25E11-33BD-45B5-AC18-40BAFCFE0FE2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041391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FB5084B-78FC-439D-93EC-F2021353E75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65D7E973-D4A6-48E5-9584-2C4EE187CFE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482" y="846381"/>
            <a:ext cx="8968014" cy="352556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074954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8553B94-EFA2-4E94-EF9A-4A2034362E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252" r="1252"/>
          <a:stretch/>
        </p:blipFill>
        <p:spPr>
          <a:xfrm>
            <a:off x="107504" y="761975"/>
            <a:ext cx="8856984" cy="37539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8756FD-F892-4CA3-9907-15A749DB77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4180575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영혼아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찬미하여라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안의 모든 것도 거룩하신 그 이름 찬미하여라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163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02B637AC-969E-48E0-9343-9BC569D733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70" y="633142"/>
            <a:ext cx="8907118" cy="387721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4309684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2FAC490F-4275-44A3-85DF-1CD85B070F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70" y="685537"/>
            <a:ext cx="8907118" cy="377242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4625494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02B637AC-969E-48E0-9343-9BC569D733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70" y="633142"/>
            <a:ext cx="8907118" cy="387721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4309684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2FAC490F-4275-44A3-85DF-1CD85B070F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70" y="685537"/>
            <a:ext cx="8907118" cy="377242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4625494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357A0041-BECE-4E96-BBD8-037F340322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04" y="627534"/>
            <a:ext cx="8907118" cy="400105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7079167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7906A1CC-34E5-497C-B731-921A44AEB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96" y="627534"/>
            <a:ext cx="8926171" cy="40296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1585039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357A0041-BECE-4E96-BBD8-037F340322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04" y="627534"/>
            <a:ext cx="8907118" cy="400105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7079167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7906A1CC-34E5-497C-B731-921A44AEB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96" y="627534"/>
            <a:ext cx="8926171" cy="40296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1585039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205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2</a:t>
            </a: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차봉헌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사랑의 성심</a:t>
            </a:r>
            <a:endParaRPr lang="en-US" altLang="en-US" sz="2800" kern="0" spc="300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3082781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2</a:t>
            </a: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차봉헌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사랑의 성심</a:t>
            </a:r>
            <a:endParaRPr lang="en-US" altLang="en-US" sz="2800" kern="0" spc="300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3082781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2</a:t>
            </a: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차봉헌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사랑의 성심</a:t>
            </a:r>
            <a:endParaRPr lang="en-US" altLang="en-US" sz="2800" kern="0" spc="300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0651293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2</a:t>
            </a:r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차봉헌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205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사랑의 성심</a:t>
            </a:r>
            <a:endParaRPr lang="en-US" altLang="en-US" sz="2800" kern="0" spc="300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0651293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19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="" xmlns:a16="http://schemas.microsoft.com/office/drawing/2014/main" id="{C390F9CA-0167-5E64-AECE-6F8F25270845}"/>
              </a:ext>
            </a:extLst>
          </p:cNvPr>
          <p:cNvGrpSpPr/>
          <p:nvPr/>
        </p:nvGrpSpPr>
        <p:grpSpPr>
          <a:xfrm>
            <a:off x="95250" y="508918"/>
            <a:ext cx="8953500" cy="4367088"/>
            <a:chOff x="95250" y="508918"/>
            <a:chExt cx="8953500" cy="4367088"/>
          </a:xfrm>
        </p:grpSpPr>
        <p:pic>
          <p:nvPicPr>
            <p:cNvPr id="3" name="Picture 2">
              <a:extLst>
                <a:ext uri="{FF2B5EF4-FFF2-40B4-BE49-F238E27FC236}">
                  <a16:creationId xmlns="" xmlns:a16="http://schemas.microsoft.com/office/drawing/2014/main" id="{9347393F-353A-183B-25A6-BF8A7A302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50" y="508918"/>
              <a:ext cx="8953500" cy="22764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776E159E-CFAF-1582-7254-20A3C9FBE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04" y="2828131"/>
              <a:ext cx="8829675" cy="2047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239700142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="" xmlns:a16="http://schemas.microsoft.com/office/drawing/2014/main" id="{E3C0F642-AEE5-0719-1B0F-900CC08C47BC}"/>
              </a:ext>
            </a:extLst>
          </p:cNvPr>
          <p:cNvGrpSpPr/>
          <p:nvPr/>
        </p:nvGrpSpPr>
        <p:grpSpPr>
          <a:xfrm>
            <a:off x="147637" y="530126"/>
            <a:ext cx="8848725" cy="4380582"/>
            <a:chOff x="147637" y="530126"/>
            <a:chExt cx="8848725" cy="4380582"/>
          </a:xfrm>
        </p:grpSpPr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AA5561F3-3BE6-ADDA-7A93-248BB3021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637" y="530126"/>
              <a:ext cx="8848725" cy="208597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1340795D-D06D-8B37-0EDB-5545D320C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512" y="2643758"/>
              <a:ext cx="8705850" cy="2266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19199076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F034B44-5CFC-9905-D473-0DCFCE8B04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4" y="718110"/>
            <a:ext cx="9107016" cy="233467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2600768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="" xmlns:a16="http://schemas.microsoft.com/office/drawing/2014/main" id="{C390F9CA-0167-5E64-AECE-6F8F25270845}"/>
              </a:ext>
            </a:extLst>
          </p:cNvPr>
          <p:cNvGrpSpPr/>
          <p:nvPr/>
        </p:nvGrpSpPr>
        <p:grpSpPr>
          <a:xfrm>
            <a:off x="95250" y="508918"/>
            <a:ext cx="8953500" cy="4367088"/>
            <a:chOff x="95250" y="508918"/>
            <a:chExt cx="8953500" cy="4367088"/>
          </a:xfrm>
        </p:grpSpPr>
        <p:pic>
          <p:nvPicPr>
            <p:cNvPr id="3" name="Picture 2">
              <a:extLst>
                <a:ext uri="{FF2B5EF4-FFF2-40B4-BE49-F238E27FC236}">
                  <a16:creationId xmlns="" xmlns:a16="http://schemas.microsoft.com/office/drawing/2014/main" id="{9347393F-353A-183B-25A6-BF8A7A302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50" y="508918"/>
              <a:ext cx="8953500" cy="22764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776E159E-CFAF-1582-7254-20A3C9FBE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04" y="2828131"/>
              <a:ext cx="8829675" cy="2047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239700142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="" xmlns:a16="http://schemas.microsoft.com/office/drawing/2014/main" id="{E3C0F642-AEE5-0719-1B0F-900CC08C47BC}"/>
              </a:ext>
            </a:extLst>
          </p:cNvPr>
          <p:cNvGrpSpPr/>
          <p:nvPr/>
        </p:nvGrpSpPr>
        <p:grpSpPr>
          <a:xfrm>
            <a:off x="147637" y="530126"/>
            <a:ext cx="8848725" cy="4380582"/>
            <a:chOff x="147637" y="530126"/>
            <a:chExt cx="8848725" cy="4380582"/>
          </a:xfrm>
        </p:grpSpPr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AA5561F3-3BE6-ADDA-7A93-248BB3021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637" y="530126"/>
              <a:ext cx="8848725" cy="208597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1340795D-D06D-8B37-0EDB-5545D320C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512" y="2643758"/>
              <a:ext cx="8705850" cy="2266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19199076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rgbClr val="EEECE1">
                  <a:lumMod val="25000"/>
                </a:srgb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F034B44-5CFC-9905-D473-0DCFCE8B04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4" y="718110"/>
            <a:ext cx="9107016" cy="233467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2600768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40243</TotalTime>
  <Words>2209</Words>
  <Application>Microsoft Office PowerPoint</Application>
  <PresentationFormat>화면 슬라이드 쇼(16:9)</PresentationFormat>
  <Paragraphs>567</Paragraphs>
  <Slides>152</Slides>
  <Notes>95</Notes>
  <HiddenSlides>0</HiddenSlides>
  <MMClips>4</MMClips>
  <ScaleCrop>false</ScaleCrop>
  <HeadingPairs>
    <vt:vector size="4" baseType="variant">
      <vt:variant>
        <vt:lpstr>테마</vt:lpstr>
      </vt:variant>
      <vt:variant>
        <vt:i4>10</vt:i4>
      </vt:variant>
      <vt:variant>
        <vt:lpstr>슬라이드 제목</vt:lpstr>
      </vt:variant>
      <vt:variant>
        <vt:i4>152</vt:i4>
      </vt:variant>
    </vt:vector>
  </HeadingPairs>
  <TitlesOfParts>
    <vt:vector size="162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제 1 독서   열왕기 하권의 말씀입니다.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제 2 독서  사도 바오로의 로마서 말씀입니다.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슬라이드 111</vt:lpstr>
      <vt:lpstr>슬라이드 112</vt:lpstr>
      <vt:lpstr>슬라이드 113</vt:lpstr>
      <vt:lpstr>슬라이드 114</vt:lpstr>
      <vt:lpstr>슬라이드 115</vt:lpstr>
      <vt:lpstr>슬라이드 116</vt:lpstr>
      <vt:lpstr>영성체</vt:lpstr>
      <vt:lpstr>슬라이드 118</vt:lpstr>
      <vt:lpstr>영성체송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슬라이드 130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파 견</vt:lpstr>
      <vt:lpstr>슬라이드 139</vt:lpstr>
      <vt:lpstr>슬라이드 140</vt:lpstr>
      <vt:lpstr>슬라이드 141</vt:lpstr>
      <vt:lpstr>슬라이드 142</vt:lpstr>
      <vt:lpstr>슬라이드 143</vt:lpstr>
      <vt:lpstr>슬라이드 144</vt:lpstr>
      <vt:lpstr>슬라이드 145</vt:lpstr>
      <vt:lpstr>슬라이드 146</vt:lpstr>
      <vt:lpstr>슬라이드 147</vt:lpstr>
      <vt:lpstr>슬라이드 148</vt:lpstr>
      <vt:lpstr>슬라이드 149</vt:lpstr>
      <vt:lpstr>슬라이드 150</vt:lpstr>
      <vt:lpstr>슬라이드 151</vt:lpstr>
      <vt:lpstr>슬라이드 152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2046</cp:revision>
  <dcterms:created xsi:type="dcterms:W3CDTF">2016-08-30T00:06:00Z</dcterms:created>
  <dcterms:modified xsi:type="dcterms:W3CDTF">2026-07-15T21:59:00Z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
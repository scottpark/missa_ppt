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7" r:id="rId2"/>
    <p:sldMasterId id="2147483674" r:id="rId3"/>
    <p:sldMasterId id="2147483681" r:id="rId4"/>
    <p:sldMasterId id="2147483688" r:id="rId5"/>
    <p:sldMasterId id="2147483695" r:id="rId6"/>
    <p:sldMasterId id="2147483702" r:id="rId7"/>
    <p:sldMasterId id="2147483709" r:id="rId8"/>
    <p:sldMasterId id="2147483716" r:id="rId9"/>
    <p:sldMasterId id="2147483723" r:id="rId10"/>
  </p:sldMasterIdLst>
  <p:notesMasterIdLst>
    <p:notesMasterId r:id="rId163"/>
  </p:notesMasterIdLst>
  <p:sldIdLst>
    <p:sldId id="1697" r:id="rId11"/>
    <p:sldId id="1372" r:id="rId12"/>
    <p:sldId id="1373" r:id="rId13"/>
    <p:sldId id="1374" r:id="rId14"/>
    <p:sldId id="1375" r:id="rId15"/>
    <p:sldId id="1376" r:id="rId16"/>
    <p:sldId id="2532" r:id="rId17"/>
    <p:sldId id="2533" r:id="rId18"/>
    <p:sldId id="2534" r:id="rId19"/>
    <p:sldId id="1377" r:id="rId20"/>
    <p:sldId id="1062" r:id="rId21"/>
    <p:sldId id="1063" r:id="rId22"/>
    <p:sldId id="3100" r:id="rId23"/>
    <p:sldId id="3101" r:id="rId24"/>
    <p:sldId id="3102" r:id="rId25"/>
    <p:sldId id="3103" r:id="rId26"/>
    <p:sldId id="1511" r:id="rId27"/>
    <p:sldId id="2068" r:id="rId28"/>
    <p:sldId id="2195" r:id="rId29"/>
    <p:sldId id="2194" r:id="rId30"/>
    <p:sldId id="3116" r:id="rId36"/>
    <p:sldId id="3117" r:id="rId35"/>
    <p:sldId id="3118" r:id="rId34"/>
    <p:sldId id="3119" r:id="rId33"/>
    <p:sldId id="1565" r:id="rId37"/>
    <p:sldId id="1566" r:id="rId38"/>
    <p:sldId id="1575" r:id="rId39"/>
    <p:sldId id="1576" r:id="rId40"/>
    <p:sldId id="1528" r:id="rId41"/>
    <p:sldId id="2337" r:id="rId42"/>
    <p:sldId id="1334" r:id="rId43"/>
    <p:sldId id="2339" r:id="rId44"/>
    <p:sldId id="2340" r:id="rId45"/>
    <p:sldId id="1336" r:id="rId46"/>
    <p:sldId id="2342" r:id="rId47"/>
    <p:sldId id="2343" r:id="rId48"/>
    <p:sldId id="2344" r:id="rId49"/>
    <p:sldId id="2345" r:id="rId50"/>
    <p:sldId id="2346" r:id="rId51"/>
    <p:sldId id="2347" r:id="rId52"/>
    <p:sldId id="2348" r:id="rId53"/>
    <p:sldId id="2349" r:id="rId54"/>
    <p:sldId id="2350" r:id="rId55"/>
    <p:sldId id="2351" r:id="rId56"/>
    <p:sldId id="1670" r:id="rId57"/>
    <p:sldId id="1020" r:id="rId58"/>
    <p:sldId id="1757" r:id="rId59"/>
    <p:sldId id="3040" r:id="rId62"/>
    <p:sldId id="1737" r:id="rId63"/>
    <p:sldId id="3106" r:id="rId64"/>
    <p:sldId id="1729" r:id="rId65"/>
    <p:sldId id="3107" r:id="rId66"/>
    <p:sldId id="3062" r:id="rId67"/>
    <p:sldId id="3108" r:id="rId68"/>
    <p:sldId id="3061" r:id="rId69"/>
    <p:sldId id="3109" r:id="rId70"/>
    <p:sldId id="3104" r:id="rId61"/>
    <p:sldId id="3110" r:id="rId60"/>
    <p:sldId id="787" r:id="rId71"/>
    <p:sldId id="1138" r:id="rId72"/>
    <p:sldId id="1730" r:id="rId73"/>
    <p:sldId id="3063" r:id="rId74"/>
    <p:sldId id="3064" r:id="rId75"/>
    <p:sldId id="1427" r:id="rId76"/>
    <p:sldId id="1555" r:id="rId77"/>
    <p:sldId id="3046" r:id="rId78"/>
    <p:sldId id="344" r:id="rId79"/>
    <p:sldId id="1556" r:id="rId80"/>
    <p:sldId id="3065" r:id="rId81"/>
    <p:sldId id="3111" r:id="rId169"/>
    <p:sldId id="3112" r:id="rId170"/>
    <p:sldId id="3113" r:id="rId171"/>
    <p:sldId id="3114" r:id="rId172"/>
    <p:sldId id="3115" r:id="rId173"/>
    <p:sldId id="3066" r:id="rId82"/>
    <p:sldId id="1462" r:id="rId83"/>
    <p:sldId id="1770" r:id="rId84"/>
    <p:sldId id="1771" r:id="rId85"/>
    <p:sldId id="1772" r:id="rId86"/>
    <p:sldId id="1773" r:id="rId87"/>
    <p:sldId id="1680" r:id="rId88"/>
    <p:sldId id="1598" r:id="rId89"/>
    <p:sldId id="348" r:id="rId90"/>
    <p:sldId id="2206" r:id="rId91"/>
    <p:sldId id="3120" r:id="rId97"/>
    <p:sldId id="3121" r:id="rId96"/>
    <p:sldId id="3122" r:id="rId95"/>
    <p:sldId id="1128" r:id="rId98"/>
    <p:sldId id="1129" r:id="rId99"/>
    <p:sldId id="1130" r:id="rId100"/>
    <p:sldId id="1131" r:id="rId101"/>
    <p:sldId id="1132" r:id="rId102"/>
    <p:sldId id="1599" r:id="rId103"/>
    <p:sldId id="1600" r:id="rId104"/>
    <p:sldId id="1601" r:id="rId105"/>
    <p:sldId id="1602" r:id="rId106"/>
    <p:sldId id="1774" r:id="rId107"/>
    <p:sldId id="286" r:id="rId108"/>
    <p:sldId id="1604" r:id="rId109"/>
    <p:sldId id="1605" r:id="rId110"/>
    <p:sldId id="1606" r:id="rId111"/>
    <p:sldId id="1607" r:id="rId112"/>
    <p:sldId id="1608" r:id="rId113"/>
    <p:sldId id="1609" r:id="rId114"/>
    <p:sldId id="1610" r:id="rId115"/>
    <p:sldId id="1144" r:id="rId116"/>
    <p:sldId id="706" r:id="rId117"/>
    <p:sldId id="1611" r:id="rId118"/>
    <p:sldId id="707" r:id="rId119"/>
    <p:sldId id="497" r:id="rId120"/>
    <p:sldId id="1149" r:id="rId121"/>
    <p:sldId id="739" r:id="rId122"/>
    <p:sldId id="428" r:id="rId123"/>
    <p:sldId id="1612" r:id="rId124"/>
    <p:sldId id="1613" r:id="rId125"/>
    <p:sldId id="1146" r:id="rId126"/>
    <p:sldId id="423" r:id="rId127"/>
    <p:sldId id="424" r:id="rId128"/>
    <p:sldId id="1033" r:id="rId129"/>
    <p:sldId id="302" r:id="rId130"/>
    <p:sldId id="1633" r:id="rId131"/>
    <p:sldId id="3123" r:id="rId139"/>
    <p:sldId id="3124" r:id="rId138"/>
    <p:sldId id="3125" r:id="rId137"/>
    <p:sldId id="3126" r:id="rId136"/>
    <p:sldId id="3127" r:id="rId135"/>
    <p:sldId id="3128" r:id="rId134"/>
    <p:sldId id="1701" r:id="rId140"/>
    <p:sldId id="1634" r:id="rId141"/>
    <p:sldId id="3129" r:id="rId145"/>
    <p:sldId id="3130" r:id="rId144"/>
    <p:sldId id="3131" r:id="rId143"/>
    <p:sldId id="1413" r:id="rId146"/>
    <p:sldId id="498" r:id="rId147"/>
    <p:sldId id="1742" r:id="rId148"/>
    <p:sldId id="499" r:id="rId149"/>
    <p:sldId id="1363" r:id="rId150"/>
    <p:sldId id="3132" r:id="rId156"/>
    <p:sldId id="3133" r:id="rId155"/>
    <p:sldId id="3134" r:id="rId154"/>
    <p:sldId id="3135" r:id="rId153"/>
    <p:sldId id="542" r:id="rId157"/>
    <p:sldId id="1775" r:id="rId158"/>
    <p:sldId id="1776" r:id="rId159"/>
    <p:sldId id="1777" r:id="rId160"/>
    <p:sldId id="1356" r:id="rId161"/>
    <p:sldId id="893" r:id="rId162"/>
  </p:sldIdLst>
  <p:sldSz cx="9144000" cy="5143500" type="screen16x9"/>
  <p:notesSz cx="10693400" cy="7562850"/>
  <p:defaultTextStyle>
    <a:defPPr>
      <a:defRPr lang="en-US"/>
    </a:defPPr>
    <a:lvl1pPr marL="0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959">
          <p15:clr>
            <a:srgbClr val="A4A3A4"/>
          </p15:clr>
        </p15:guide>
        <p15:guide id="2" pos="1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0"/>
      </p:ext>
    </p:extLst>
  </p:showPr>
  <p:clrMru>
    <a:srgbClr val="FFFFCC"/>
    <a:srgbClr val="FFFFFF"/>
    <a:srgbClr val="FFFF99"/>
    <a:srgbClr val="FFFF66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50" autoAdjust="0"/>
    <p:restoredTop sz="99785" autoAdjust="0"/>
  </p:normalViewPr>
  <p:slideViewPr>
    <p:cSldViewPr>
      <p:cViewPr varScale="1">
        <p:scale>
          <a:sx n="97" d="100"/>
          <a:sy n="97" d="100"/>
        </p:scale>
        <p:origin x="-108" y="-882"/>
      </p:cViewPr>
      <p:guideLst>
        <p:guide orient="horz" pos="1959"/>
        <p:guide pos="1847"/>
      </p:guideLst>
    </p:cSldViewPr>
  </p:slideViewPr>
  <p:outlineViewPr>
    <p:cViewPr>
      <p:scale>
        <a:sx n="33" d="100"/>
        <a:sy n="33" d="100"/>
      </p:scale>
      <p:origin x="0" y="8358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slide" Target="slides/slide39.xml"/><Relationship Id="rId50" Type="http://schemas.openxmlformats.org/officeDocument/2006/relationships/slide" Target="slides/slide40.xml"/><Relationship Id="rId51" Type="http://schemas.openxmlformats.org/officeDocument/2006/relationships/slide" Target="slides/slide41.xml"/><Relationship Id="rId52" Type="http://schemas.openxmlformats.org/officeDocument/2006/relationships/slide" Target="slides/slide42.xml"/><Relationship Id="rId53" Type="http://schemas.openxmlformats.org/officeDocument/2006/relationships/slide" Target="slides/slide43.xml"/><Relationship Id="rId54" Type="http://schemas.openxmlformats.org/officeDocument/2006/relationships/slide" Target="slides/slide44.xml"/><Relationship Id="rId55" Type="http://schemas.openxmlformats.org/officeDocument/2006/relationships/slide" Target="slides/slide45.xml"/><Relationship Id="rId56" Type="http://schemas.openxmlformats.org/officeDocument/2006/relationships/slide" Target="slides/slide46.xml"/><Relationship Id="rId57" Type="http://schemas.openxmlformats.org/officeDocument/2006/relationships/slide" Target="slides/slide47.xml"/><Relationship Id="rId58" Type="http://schemas.openxmlformats.org/officeDocument/2006/relationships/slide" Target="slides/slide48.xml"/><Relationship Id="rId59" Type="http://schemas.openxmlformats.org/officeDocument/2006/relationships/slide" Target="slides/slide49.xml"/><Relationship Id="rId60" Type="http://schemas.openxmlformats.org/officeDocument/2006/relationships/slide" Target="slides/slide50.xml"/><Relationship Id="rId61" Type="http://schemas.openxmlformats.org/officeDocument/2006/relationships/slide" Target="slides/slide51.xml"/><Relationship Id="rId62" Type="http://schemas.openxmlformats.org/officeDocument/2006/relationships/slide" Target="slides/slide52.xml"/><Relationship Id="rId63" Type="http://schemas.openxmlformats.org/officeDocument/2006/relationships/slide" Target="slides/slide53.xml"/><Relationship Id="rId64" Type="http://schemas.openxmlformats.org/officeDocument/2006/relationships/slide" Target="slides/slide54.xml"/><Relationship Id="rId65" Type="http://schemas.openxmlformats.org/officeDocument/2006/relationships/slide" Target="slides/slide55.xml"/><Relationship Id="rId66" Type="http://schemas.openxmlformats.org/officeDocument/2006/relationships/slide" Target="slides/slide56.xml"/><Relationship Id="rId67" Type="http://schemas.openxmlformats.org/officeDocument/2006/relationships/slide" Target="slides/slide57.xml"/><Relationship Id="rId68" Type="http://schemas.openxmlformats.org/officeDocument/2006/relationships/slide" Target="slides/slide58.xml"/><Relationship Id="rId69" Type="http://schemas.openxmlformats.org/officeDocument/2006/relationships/slide" Target="slides/slide59.xml"/><Relationship Id="rId70" Type="http://schemas.openxmlformats.org/officeDocument/2006/relationships/slide" Target="slides/slide60.xml"/><Relationship Id="rId71" Type="http://schemas.openxmlformats.org/officeDocument/2006/relationships/slide" Target="slides/slide61.xml"/><Relationship Id="rId72" Type="http://schemas.openxmlformats.org/officeDocument/2006/relationships/slide" Target="slides/slide62.xml"/><Relationship Id="rId73" Type="http://schemas.openxmlformats.org/officeDocument/2006/relationships/slide" Target="slides/slide63.xml"/><Relationship Id="rId74" Type="http://schemas.openxmlformats.org/officeDocument/2006/relationships/slide" Target="slides/slide64.xml"/><Relationship Id="rId75" Type="http://schemas.openxmlformats.org/officeDocument/2006/relationships/slide" Target="slides/slide65.xml"/><Relationship Id="rId76" Type="http://schemas.openxmlformats.org/officeDocument/2006/relationships/slide" Target="slides/slide66.xml"/><Relationship Id="rId77" Type="http://schemas.openxmlformats.org/officeDocument/2006/relationships/slide" Target="slides/slide67.xml"/><Relationship Id="rId78" Type="http://schemas.openxmlformats.org/officeDocument/2006/relationships/slide" Target="slides/slide68.xml"/><Relationship Id="rId79" Type="http://schemas.openxmlformats.org/officeDocument/2006/relationships/slide" Target="slides/slide69.xml"/><Relationship Id="rId80" Type="http://schemas.openxmlformats.org/officeDocument/2006/relationships/slide" Target="slides/slide70.xml"/><Relationship Id="rId81" Type="http://schemas.openxmlformats.org/officeDocument/2006/relationships/slide" Target="slides/slide71.xml"/><Relationship Id="rId82" Type="http://schemas.openxmlformats.org/officeDocument/2006/relationships/slide" Target="slides/slide72.xml"/><Relationship Id="rId83" Type="http://schemas.openxmlformats.org/officeDocument/2006/relationships/slide" Target="slides/slide73.xml"/><Relationship Id="rId84" Type="http://schemas.openxmlformats.org/officeDocument/2006/relationships/slide" Target="slides/slide74.xml"/><Relationship Id="rId85" Type="http://schemas.openxmlformats.org/officeDocument/2006/relationships/slide" Target="slides/slide75.xml"/><Relationship Id="rId86" Type="http://schemas.openxmlformats.org/officeDocument/2006/relationships/slide" Target="slides/slide76.xml"/><Relationship Id="rId87" Type="http://schemas.openxmlformats.org/officeDocument/2006/relationships/slide" Target="slides/slide77.xml"/><Relationship Id="rId88" Type="http://schemas.openxmlformats.org/officeDocument/2006/relationships/slide" Target="slides/slide78.xml"/><Relationship Id="rId89" Type="http://schemas.openxmlformats.org/officeDocument/2006/relationships/slide" Target="slides/slide79.xml"/><Relationship Id="rId90" Type="http://schemas.openxmlformats.org/officeDocument/2006/relationships/slide" Target="slides/slide80.xml"/><Relationship Id="rId91" Type="http://schemas.openxmlformats.org/officeDocument/2006/relationships/slide" Target="slides/slide81.xml"/><Relationship Id="rId95" Type="http://schemas.openxmlformats.org/officeDocument/2006/relationships/slide" Target="slides/slide85.xml"/><Relationship Id="rId96" Type="http://schemas.openxmlformats.org/officeDocument/2006/relationships/slide" Target="slides/slide86.xml"/><Relationship Id="rId97" Type="http://schemas.openxmlformats.org/officeDocument/2006/relationships/slide" Target="slides/slide87.xml"/><Relationship Id="rId98" Type="http://schemas.openxmlformats.org/officeDocument/2006/relationships/slide" Target="slides/slide88.xml"/><Relationship Id="rId99" Type="http://schemas.openxmlformats.org/officeDocument/2006/relationships/slide" Target="slides/slide89.xml"/><Relationship Id="rId100" Type="http://schemas.openxmlformats.org/officeDocument/2006/relationships/slide" Target="slides/slide90.xml"/><Relationship Id="rId101" Type="http://schemas.openxmlformats.org/officeDocument/2006/relationships/slide" Target="slides/slide91.xml"/><Relationship Id="rId102" Type="http://schemas.openxmlformats.org/officeDocument/2006/relationships/slide" Target="slides/slide92.xml"/><Relationship Id="rId103" Type="http://schemas.openxmlformats.org/officeDocument/2006/relationships/slide" Target="slides/slide93.xml"/><Relationship Id="rId104" Type="http://schemas.openxmlformats.org/officeDocument/2006/relationships/slide" Target="slides/slide94.xml"/><Relationship Id="rId105" Type="http://schemas.openxmlformats.org/officeDocument/2006/relationships/slide" Target="slides/slide95.xml"/><Relationship Id="rId106" Type="http://schemas.openxmlformats.org/officeDocument/2006/relationships/slide" Target="slides/slide96.xml"/><Relationship Id="rId107" Type="http://schemas.openxmlformats.org/officeDocument/2006/relationships/slide" Target="slides/slide97.xml"/><Relationship Id="rId108" Type="http://schemas.openxmlformats.org/officeDocument/2006/relationships/slide" Target="slides/slide98.xml"/><Relationship Id="rId109" Type="http://schemas.openxmlformats.org/officeDocument/2006/relationships/slide" Target="slides/slide99.xml"/><Relationship Id="rId110" Type="http://schemas.openxmlformats.org/officeDocument/2006/relationships/slide" Target="slides/slide100.xml"/><Relationship Id="rId111" Type="http://schemas.openxmlformats.org/officeDocument/2006/relationships/slide" Target="slides/slide101.xml"/><Relationship Id="rId112" Type="http://schemas.openxmlformats.org/officeDocument/2006/relationships/slide" Target="slides/slide102.xml"/><Relationship Id="rId113" Type="http://schemas.openxmlformats.org/officeDocument/2006/relationships/slide" Target="slides/slide103.xml"/><Relationship Id="rId114" Type="http://schemas.openxmlformats.org/officeDocument/2006/relationships/slide" Target="slides/slide104.xml"/><Relationship Id="rId115" Type="http://schemas.openxmlformats.org/officeDocument/2006/relationships/slide" Target="slides/slide105.xml"/><Relationship Id="rId116" Type="http://schemas.openxmlformats.org/officeDocument/2006/relationships/slide" Target="slides/slide106.xml"/><Relationship Id="rId117" Type="http://schemas.openxmlformats.org/officeDocument/2006/relationships/slide" Target="slides/slide107.xml"/><Relationship Id="rId118" Type="http://schemas.openxmlformats.org/officeDocument/2006/relationships/slide" Target="slides/slide108.xml"/><Relationship Id="rId119" Type="http://schemas.openxmlformats.org/officeDocument/2006/relationships/slide" Target="slides/slide109.xml"/><Relationship Id="rId120" Type="http://schemas.openxmlformats.org/officeDocument/2006/relationships/slide" Target="slides/slide110.xml"/><Relationship Id="rId121" Type="http://schemas.openxmlformats.org/officeDocument/2006/relationships/slide" Target="slides/slide111.xml"/><Relationship Id="rId122" Type="http://schemas.openxmlformats.org/officeDocument/2006/relationships/slide" Target="slides/slide112.xml"/><Relationship Id="rId123" Type="http://schemas.openxmlformats.org/officeDocument/2006/relationships/slide" Target="slides/slide113.xml"/><Relationship Id="rId124" Type="http://schemas.openxmlformats.org/officeDocument/2006/relationships/slide" Target="slides/slide114.xml"/><Relationship Id="rId125" Type="http://schemas.openxmlformats.org/officeDocument/2006/relationships/slide" Target="slides/slide115.xml"/><Relationship Id="rId126" Type="http://schemas.openxmlformats.org/officeDocument/2006/relationships/slide" Target="slides/slide116.xml"/><Relationship Id="rId127" Type="http://schemas.openxmlformats.org/officeDocument/2006/relationships/slide" Target="slides/slide117.xml"/><Relationship Id="rId128" Type="http://schemas.openxmlformats.org/officeDocument/2006/relationships/slide" Target="slides/slide118.xml"/><Relationship Id="rId129" Type="http://schemas.openxmlformats.org/officeDocument/2006/relationships/slide" Target="slides/slide119.xml"/><Relationship Id="rId130" Type="http://schemas.openxmlformats.org/officeDocument/2006/relationships/slide" Target="slides/slide120.xml"/><Relationship Id="rId131" Type="http://schemas.openxmlformats.org/officeDocument/2006/relationships/slide" Target="slides/slide121.xml"/><Relationship Id="rId134" Type="http://schemas.openxmlformats.org/officeDocument/2006/relationships/slide" Target="slides/slide124.xml"/><Relationship Id="rId135" Type="http://schemas.openxmlformats.org/officeDocument/2006/relationships/slide" Target="slides/slide125.xml"/><Relationship Id="rId136" Type="http://schemas.openxmlformats.org/officeDocument/2006/relationships/slide" Target="slides/slide126.xml"/><Relationship Id="rId137" Type="http://schemas.openxmlformats.org/officeDocument/2006/relationships/slide" Target="slides/slide127.xml"/><Relationship Id="rId138" Type="http://schemas.openxmlformats.org/officeDocument/2006/relationships/slide" Target="slides/slide128.xml"/><Relationship Id="rId139" Type="http://schemas.openxmlformats.org/officeDocument/2006/relationships/slide" Target="slides/slide129.xml"/><Relationship Id="rId140" Type="http://schemas.openxmlformats.org/officeDocument/2006/relationships/slide" Target="slides/slide130.xml"/><Relationship Id="rId141" Type="http://schemas.openxmlformats.org/officeDocument/2006/relationships/slide" Target="slides/slide131.xml"/><Relationship Id="rId143" Type="http://schemas.openxmlformats.org/officeDocument/2006/relationships/slide" Target="slides/slide133.xml"/><Relationship Id="rId144" Type="http://schemas.openxmlformats.org/officeDocument/2006/relationships/slide" Target="slides/slide134.xml"/><Relationship Id="rId145" Type="http://schemas.openxmlformats.org/officeDocument/2006/relationships/slide" Target="slides/slide135.xml"/><Relationship Id="rId146" Type="http://schemas.openxmlformats.org/officeDocument/2006/relationships/slide" Target="slides/slide136.xml"/><Relationship Id="rId147" Type="http://schemas.openxmlformats.org/officeDocument/2006/relationships/slide" Target="slides/slide137.xml"/><Relationship Id="rId148" Type="http://schemas.openxmlformats.org/officeDocument/2006/relationships/slide" Target="slides/slide138.xml"/><Relationship Id="rId149" Type="http://schemas.openxmlformats.org/officeDocument/2006/relationships/slide" Target="slides/slide139.xml"/><Relationship Id="rId150" Type="http://schemas.openxmlformats.org/officeDocument/2006/relationships/slide" Target="slides/slide140.xml"/><Relationship Id="rId153" Type="http://schemas.openxmlformats.org/officeDocument/2006/relationships/slide" Target="slides/slide143.xml"/><Relationship Id="rId154" Type="http://schemas.openxmlformats.org/officeDocument/2006/relationships/slide" Target="slides/slide146.xml"/><Relationship Id="rId155" Type="http://schemas.openxmlformats.org/officeDocument/2006/relationships/slide" Target="slides/slide145.xml"/><Relationship Id="rId156" Type="http://schemas.openxmlformats.org/officeDocument/2006/relationships/slide" Target="slides/slide144.xml"/><Relationship Id="rId157" Type="http://schemas.openxmlformats.org/officeDocument/2006/relationships/slide" Target="slides/slide147.xml"/><Relationship Id="rId158" Type="http://schemas.openxmlformats.org/officeDocument/2006/relationships/slide" Target="slides/slide148.xml"/><Relationship Id="rId159" Type="http://schemas.openxmlformats.org/officeDocument/2006/relationships/slide" Target="slides/slide149.xml"/><Relationship Id="rId160" Type="http://schemas.openxmlformats.org/officeDocument/2006/relationships/slide" Target="slides/slide150.xml"/><Relationship Id="rId161" Type="http://schemas.openxmlformats.org/officeDocument/2006/relationships/slide" Target="slides/slide151.xml"/><Relationship Id="rId162" Type="http://schemas.openxmlformats.org/officeDocument/2006/relationships/slide" Target="slides/slide152.xml"/><Relationship Id="rId163" Type="http://schemas.openxmlformats.org/officeDocument/2006/relationships/notesMaster" Target="notesMasters/notesMaster1.xml"/><Relationship Id="rId164" Type="http://schemas.openxmlformats.org/officeDocument/2006/relationships/presProps" Target="presProps.xml"/><Relationship Id="rId165" Type="http://schemas.openxmlformats.org/officeDocument/2006/relationships/viewProps" Target="viewProps.xml"/><Relationship Id="rId166" Type="http://schemas.openxmlformats.org/officeDocument/2006/relationships/theme" Target="theme/theme1.xml"/><Relationship Id="rId167" Type="http://schemas.openxmlformats.org/officeDocument/2006/relationships/tableStyles" Target="tableStyles.xml"/><Relationship Id="rId169" Type="http://schemas.openxmlformats.org/officeDocument/2006/relationships/slide" Target="slides/slide153.xml"/><Relationship Id="rId170" Type="http://schemas.openxmlformats.org/officeDocument/2006/relationships/slide" Target="slides/slide154.xml"/><Relationship Id="rId171" Type="http://schemas.openxmlformats.org/officeDocument/2006/relationships/slide" Target="slides/slide155.xml"/><Relationship Id="rId172" Type="http://schemas.openxmlformats.org/officeDocument/2006/relationships/slide" Target="slides/slide156.xml"/><Relationship Id="rId173" Type="http://schemas.openxmlformats.org/officeDocument/2006/relationships/slide" Target="slides/slide1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ACA7C-5262-4C8E-AE19-3DA31B6A1CDA}" type="datetimeFigureOut">
              <a:rPr lang="en-AU" smtClean="0"/>
              <a:pPr/>
              <a:t>16/07/2026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25750" y="566738"/>
            <a:ext cx="5041900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3FD64-BF31-4C61-B552-27E91C04657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50594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014770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39483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20080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6695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851104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9455489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34301058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1878399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28014413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15567447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590429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27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6124916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33681911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061556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8466071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620614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610327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906149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3513589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832084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344330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755662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0470723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024549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4629875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48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4921922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49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52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8406445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55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6046394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57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6046394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6046394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62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4921922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64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65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67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37611587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68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1694402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73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6978694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89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95098407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9597544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94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20290183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95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8450745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102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07971666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09194681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104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02654553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105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82990052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114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81905623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115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8366564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55904298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121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131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137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813510775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69452187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140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343010580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4180320938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41862328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jpe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jpe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jpe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jpe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jpe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70548796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6.xml"/><Relationship Id="rId7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8.xml"/><Relationship Id="rId7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0.xml"/><Relationship Id="rId7" Type="http://schemas.openxmlformats.org/officeDocument/2006/relationships/theme" Target="../theme/theme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eg"/><Relationship Id="rId4" Type="http://schemas.openxmlformats.org/officeDocument/2006/relationships/image" Target="../media/image6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eg"/></Relationships>
</file>

<file path=ppt/slides/_rels/slide12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31.png"/><Relationship Id="rId4" Type="http://schemas.openxmlformats.org/officeDocument/2006/relationships/image" Target="../media/image5033.png"/><Relationship Id="rId5" Type="http://schemas.openxmlformats.org/officeDocument/2006/relationships/image" Target="../media/image503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27.png"/><Relationship Id="rId4" Type="http://schemas.openxmlformats.org/officeDocument/2006/relationships/image" Target="../media/image5029.png"/><Relationship Id="rId5" Type="http://schemas.openxmlformats.org/officeDocument/2006/relationships/image" Target="../media/image503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2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jpe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6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7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19.png"/><Relationship Id="rId4" Type="http://schemas.openxmlformats.org/officeDocument/2006/relationships/image" Target="../media/image502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03.png"/><Relationship Id="rId4" Type="http://schemas.openxmlformats.org/officeDocument/2006/relationships/image" Target="../media/image500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07.png"/><Relationship Id="rId4" Type="http://schemas.openxmlformats.org/officeDocument/2006/relationships/image" Target="../media/image5009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11.png"/><Relationship Id="rId4" Type="http://schemas.openxmlformats.org/officeDocument/2006/relationships/image" Target="../media/image5013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15.png"/><Relationship Id="rId4" Type="http://schemas.openxmlformats.org/officeDocument/2006/relationships/image" Target="../media/image5017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0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41.png"/><Relationship Id="rId4" Type="http://schemas.openxmlformats.org/officeDocument/2006/relationships/image" Target="../media/image5043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38.png"/><Relationship Id="rId4" Type="http://schemas.openxmlformats.org/officeDocument/2006/relationships/image" Target="../media/image5040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35.png"/><Relationship Id="rId4" Type="http://schemas.openxmlformats.org/officeDocument/2006/relationships/image" Target="../media/image5037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4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5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46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7.jpe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9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0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2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3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4.jpe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55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56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0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63.png"/><Relationship Id="rId3" Type="http://schemas.openxmlformats.org/officeDocument/2006/relationships/image" Target="../media/image5064.png"/><Relationship Id="rId4" Type="http://schemas.openxmlformats.org/officeDocument/2006/relationships/image" Target="../media/image5065.png"/><Relationship Id="rId5" Type="http://schemas.openxmlformats.org/officeDocument/2006/relationships/image" Target="../media/image5066.png"/><Relationship Id="rId6" Type="http://schemas.openxmlformats.org/officeDocument/2006/relationships/image" Target="../media/image5067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58.png"/><Relationship Id="rId3" Type="http://schemas.openxmlformats.org/officeDocument/2006/relationships/image" Target="../media/image5059.png"/><Relationship Id="rId4" Type="http://schemas.openxmlformats.org/officeDocument/2006/relationships/image" Target="../media/image5060.png"/><Relationship Id="rId5" Type="http://schemas.openxmlformats.org/officeDocument/2006/relationships/image" Target="../media/image5061.png"/><Relationship Id="rId6" Type="http://schemas.openxmlformats.org/officeDocument/2006/relationships/image" Target="../media/image5062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53.png"/><Relationship Id="rId3" Type="http://schemas.openxmlformats.org/officeDocument/2006/relationships/image" Target="../media/image5054.png"/><Relationship Id="rId4" Type="http://schemas.openxmlformats.org/officeDocument/2006/relationships/image" Target="../media/image5055.png"/><Relationship Id="rId5" Type="http://schemas.openxmlformats.org/officeDocument/2006/relationships/image" Target="../media/image5056.png"/><Relationship Id="rId6" Type="http://schemas.openxmlformats.org/officeDocument/2006/relationships/image" Target="../media/image5057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50.png"/><Relationship Id="rId3" Type="http://schemas.openxmlformats.org/officeDocument/2006/relationships/image" Target="../media/image5051.png"/><Relationship Id="rId4" Type="http://schemas.openxmlformats.org/officeDocument/2006/relationships/image" Target="../media/image5052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47.png"/><Relationship Id="rId3" Type="http://schemas.openxmlformats.org/officeDocument/2006/relationships/image" Target="../media/image5048.png"/><Relationship Id="rId4" Type="http://schemas.openxmlformats.org/officeDocument/2006/relationships/image" Target="../media/image5049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44.png"/><Relationship Id="rId3" Type="http://schemas.openxmlformats.org/officeDocument/2006/relationships/image" Target="../media/image5045.png"/><Relationship Id="rId4" Type="http://schemas.openxmlformats.org/officeDocument/2006/relationships/image" Target="../media/image5046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9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74.png"/><Relationship Id="rId4" Type="http://schemas.openxmlformats.org/officeDocument/2006/relationships/image" Target="../media/image5076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71.png"/><Relationship Id="rId4" Type="http://schemas.openxmlformats.org/officeDocument/2006/relationships/image" Target="../media/image5073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68.png"/><Relationship Id="rId4" Type="http://schemas.openxmlformats.org/officeDocument/2006/relationships/image" Target="../media/image5070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4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6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83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77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79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8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3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4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5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F19F41DA-9D7A-44CA-BD26-200FDF2D6D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36"/>
            <a:ext cx="9174600" cy="5141564"/>
          </a:xfrm>
          <a:prstGeom prst="rect">
            <a:avLst/>
          </a:prstGeom>
        </p:spPr>
      </p:pic>
      <p:sp>
        <p:nvSpPr>
          <p:cNvPr id="6" name="object 4"/>
          <p:cNvSpPr txBox="1"/>
          <p:nvPr/>
        </p:nvSpPr>
        <p:spPr>
          <a:xfrm>
            <a:off x="1970139" y="483518"/>
            <a:ext cx="6130253" cy="6924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 algn="ctr"/>
            <a:r>
              <a:rPr sz="2700" b="1" spc="120" dirty="0">
                <a:latin typeface="Arial Black" panose="020B0A04020102020204" pitchFamily="34" charset="0"/>
                <a:ea typeface="나눔고딕" pitchFamily="50" charset="-127"/>
                <a:cs typeface="Malgun Gothic"/>
              </a:rPr>
              <a:t>브로큰 베이 교구 한인 천주교회</a:t>
            </a:r>
            <a:endParaRPr lang="en-US" sz="2700" b="1" spc="120" dirty="0">
              <a:latin typeface="Arial Black" panose="020B0A04020102020204" pitchFamily="34" charset="0"/>
              <a:ea typeface="나눔고딕" pitchFamily="50" charset="-127"/>
              <a:cs typeface="Malgun Gothic"/>
            </a:endParaRPr>
          </a:p>
          <a:p>
            <a:pPr marL="9784" algn="ctr"/>
            <a:r>
              <a:rPr sz="1800" dirty="0">
                <a:solidFill>
                  <a:srgbClr val="231F20"/>
                </a:solidFill>
                <a:latin typeface="Gill Sans MT"/>
                <a:cs typeface="Gill Sans MT"/>
              </a:rPr>
              <a:t>KOREAN </a:t>
            </a:r>
            <a:r>
              <a:rPr lang="en-AU" sz="1800" dirty="0">
                <a:solidFill>
                  <a:srgbClr val="231F20"/>
                </a:solidFill>
                <a:latin typeface="Gill Sans MT"/>
                <a:cs typeface="Gill Sans MT"/>
              </a:rPr>
              <a:t>CATHOLIC COMMUNITY BROKEN BAY</a:t>
            </a:r>
            <a:endParaRPr sz="1800" dirty="0">
              <a:latin typeface="Gill Sans MT"/>
              <a:cs typeface="Gill Sans MT"/>
            </a:endParaRPr>
          </a:p>
        </p:txBody>
      </p:sp>
      <p:pic>
        <p:nvPicPr>
          <p:cNvPr id="7" name="Picture 12" descr="broken-bay_logo.jpg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DFFFF"/>
              </a:clrFrom>
              <a:clrTo>
                <a:srgbClr val="FD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38091" y="513766"/>
            <a:ext cx="936104" cy="646860"/>
          </a:xfrm>
          <a:prstGeom prst="rect">
            <a:avLst/>
          </a:prstGeom>
        </p:spPr>
      </p:pic>
      <p:sp>
        <p:nvSpPr>
          <p:cNvPr id="9" name="object 5"/>
          <p:cNvSpPr txBox="1"/>
          <p:nvPr/>
        </p:nvSpPr>
        <p:spPr>
          <a:xfrm>
            <a:off x="-36512" y="3834419"/>
            <a:ext cx="9174600" cy="820626"/>
          </a:xfrm>
          <a:prstGeom prst="rect">
            <a:avLst/>
          </a:prstGeom>
          <a:ln w="12700">
            <a:noFill/>
          </a:ln>
        </p:spPr>
        <p:txBody>
          <a:bodyPr vert="horz" wrap="square" lIns="0" tIns="4970" rIns="0" bIns="0" rtlCol="0">
            <a:spAutoFit/>
          </a:bodyPr>
          <a:lstStyle/>
          <a:p>
            <a:pPr marL="684748" marR="678786" indent="74041" algn="ctr">
              <a:spcAft>
                <a:spcPts val="1200"/>
              </a:spcAft>
            </a:pPr>
            <a:r>
              <a:rPr sz="2100" b="1" spc="100" dirty="0">
                <a:latin typeface="궁서" pitchFamily="18" charset="-127"/>
                <a:ea typeface="궁서" pitchFamily="18" charset="-127"/>
                <a:cs typeface="Malgun Gothic"/>
              </a:rPr>
              <a:t>2026년 7월 12일</a:t>
            </a:r>
            <a:endParaRPr lang="en-US" altLang="ko-KR" sz="2100" b="1" spc="100" dirty="0">
              <a:latin typeface="궁서" pitchFamily="18" charset="-127"/>
              <a:ea typeface="궁서" pitchFamily="18" charset="-127"/>
              <a:cs typeface="Malgun Gothic"/>
            </a:endParaRPr>
          </a:p>
          <a:p>
            <a:pPr marL="684748" marR="678786" indent="74041" algn="ctr">
              <a:spcAft>
                <a:spcPts val="1200"/>
              </a:spcAft>
            </a:pPr>
            <a:r>
              <a:rPr lang="ko-KR" altLang="en-US" sz="2200" b="1" spc="500" dirty="0">
                <a:latin typeface="궁서" pitchFamily="18" charset="-127"/>
                <a:ea typeface="궁서" pitchFamily="18" charset="-127"/>
              </a:rPr>
              <a:t>연중 제15주일</a:t>
            </a:r>
            <a:endParaRPr lang="en-US" sz="2200" b="1" spc="500" dirty="0"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34335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text, person&#10;&#10;Description automatically generated">
            <a:extLst>
              <a:ext uri="{FF2B5EF4-FFF2-40B4-BE49-F238E27FC236}">
                <a16:creationId xmlns="" xmlns:a16="http://schemas.microsoft.com/office/drawing/2014/main" id="{7D4E1BCB-F911-DE45-907D-563FF822D1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0"/>
            <a:ext cx="4752528" cy="51435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2F3E10A6-6B6A-4F85-95A6-0533E280E83D}"/>
              </a:ext>
            </a:extLst>
          </p:cNvPr>
          <p:cNvSpPr/>
          <p:nvPr/>
        </p:nvSpPr>
        <p:spPr>
          <a:xfrm>
            <a:off x="395536" y="1419622"/>
            <a:ext cx="4608512" cy="216024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000" b="1" i="0" u="none" strike="noStrike" kern="1200" cap="none" spc="500" normalizeH="0" baseline="0" noProof="0" dirty="0">
                <a:ln>
                  <a:noFill/>
                </a:ln>
                <a:solidFill>
                  <a:srgbClr val="FEFA98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미사전</a:t>
            </a:r>
            <a:endParaRPr kumimoji="0" lang="en-AU" altLang="ko-KR" sz="5000" b="1" i="0" u="none" strike="noStrike" kern="1200" cap="none" spc="500" normalizeH="0" baseline="0" noProof="0" dirty="0">
              <a:ln>
                <a:noFill/>
              </a:ln>
              <a:solidFill>
                <a:srgbClr val="FEFA98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altLang="ko-KR" sz="1000" b="1" i="0" u="none" strike="noStrike" kern="1200" cap="none" spc="500" normalizeH="0" baseline="0" noProof="0" dirty="0">
              <a:ln>
                <a:noFill/>
              </a:ln>
              <a:solidFill>
                <a:srgbClr val="FEFA98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1200" cap="none" spc="500" normalizeH="0" baseline="0" noProof="0" dirty="0">
                <a:ln>
                  <a:noFill/>
                </a:ln>
                <a:solidFill>
                  <a:srgbClr val="FEFA98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묵주기도</a:t>
            </a:r>
            <a:r>
              <a:rPr kumimoji="0" lang="en-US" altLang="ko-KR" sz="5400" b="1" i="0" u="none" strike="noStrike" kern="1200" cap="none" spc="5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600" b="1" i="0" u="none" strike="noStrike" kern="1200" cap="none" spc="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</a:t>
            </a:r>
            <a:endParaRPr kumimoji="0" lang="en-US" sz="2600" b="1" i="0" u="none" strike="noStrike" kern="1200" cap="none" spc="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32416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4392489" y="-13280"/>
            <a:ext cx="42839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환희의 신비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355976" y="829896"/>
            <a:ext cx="4680520" cy="3902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예수님을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잉태하심을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엘리사벳을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찾아보심을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예수님을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낳으심을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예수님을 성전에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바치심을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잃으셨던 예수님을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성전에서 찾으심을 묵상합시다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9" descr="A picture containing person, dancer, sport, dressed&#10;&#10;Description automatically generated">
            <a:extLst>
              <a:ext uri="{FF2B5EF4-FFF2-40B4-BE49-F238E27FC236}">
                <a16:creationId xmlns="" xmlns:a16="http://schemas.microsoft.com/office/drawing/2014/main" id="{78B578FA-CCBC-5E44-A311-B8617A0496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" y="-13280"/>
            <a:ext cx="4061379" cy="51567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ECE63323-FF19-498F-B949-3B682D0151C8}"/>
              </a:ext>
            </a:extLst>
          </p:cNvPr>
          <p:cNvSpPr txBox="1"/>
          <p:nvPr/>
        </p:nvSpPr>
        <p:spPr>
          <a:xfrm>
            <a:off x="6228184" y="4803998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87234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4211960" y="20882"/>
            <a:ext cx="453650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빛의 신비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427984" y="843558"/>
            <a:ext cx="4609315" cy="3902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세례받으심을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-10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카나에서 첫 기적을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행하심을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하느님 나라를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선포하심을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거룩하게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변모하심을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성체성사를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세우심을 묵상합시다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 descr="A picture containing text, posing, altar, decorated&#10;&#10;Description automatically generated">
            <a:extLst>
              <a:ext uri="{FF2B5EF4-FFF2-40B4-BE49-F238E27FC236}">
                <a16:creationId xmlns="" xmlns:a16="http://schemas.microsoft.com/office/drawing/2014/main" id="{1091DED7-0B2F-E74A-BCD0-0563CEB455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4176464" cy="51848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C9E256A-83A1-4576-AB18-425E9BFE02BC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126427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788024" y="339502"/>
            <a:ext cx="4320480" cy="4290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피땀 흘리심을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매맞으심을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가시관 쓰심을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십자가 지심을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 </a:t>
            </a:r>
            <a:r>
              <a:rPr kumimoji="0" lang="ko-KR" altLang="en-US" sz="2200" b="1" i="0" u="none" strike="noStrike" kern="1200" cap="none" spc="-10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십자가에 못박혀 돌아가심을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216025" y="2859782"/>
            <a:ext cx="42839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고통의 신비</a:t>
            </a:r>
            <a:endParaRPr kumimoji="0" lang="en-US" sz="45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496428" cy="27150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30566D66-75C5-4BA7-82C6-DFA22A4E78D7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174482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4499992" y="20882"/>
            <a:ext cx="42839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영광의 신비</a:t>
            </a:r>
            <a:endParaRPr kumimoji="0" lang="en-US" sz="45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355976" y="843558"/>
            <a:ext cx="4788024" cy="3902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부활하심을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승천하심을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성령을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보내심을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마리아를 하늘에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불러올리심을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마리아께 천상 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-15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모후의 관을 씌우심을 묵상합시다</a:t>
            </a:r>
            <a:endParaRPr kumimoji="0" lang="en-US" sz="2200" b="0" i="0" u="none" strike="noStrike" kern="1200" cap="none" spc="-15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Picture 2" descr="A picture containing text, indoor, altar, old&#10;&#10;Description automatically generated">
            <a:extLst>
              <a:ext uri="{FF2B5EF4-FFF2-40B4-BE49-F238E27FC236}">
                <a16:creationId xmlns="" xmlns:a16="http://schemas.microsoft.com/office/drawing/2014/main" id="{64644F55-96BE-524B-9190-8448A5CC81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861" y="-14524"/>
            <a:ext cx="4210805" cy="51580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BFD34390-0E41-49D0-A17C-99206DEA0F4C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652060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60232" y="51470"/>
            <a:ext cx="244827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algn="ctr"/>
            <a:r>
              <a:rPr lang="ko-KR" altLang="en-US" sz="2700" b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성모 찬송</a:t>
            </a:r>
            <a:endParaRPr sz="2700" b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6" name="직사각형 2"/>
          <p:cNvSpPr/>
          <p:nvPr/>
        </p:nvSpPr>
        <p:spPr>
          <a:xfrm>
            <a:off x="683568" y="267494"/>
            <a:ext cx="8208912" cy="4694516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marL="628650" marR="0" lvl="0" indent="-62865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모후이시며 사랑이 넘친 어머니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우리의 생명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기쁨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희망이시여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</a:p>
          <a:p>
            <a:pPr marL="628650" marR="0" lvl="0" indent="-62865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당신 우러러 하와의 그 자손들이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눈물을 흘리며 부르짖나이다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슬픔의 골짜기에서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8650" marR="0" lvl="0" indent="-62865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우리들의 보호자 성모님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불쌍한 저희를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인자로운 눈으로 굽어보소서</a:t>
            </a:r>
            <a:r>
              <a:rPr kumimoji="0" lang="en-AU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6DD40AD-2302-4806-8697-6499DFD8F740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34122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2"/>
          <p:cNvSpPr/>
          <p:nvPr/>
        </p:nvSpPr>
        <p:spPr>
          <a:xfrm>
            <a:off x="539552" y="411510"/>
            <a:ext cx="8280920" cy="4330762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marL="628650" marR="0" lvl="0" indent="-62865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귀양살이 끝날 때에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당신의 아들 우리 주 예수님 뵙게 하소서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너그러우시고 자애로우시며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!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아름다우신 동정 마리아님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</a:p>
          <a:p>
            <a:pPr marL="628650" marR="0" lvl="0" indent="-62865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천주의 성모님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저희를 위하여 빌어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주시어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8650" marR="0" lvl="0" indent="-62865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그리스도께서 약속하신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영원한 생명을 얻게 하소서</a:t>
            </a:r>
            <a:r>
              <a:rPr kumimoji="0" lang="en-AU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1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6660232" y="51470"/>
            <a:ext cx="244827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algn="ctr"/>
            <a:r>
              <a:rPr lang="ko-KR" altLang="en-US" sz="2700" b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성모 찬송</a:t>
            </a:r>
            <a:endParaRPr sz="2700" b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A7E1C11F-7321-415A-B616-8FB7C31B70D3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418613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2"/>
          <p:cNvSpPr/>
          <p:nvPr/>
        </p:nvSpPr>
        <p:spPr>
          <a:xfrm>
            <a:off x="539552" y="51470"/>
            <a:ext cx="8424936" cy="5024798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marL="539750" marR="0" lvl="0" indent="-53975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 </a:t>
            </a:r>
            <a:r>
              <a:rPr kumimoji="0" lang="ko-KR" altLang="en-US" sz="3000" b="1" i="0" u="none" strike="noStrike" kern="1200" cap="none" spc="10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기도합시다</a:t>
            </a:r>
            <a:endParaRPr kumimoji="0" lang="en-US" altLang="ko-KR" sz="30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9750" marR="0" lvl="0" indent="-53975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하느님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외아드님께서 삶과 죽음과 부활로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저희에게 영원한 구원을 마련해 주셨나이다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복되신 동정 마리아와 함께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이 신비를 묵상하며 묵주 기도를 바치오니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저희가 그 가르침을 따라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영원한 생명을 얻게 하소서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우리 주 그리스도를 통하여 비나이다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</a:p>
          <a:p>
            <a:pPr marL="539750" marR="0" lvl="0" indent="-53975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 멘</a:t>
            </a:r>
            <a:r>
              <a:rPr kumimoji="0" lang="en-AU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1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6660232" y="51470"/>
            <a:ext cx="244827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algn="ctr"/>
            <a:r>
              <a:rPr lang="ko-KR" altLang="en-US" sz="2700" b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성모 찬송</a:t>
            </a:r>
            <a:endParaRPr sz="2700" b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70EBFF76-89BB-4B25-8B45-9C3EB5963001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032287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/>
          <p:cNvPicPr>
            <a:picLocks noRot="1"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660436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/>
          <p:cNvSpPr txBox="1"/>
          <p:nvPr/>
        </p:nvSpPr>
        <p:spPr>
          <a:xfrm>
            <a:off x="2699792" y="1084177"/>
            <a:ext cx="5760640" cy="23318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미사가 시작되오니</a:t>
            </a:r>
            <a:r>
              <a:rPr lang="en-AU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</a:t>
            </a:r>
          </a:p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핸드폰 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설정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을</a:t>
            </a:r>
            <a:endParaRPr lang="en-AU" sz="3200" b="1" spc="154" dirty="0">
              <a:solidFill>
                <a:schemeClr val="bg1"/>
              </a:solidFill>
              <a:latin typeface="바탕" pitchFamily="18" charset="-127"/>
              <a:ea typeface="바탕" pitchFamily="18" charset="-127"/>
              <a:cs typeface="Malgun Gothic"/>
            </a:endParaRPr>
          </a:p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확인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하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시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기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바랍니다</a:t>
            </a:r>
            <a:endParaRPr sz="3200" spc="154" dirty="0">
              <a:solidFill>
                <a:schemeClr val="bg1"/>
              </a:solidFill>
              <a:latin typeface="바탕" pitchFamily="18" charset="-127"/>
              <a:ea typeface="바탕" pitchFamily="18" charset="-127"/>
              <a:cs typeface="Malgun Gothic"/>
            </a:endParaRPr>
          </a:p>
        </p:txBody>
      </p:sp>
      <p:pic>
        <p:nvPicPr>
          <p:cNvPr id="3" name="Picture 2" descr="See the source image">
            <a:extLst>
              <a:ext uri="{FF2B5EF4-FFF2-40B4-BE49-F238E27FC236}">
                <a16:creationId xmlns="" xmlns:a16="http://schemas.microsoft.com/office/drawing/2014/main" id="{233D9B60-48F6-4C8E-B527-60E426E725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9293" t="1400" r="6384" b="10800"/>
          <a:stretch/>
        </p:blipFill>
        <p:spPr bwMode="auto">
          <a:xfrm>
            <a:off x="755576" y="627534"/>
            <a:ext cx="1862270" cy="2088232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  <a:softEdge rad="127000"/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38885811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/>
          <p:cNvPicPr>
            <a:picLocks noRot="1"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79512" y="699542"/>
            <a:ext cx="8784976" cy="4265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12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지극히 어지신 구세주 예수님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,</a:t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 앞에 꿇어 경배하오니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저희를 굽어살피소서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20000"/>
              </a:lnSpc>
              <a:spcAft>
                <a:spcPts val="2100"/>
              </a:spcAft>
              <a:tabLst>
                <a:tab pos="719138" algn="l"/>
              </a:tabLst>
              <a:defRPr/>
            </a:pPr>
            <a:r>
              <a:rPr lang="ko-KR" altLang="en-US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en-US" altLang="ko-KR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저희는 이미 주님의 백성이오니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언제나 주님과 함께 살아가기를 바라나이다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주님과 하나 되고자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오늘 저희를 주님의 성심께 봉헌하나이다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827584" y="93861"/>
            <a:ext cx="7488832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8" defTabSz="914400">
              <a:defRPr/>
            </a:pPr>
            <a:r>
              <a:rPr lang="ko-KR" altLang="en-US" sz="3000" kern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예수 성심께 천하 만민을 바치는 기도</a:t>
            </a:r>
            <a:endParaRPr lang="ko-KR" altLang="en-US" sz="3000" kern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93315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/>
          <p:cNvSpPr/>
          <p:nvPr/>
        </p:nvSpPr>
        <p:spPr>
          <a:xfrm>
            <a:off x="251520" y="355916"/>
            <a:ext cx="8784976" cy="40880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주님을 일찍이 알아 모시지 못한 사람도 많고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주님을 알고도 주님의 계명을 저버리고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주님을 떠난 사람도 많사오니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30000"/>
              </a:lnSpc>
              <a:spcAft>
                <a:spcPts val="2400"/>
              </a:spcAft>
              <a:tabLst>
                <a:tab pos="719138" algn="l"/>
              </a:tabLst>
              <a:defRPr/>
            </a:pPr>
            <a:r>
              <a:rPr lang="ko-KR" altLang="en-US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en-US" altLang="ko-KR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지극히 인자하신 예수님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이런 사람들도 다 불쌍히 여기시어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주님의 성심께 이끌어 들이소서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26202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23528" y="30834"/>
            <a:ext cx="9001000" cy="4917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주님께서는 목자이시니 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주님을 떠나지 않은 사람들을 보살피시고 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이미 주님을 떠난 사람들은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다시 아버지 집으로 돌아오게 하시어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굶어 죽는 일이 없게 하소서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</a:p>
          <a:p>
            <a:pPr>
              <a:lnSpc>
                <a:spcPct val="120000"/>
              </a:lnSpc>
              <a:spcAft>
                <a:spcPts val="1200"/>
              </a:spcAft>
              <a:tabLst>
                <a:tab pos="719138" algn="l"/>
              </a:tabLst>
              <a:defRPr/>
            </a:pPr>
            <a:r>
              <a:rPr lang="ko-KR" altLang="en-US" sz="28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</a:t>
            </a:r>
            <a:r>
              <a:rPr lang="ko-KR" altLang="en-US" sz="30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30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옹졸한 고집에 사로잡힌 사람들이나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 err="1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불목하여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갈린 사람들도 부르시어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저희가 모두 같은 신앙을 고백하며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한 우리에서 한 목자 밑에 살게 하소서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41167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23528" y="115922"/>
            <a:ext cx="8784976" cy="4716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000" b="1" spc="-200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spc="-200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거룩한 교회를 평화의 깃발로 세우시고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모든 나라에 참된 평화를 주시어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온 세상 어디서나 입을 모아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저희를 구원하신 거룩하신 성심께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영원히 찬미와 영광과 흠숭을 드리게 하소서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 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endParaRPr lang="en-US" altLang="ko-KR" sz="3000" b="1" dirty="0">
              <a:solidFill>
                <a:srgbClr val="EEECE1">
                  <a:lumMod val="90000"/>
                </a:srgb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400" dirty="0">
                <a:solidFill>
                  <a:prstClr val="white"/>
                </a:solidFill>
                <a:latin typeface="맑은 고딕" panose="020B0503020000020004" pitchFamily="50" charset="-127"/>
              </a:rPr>
              <a:t>◎</a:t>
            </a:r>
            <a:r>
              <a:rPr lang="ko-KR" altLang="en-US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400" b="1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아 멘 </a:t>
            </a:r>
            <a:endParaRPr lang="en-US" altLang="ko-KR" sz="3400" b="1" dirty="0">
              <a:solidFill>
                <a:prstClr val="white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 </a:t>
            </a:r>
            <a:r>
              <a:rPr lang="en-US" altLang="ko-KR" sz="30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예수 성심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  <a:endParaRPr lang="en-US" altLang="ko-KR" sz="3000" b="1" dirty="0">
              <a:solidFill>
                <a:prstClr val="white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>
              <a:spcAft>
                <a:spcPts val="1800"/>
              </a:spcAft>
              <a:tabLst>
                <a:tab pos="719138" algn="l"/>
              </a:tabLst>
              <a:defRPr/>
            </a:pPr>
            <a:r>
              <a:rPr lang="ko-KR" altLang="en-US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 </a:t>
            </a:r>
            <a:r>
              <a:rPr lang="en-US" altLang="ko-KR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400" b="1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이 세상에 주님의 나라를 세우소서</a:t>
            </a:r>
            <a:r>
              <a:rPr lang="en-US" altLang="ko-KR" sz="3400" b="1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4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09755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/>
          <p:cNvPicPr>
            <a:picLocks noRot="1"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5060627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-7513"/>
            <a:ext cx="162608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입당송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179492" y="1261520"/>
            <a:ext cx="8637248" cy="1310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720000" indent="-720000">
              <a:lnSpc>
                <a:spcPct val="135000"/>
              </a:lnSpc>
              <a:defRPr/>
            </a:pP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 	저는 의로움으로 당신 얼굴 뵈옵고, 당신 영광 드러날 때 흡족하리이다.</a:t>
            </a:r>
            <a:endParaRPr kumimoji="0" lang="en-US" altLang="ko-KR" sz="3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/>
          <p:cNvPicPr>
            <a:picLocks noRot="1"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9980023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512" y="1491630"/>
            <a:ext cx="9071992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200" b="1" i="0" u="none" strike="noStrike" kern="1200" cap="none" spc="1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입 당</a:t>
            </a:r>
            <a:endParaRPr kumimoji="0" lang="en-US" altLang="ko-KR" sz="52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lvl="0" algn="ctr">
              <a:lnSpc>
                <a:spcPct val="120000"/>
              </a:lnSpc>
              <a:spcAft>
                <a:spcPts val="1200"/>
              </a:spcAft>
              <a:defRPr/>
            </a:pPr>
            <a:r>
              <a:rPr lang="en-US" altLang="ko-KR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329</a:t>
            </a:r>
            <a:endParaRPr kumimoji="0" lang="en-US" altLang="ko-KR" sz="48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76640453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Box 6">
            <a:extLst>
              <a:ext uri="{FF2B5EF4-FFF2-40B4-BE49-F238E27FC236}">
                <a16:creationId xmlns:a16="http://schemas.microsoft.com/office/drawing/2014/main" id="{B912B1E7-90F1-408C-AA25-88BF7E93693B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258C682-5C97-43C3-A3B1-01AC24005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5"/>
            <a:ext cx="10" cy="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9BDEEEE-91D9-4D89-9F0E-C72D143C6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5"/>
            <a:ext cx="10" cy="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70487E1-D866-4A95-AE62-421E0E64A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5"/>
            <a:ext cx="10" cy="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7201EA8-750A-4C42-AEAF-ADF14FA80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5"/>
            <a:ext cx="10" cy="9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A6BF0451-5F01-429B-BCCC-AEAF56D2DE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84" y="2571739"/>
            <a:ext cx="32" cy="2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F0C2607E-D4BD-44C3-8218-1FEAD8211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5"/>
            <a:ext cx="10" cy="9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09F9E461-7D27-4121-A610-5489074D3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5"/>
            <a:ext cx="10" cy="9"/>
          </a:xfrm>
          <a:prstGeom prst="rect">
            <a:avLst/>
          </a:prstGeom>
        </p:spPr>
      </p:pic>
      <p:sp>
        <p:nvSpPr>
          <p:cNvPr id="35" name="Rectangle 11">
            <a:extLst>
              <a:ext uri="{FF2B5EF4-FFF2-40B4-BE49-F238E27FC236}">
                <a16:creationId xmlns:a16="http://schemas.microsoft.com/office/drawing/2014/main" id="{7B376904-F72E-49C0-AD7E-98E51634849C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329</a:t>
            </a:r>
            <a:r>
              <a:rPr kumimoji="0" lang="en-US" altLang="ko-KR" sz="2800" b="0" i="0" u="none" strike="noStrike" kern="0" cap="none" spc="50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</a:t>
            </a:r>
            <a:r>
              <a:rPr kumimoji="0" lang="ko-KR" altLang="en-US" sz="2800" b="0" i="0" u="none" strike="noStrike" kern="0" cap="none" spc="30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미사 시작</a:t>
            </a:r>
            <a:endParaRPr kumimoji="0" lang="en-US" sz="2800" b="1" i="0" u="none" strike="noStrike" kern="1200" cap="none" spc="300" normalizeH="0" baseline="0" noProof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43EC98A-7344-4600-BF4F-9F5F42318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96" y="771550"/>
            <a:ext cx="9036496" cy="362254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Box 6">
            <a:extLst>
              <a:ext uri="{FF2B5EF4-FFF2-40B4-BE49-F238E27FC236}">
                <a16:creationId xmlns:a16="http://schemas.microsoft.com/office/drawing/2014/main" id="{B912B1E7-90F1-408C-AA25-88BF7E93693B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258C682-5C97-43C3-A3B1-01AC24005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5"/>
            <a:ext cx="10" cy="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9BDEEEE-91D9-4D89-9F0E-C72D143C6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5"/>
            <a:ext cx="10" cy="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70487E1-D866-4A95-AE62-421E0E64A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5"/>
            <a:ext cx="10" cy="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7201EA8-750A-4C42-AEAF-ADF14FA80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5"/>
            <a:ext cx="10" cy="9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A6BF0451-5F01-429B-BCCC-AEAF56D2DE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84" y="2571739"/>
            <a:ext cx="32" cy="2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F0C2607E-D4BD-44C3-8218-1FEAD8211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5"/>
            <a:ext cx="10" cy="9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09F9E461-7D27-4121-A610-5489074D3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5" y="2571745"/>
            <a:ext cx="10" cy="9"/>
          </a:xfrm>
          <a:prstGeom prst="rect">
            <a:avLst/>
          </a:prstGeom>
        </p:spPr>
      </p:pic>
      <p:sp>
        <p:nvSpPr>
          <p:cNvPr id="35" name="Rectangle 11">
            <a:extLst>
              <a:ext uri="{FF2B5EF4-FFF2-40B4-BE49-F238E27FC236}">
                <a16:creationId xmlns:a16="http://schemas.microsoft.com/office/drawing/2014/main" id="{7B376904-F72E-49C0-AD7E-98E51634849C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329</a:t>
            </a:r>
            <a:r>
              <a:rPr kumimoji="0" lang="en-US" altLang="ko-KR" sz="2800" b="0" i="0" u="none" strike="noStrike" kern="0" cap="none" spc="50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</a:t>
            </a:r>
            <a:r>
              <a:rPr kumimoji="0" lang="ko-KR" altLang="en-US" sz="2800" b="0" i="0" u="none" strike="noStrike" kern="0" cap="none" spc="30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미사 시작</a:t>
            </a:r>
            <a:endParaRPr kumimoji="0" lang="en-US" sz="2800" b="1" i="0" u="none" strike="noStrike" kern="1200" cap="none" spc="300" normalizeH="0" baseline="0" noProof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E4A9D9C-31A6-4C65-9D1B-ECDEA1D4FB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96" y="771550"/>
            <a:ext cx="8932712" cy="364830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11">
            <a:extLst>
              <a:ext uri="{FF2B5EF4-FFF2-40B4-BE49-F238E27FC236}">
                <a16:creationId xmlns:a16="http://schemas.microsoft.com/office/drawing/2014/main" id="{28BCECC7-2F46-46DE-9D89-81288B45A39D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329</a:t>
            </a:r>
            <a:r>
              <a:rPr kumimoji="0" lang="en-US" altLang="ko-KR" sz="2800" b="0" i="0" u="none" strike="noStrike" kern="0" cap="none" spc="50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</a:t>
            </a:r>
            <a:r>
              <a:rPr kumimoji="0" lang="ko-KR" altLang="en-US" sz="2800" b="0" i="0" u="none" strike="noStrike" kern="0" cap="none" spc="30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미사 시작</a:t>
            </a:r>
            <a:endParaRPr kumimoji="0" lang="en-US" sz="2800" b="1" i="0" u="none" strike="noStrike" kern="1200" cap="none" spc="300" normalizeH="0" baseline="0" noProof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12B1E7-90F1-408C-AA25-88BF7E93693B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90EDE2C-8000-4E19-8BEF-33D6DB4F7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555526"/>
            <a:ext cx="9001000" cy="417646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329</a:t>
            </a:r>
            <a:r>
              <a:rPr kumimoji="0" lang="en-US" altLang="ko-KR" sz="2800" b="0" i="0" u="none" strike="noStrike" kern="0" cap="none" spc="50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</a:t>
            </a:r>
            <a:r>
              <a:rPr kumimoji="0" lang="ko-KR" altLang="en-US" sz="2800" b="0" i="0" u="none" strike="noStrike" kern="0" cap="none" spc="30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미사 시작</a:t>
            </a:r>
            <a:endParaRPr kumimoji="0" lang="en-US" sz="2800" b="1" i="0" u="none" strike="noStrike" kern="1200" cap="none" spc="300" normalizeH="0" baseline="0" noProof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D5D644-C50D-498F-902A-49D3A3EA08F8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90581A5-9FFE-496C-8445-9DC4F1031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699542"/>
            <a:ext cx="9001000" cy="404049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1014778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1259632" y="843558"/>
            <a:ext cx="6696744" cy="390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   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성부와 성자와 성령의 이름으로</a:t>
            </a:r>
            <a:endParaRPr lang="en-AU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endParaRPr lang="en-US" altLang="ko-KR" sz="12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600"/>
              </a:spcAft>
            </a:pPr>
            <a:r>
              <a:rPr lang="en-US" altLang="ko-KR" sz="3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 </a:t>
            </a:r>
            <a:r>
              <a:rPr lang="ko-KR" altLang="en-US" sz="38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아멘</a:t>
            </a:r>
            <a:endParaRPr lang="en-AU" altLang="ko-KR" sz="38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endParaRPr lang="en-US" altLang="ko-KR" sz="32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600"/>
              </a:spcAft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   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r>
              <a:rPr 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endParaRPr lang="en-AU" sz="12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3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 </a:t>
            </a:r>
            <a:r>
              <a:rPr lang="ko-KR" altLang="en-US" sz="38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endParaRPr lang="en-AU" sz="38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endParaRPr lang="en-US" sz="38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1E06C859-AB35-A6D5-D640-1A48A346EEC0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40567919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844739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21" y="8"/>
            <a:ext cx="9137984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520148" y="3913492"/>
            <a:ext cx="2103555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/>
            <a:r>
              <a:rPr sz="3200" i="1" dirty="0">
                <a:solidFill>
                  <a:srgbClr val="231F20"/>
                </a:solidFill>
                <a:latin typeface="Lucida Calligraphy"/>
                <a:cs typeface="Lucida Calligraphy"/>
              </a:rPr>
              <a:t>Greeting</a:t>
            </a:r>
            <a:endParaRPr sz="3200" dirty="0">
              <a:latin typeface="Lucida Calligraphy"/>
              <a:cs typeface="Lucida Calligraphy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864418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067293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-20538"/>
            <a:ext cx="9108504" cy="4806372"/>
          </a:xfrm>
          <a:prstGeom prst="rect">
            <a:avLst/>
          </a:prstGeom>
          <a:noFill/>
        </p:spPr>
        <p:txBody>
          <a:bodyPr wrap="square" lIns="91434" tIns="45716" rIns="91434" bIns="45716" rtlCol="0" anchor="ctr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 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전능하신 하느님과 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75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형제들에게 고백하오니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생각과 말과 행위로 죄를 많이 지었으며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자주 의무를 소홀히 하였나이다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-30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&lt;</a:t>
            </a:r>
            <a:r>
              <a:rPr kumimoji="0" lang="ko-KR" altLang="en-US" sz="1800" b="1" i="0" u="none" strike="noStrike" kern="1200" cap="none" spc="-30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가슴을  치며</a:t>
            </a:r>
            <a:r>
              <a:rPr kumimoji="0" lang="en-US" altLang="ko-KR" sz="1800" b="1" i="0" u="none" strike="noStrike" kern="1200" cap="none" spc="-30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&gt;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 </a:t>
            </a:r>
            <a:r>
              <a:rPr kumimoji="0" lang="ko-KR" alt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제 탓이요</a:t>
            </a:r>
            <a:r>
              <a:rPr kumimoji="0" 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제 탓이요</a:t>
            </a:r>
            <a:r>
              <a:rPr kumimoji="0" 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저의 큰 탓이옵니다</a:t>
            </a:r>
            <a:endParaRPr kumimoji="0" lang="en-US" sz="32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그러므로 간절히 바라오니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평생 동정이신 성모 마리아와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모든 천사와 성인과 형제들은 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저를 위하여 하느님께 빌어주소서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="" xmlns:a16="http://schemas.microsoft.com/office/drawing/2014/main" id="{46F17F0B-9570-4BE5-A125-85B2AE51E472}"/>
              </a:ext>
            </a:extLst>
          </p:cNvPr>
          <p:cNvSpPr/>
          <p:nvPr/>
        </p:nvSpPr>
        <p:spPr>
          <a:xfrm>
            <a:off x="7092280" y="0"/>
            <a:ext cx="21602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PENITENTIAL RITE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ABAC996-AA42-4F21-942B-574FBF1BFFE3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6150073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17049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841" y="411510"/>
            <a:ext cx="8653675" cy="3804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971600" y="2715766"/>
            <a:ext cx="770485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      자비를    자  비를 베푸소   서</a:t>
            </a:r>
            <a:endParaRPr kumimoji="0" lang="en-US" sz="35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75656" y="1215211"/>
            <a:ext cx="7560840" cy="492443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님       자비를      자   비를   베푸 소     서</a:t>
            </a:r>
            <a:endParaRPr kumimoji="0" lang="en-US" sz="32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5576" y="4227934"/>
            <a:ext cx="7992888" cy="492443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</a:t>
            </a:r>
            <a:r>
              <a:rPr kumimoji="0" lang="ko-KR" altLang="en-US" sz="24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도님   자비를       자   비를   베푸 소  </a:t>
            </a:r>
            <a:r>
              <a:rPr kumimoji="0" lang="en-US" altLang="ko-KR" sz="25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서</a:t>
            </a:r>
            <a:endParaRPr kumimoji="0" lang="en-US" sz="32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11897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자비송 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="" xmlns:a16="http://schemas.microsoft.com/office/drawing/2014/main" id="{54F1C01B-BEDD-40BC-AF1C-65E4E87EC2AF}"/>
              </a:ext>
            </a:extLst>
          </p:cNvPr>
          <p:cNvSpPr/>
          <p:nvPr/>
        </p:nvSpPr>
        <p:spPr>
          <a:xfrm>
            <a:off x="8210116" y="-50155"/>
            <a:ext cx="8263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Kyrie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D42881FA-BE69-4B59-9382-5C3F35A8C04D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6280117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9" y="411510"/>
            <a:ext cx="8640959" cy="3781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54F1C01B-BEDD-40BC-AF1C-65E4E87EC2AF}"/>
              </a:ext>
            </a:extLst>
          </p:cNvPr>
          <p:cNvSpPr/>
          <p:nvPr/>
        </p:nvSpPr>
        <p:spPr>
          <a:xfrm>
            <a:off x="8210116" y="-50155"/>
            <a:ext cx="8263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Kyrie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9552" y="1206500"/>
            <a:ext cx="8280920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3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</a:t>
            </a:r>
            <a:r>
              <a:rPr kumimoji="0" lang="ko-KR" altLang="en-US" sz="23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도님</a:t>
            </a:r>
            <a:r>
              <a:rPr kumimoji="0" lang="ko-KR" altLang="en-US" sz="35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자비를   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자  비를   베푸 소     서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7584" y="4230836"/>
            <a:ext cx="7992888" cy="53860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님      자비를    자  비를  베푸소    서</a:t>
            </a:r>
            <a:endParaRPr kumimoji="0" lang="en-US" sz="35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7584" y="2764834"/>
            <a:ext cx="8136904" cy="492443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-2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님        자비를      자    비를  베푸 소      서</a:t>
            </a:r>
            <a:endParaRPr kumimoji="0" lang="en-US" sz="3200" b="0" i="0" u="none" strike="noStrike" kern="1200" cap="none" spc="-2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8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11897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자비송 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30AC91CC-0085-4083-A3C7-789DD5EF0741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6953329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9366310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80" y="699542"/>
            <a:ext cx="9026537" cy="310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1560" y="1919903"/>
            <a:ext cx="8280920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하 늘 높 은    데 서  는      하 느 님 </a:t>
            </a:r>
            <a:r>
              <a:rPr kumimoji="0" lang="ko-KR" altLang="en-US" sz="3300" b="0" i="0" u="none" strike="noStrike" kern="1200" cap="none" spc="-300" normalizeH="0" baseline="0" noProof="0" dirty="0" err="1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께</a:t>
            </a: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영    광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503" y="3939902"/>
            <a:ext cx="8993113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땅에서는 주님께서   사랑하시 는   사 람  들  에게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0EE4789C-4C08-4E25-BDEB-07E5F628CA0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230038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699542"/>
            <a:ext cx="9026537" cy="31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11560" y="4011910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전          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능하신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아버지     하  느    님 </a:t>
            </a:r>
            <a:endParaRPr kumimoji="0" lang="en-US" sz="3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1560" y="1923678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평 화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 </a:t>
            </a:r>
            <a:r>
              <a:rPr kumimoji="0" lang="ko-KR" alt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     하느님  하늘의    임  금  님</a:t>
            </a:r>
            <a:endParaRPr kumimoji="0" lang="en-US" sz="3300" b="0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C2C1DBC4-11ED-4C5E-8BF3-1993A79D7824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7105754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699542"/>
            <a:ext cx="9026537" cy="325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395535" y="4011910"/>
            <a:ext cx="8705081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주님을  흠숭 하 나이다   찬양 하  나  이   다 </a:t>
            </a:r>
            <a:endParaRPr kumimoji="0" lang="en-US" sz="3500" b="1" i="0" u="none" strike="noStrike" kern="1200" cap="none" spc="-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7544" y="1923678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2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주님을   기  리   나이다   찬미하    나  이    다 </a:t>
            </a:r>
            <a:endParaRPr kumimoji="0" lang="en-US" sz="3300" b="0" i="0" u="none" strike="noStrike" kern="1200" cap="none" spc="-2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8854EFE2-A6D9-49F1-9C61-48511C9D0573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4712557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771550"/>
            <a:ext cx="9026538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11560" y="1923678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님   영   광  크 시 오 니     감 사 하  나  이   다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3977357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외      아 들    주 예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수       </a:t>
            </a:r>
            <a:r>
              <a:rPr kumimoji="0" lang="ko-KR" altLang="en-US" sz="2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  </a:t>
            </a:r>
            <a:r>
              <a:rPr kumimoji="0" lang="en-US" altLang="ko-KR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2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    님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0A04C200-E43B-42B9-9C2E-EAE5A170E9C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7699355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699542"/>
            <a:ext cx="8972550" cy="313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1"/>
          <p:cNvGrpSpPr/>
          <p:nvPr/>
        </p:nvGrpSpPr>
        <p:grpSpPr>
          <a:xfrm>
            <a:off x="539552" y="1868800"/>
            <a:ext cx="8424936" cy="2609711"/>
            <a:chOff x="539552" y="1868800"/>
            <a:chExt cx="8424936" cy="2609711"/>
          </a:xfrm>
        </p:grpSpPr>
        <p:sp>
          <p:nvSpPr>
            <p:cNvPr id="10" name="TextBox 9"/>
            <p:cNvSpPr txBox="1"/>
            <p:nvPr/>
          </p:nvSpPr>
          <p:spPr>
            <a:xfrm>
              <a:off x="539552" y="1868800"/>
              <a:ext cx="8424936" cy="5386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3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EECE1">
                      <a:lumMod val="50000"/>
                    </a:srgbClr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주 하 느 님   성  부 의     아   드    님          </a:t>
              </a:r>
              <a:r>
                <a:rPr kumimoji="0" lang="ko-KR" altLang="en-US" sz="3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하   느</a:t>
              </a:r>
              <a:endParaRPr kumimoji="0" 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39552" y="3939902"/>
              <a:ext cx="8424936" cy="5386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님  의   어  </a:t>
              </a:r>
              <a:r>
                <a:rPr kumimoji="0" lang="ko-KR" altLang="en-US" sz="30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  </a:t>
              </a:r>
              <a:r>
                <a:rPr kumimoji="0" lang="en-US" altLang="ko-KR" sz="2000" b="0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~ ~         ~          ~              ~          ~               ~        </a:t>
              </a:r>
              <a:r>
                <a:rPr kumimoji="0" lang="ko-KR" altLang="en-US" sz="3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린     양                 </a:t>
              </a:r>
              <a:endParaRPr kumimoji="0" 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endParaRPr>
            </a:p>
          </p:txBody>
        </p:sp>
      </p:grp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6987F372-2179-44EC-85D8-E7B8206417C7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4401645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49" y="771550"/>
            <a:ext cx="9005367" cy="303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04056" y="1991911"/>
            <a:ext cx="8604448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세   상의  죄  를 없  애   시 는   주   님     저희에게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3905349"/>
            <a:ext cx="860444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자   비를  베푸소     서</a:t>
            </a:r>
            <a:r>
              <a:rPr kumimoji="0" lang="ko-KR" altLang="en-US" sz="3300" b="1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  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세   상의  죄  를 없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71F680BF-BE10-44CA-84EC-959B6DA5A41D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9316969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04" y="771550"/>
            <a:ext cx="9029700" cy="307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39552" y="1889125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애 시는 주 님   저희의  기  도를 들어주소 서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4008135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   부     오  른  편 에   </a:t>
            </a:r>
            <a:r>
              <a:rPr kumimoji="0" lang="ko-KR" altLang="en-US" sz="3300" b="0" i="0" u="none" strike="noStrike" kern="1200" cap="none" spc="-300" normalizeH="0" baseline="0" noProof="0" dirty="0" err="1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앉</a:t>
            </a: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아    계   신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  님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281521F-3CE3-4797-983D-13A0C3262BC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4878089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" y="771550"/>
            <a:ext cx="9010650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39552" y="1851670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저 희 에 게     자    비  를    베 푸 소       서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3977357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홀   로     거   룩 </a:t>
            </a:r>
            <a:r>
              <a:rPr kumimoji="0" lang="ko-KR" altLang="en-US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하   시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고            홀   로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875820F-C047-4D1D-99FE-4DADB98022FF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5840130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" y="699542"/>
            <a:ext cx="9086850" cy="334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467544" y="4083918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예  수   </a:t>
            </a:r>
            <a:r>
              <a:rPr kumimoji="0" lang="ko-KR" altLang="en-US" sz="26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</a:t>
            </a:r>
            <a:r>
              <a:rPr kumimoji="0" lang="ko-KR" altLang="en-US" sz="26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도님   성            령  과      함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께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7544" y="1940808"/>
            <a:ext cx="867645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  님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이    시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며            홀   로     높   으 신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553214D-94EB-485C-BC4C-2C7E1B2657A7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5103856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" y="679301"/>
            <a:ext cx="9024417" cy="347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7544" y="1889125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아버지     하   </a:t>
            </a:r>
            <a:r>
              <a:rPr kumimoji="0" lang="ko-KR" altLang="en-US" sz="3500" b="1" i="0" u="none" strike="noStrike" kern="1200" cap="none" spc="-3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느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님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의      </a:t>
            </a:r>
            <a:r>
              <a:rPr kumimoji="0" lang="ko-KR" altLang="en-US" sz="3500" b="1" i="0" u="none" strike="noStrike" kern="1200" cap="none" spc="-4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영    광     안     에</a:t>
            </a:r>
            <a:endParaRPr kumimoji="0" lang="en-US" sz="3500" b="1" i="0" u="none" strike="noStrike" kern="1200" cap="none" spc="-4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7544" y="4193381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계    시</a:t>
            </a:r>
            <a:r>
              <a:rPr kumimoji="0" lang="ko-KR" altLang="en-US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나   이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다             아            멘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9E3A592F-0F4A-4C93-BAB6-3D02179AE83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42540167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574762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2E6C414F-18E2-4F48-B39D-795A11AE6CDD}"/>
              </a:ext>
            </a:extLst>
          </p:cNvPr>
          <p:cNvSpPr/>
          <p:nvPr/>
        </p:nvSpPr>
        <p:spPr>
          <a:xfrm>
            <a:off x="6338855" y="19814"/>
            <a:ext cx="27012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The Liturgy of the Word</a:t>
            </a:r>
          </a:p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First Reading</a:t>
            </a:r>
          </a:p>
        </p:txBody>
      </p:sp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933313" y="987574"/>
            <a:ext cx="7311095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제 </a:t>
            </a:r>
            <a:r>
              <a:rPr lang="en-US" altLang="ko-KR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1 </a:t>
            </a: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독서</a:t>
            </a:r>
            <a:r>
              <a:rPr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200" spc="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이사야서의 말씀입니다.</a:t>
            </a:r>
            <a:r>
              <a:rPr lang="en-US" altLang="ko-KR" sz="3200" spc="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endParaRPr sz="3200" spc="78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1FE7A2D-6E85-173A-9162-61B4C6ADC665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4542"/>
            <a:ext cx="8856984" cy="47274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914400">
              <a:lnSpc>
                <a:spcPct val="110000"/>
              </a:lnSpc>
            </a:pP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주님께서 이렇게 말씀하신다.</a:t>
            </a:r>
          </a:p>
          <a:p>
            <a:pPr defTabSz="914400"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10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“비와 눈은 하늘에서 내려와 그리로 돌아가지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않고 오히려 땅을 적시어 기름지게 하고 싹이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돋아나게 하여 씨 뿌리는 사람에게 씨앗을 주고,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먹는 이에게 양식을 준다.</a:t>
            </a:r>
          </a:p>
          <a:p>
            <a:pPr defTabSz="914400"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11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이처럼 내 입에서 나가는 나의 말도 나에게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헛되이 돌아오지 않고 반드시 내가 뜻하는 바를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이루며 내가 내린 사명을 완수하고야 만다.”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F85566B-944E-78D9-90ED-0CF65E11E870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328112084"/>
      </p:ext>
    </p:extLst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object 3">
            <a:extLst>
              <a:ext uri="{FF2B5EF4-FFF2-40B4-BE49-F238E27FC236}">
                <a16:creationId xmlns:a16="http://schemas.microsoft.com/office/drawing/2014/main" xmlns="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 답 송   시편 65(64)</a:t>
            </a:r>
            <a:endParaRPr lang="ko-KR" altLang="en-US" sz="2200" b="1" dirty="0">
              <a:solidFill>
                <a:prstClr val="black">
                  <a:lumMod val="65000"/>
                  <a:lumOff val="35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AU" sz="2000" b="1" dirty="0">
                <a:solidFill>
                  <a:srgbClr val="C0504D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rgbClr val="C0504D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출처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박원주 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&lt;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화답송과 시편의 노래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&gt; 2022</a:t>
            </a:r>
            <a:endParaRPr lang="ko-KR" altLang="en-US" spc="-100" dirty="0">
              <a:solidFill>
                <a:prstClr val="white">
                  <a:lumMod val="50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4A87ED50-6D1C-1F57-E8FE-E91A14FEFB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0712" y="619483"/>
            <a:ext cx="8905784" cy="190066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34C23850-DB77-F7E0-4A41-FEA599A20DA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52952" y="2608862"/>
            <a:ext cx="7683544" cy="1768996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object 3"/>
          <p:cNvSpPr txBox="1">
            <a:spLocks/>
          </p:cNvSpPr>
          <p:nvPr/>
        </p:nvSpPr>
        <p:spPr>
          <a:xfrm>
            <a:off x="179512" y="1059582"/>
            <a:ext cx="8784976" cy="2166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목장들은 양 떼로 뒤덮이고, 골짜기에는 곡식이 가득 쌓여, 환성을 올리며 노래하나이다. ◎</a:t>
            </a:r>
            <a:endParaRPr lang="en-US" altLang="ko-KR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50000"/>
              </a:lnSpc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  시편 65(64)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F8B2C58-5C76-5761-5958-79D4735498C9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F85566B-944E-78D9-90ED-0CF65E11E870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object 3">
            <a:extLst>
              <a:ext uri="{FF2B5EF4-FFF2-40B4-BE49-F238E27FC236}">
                <a16:creationId xmlns="" xmlns:a16="http://schemas.microsoft.com/office/drawing/2014/main" id="{8B57CD69-B6F1-AC3B-8A41-A0099EB3E13A}"/>
              </a:ext>
            </a:extLst>
          </p:cNvPr>
          <p:cNvSpPr txBox="1">
            <a:spLocks/>
          </p:cNvSpPr>
          <p:nvPr/>
        </p:nvSpPr>
        <p:spPr>
          <a:xfrm>
            <a:off x="395536" y="2760479"/>
            <a:ext cx="5421432" cy="1323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10000"/>
              </a:lnSpc>
              <a:spcAft>
                <a:spcPts val="24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 marL="9938"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하느님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감사합니다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200" b="1" spc="-100" dirty="0">
              <a:solidFill>
                <a:schemeClr val="bg1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2773171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57476224"/>
      </p:ext>
    </p:extLst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object 3">
            <a:extLst>
              <a:ext uri="{FF2B5EF4-FFF2-40B4-BE49-F238E27FC236}">
                <a16:creationId xmlns:a16="http://schemas.microsoft.com/office/drawing/2014/main" xmlns="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 답 송   시편 65(64)</a:t>
            </a:r>
            <a:endParaRPr lang="ko-KR" altLang="en-US" sz="2200" b="1" dirty="0">
              <a:solidFill>
                <a:prstClr val="black">
                  <a:lumMod val="65000"/>
                  <a:lumOff val="35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AU" sz="2000" b="1" dirty="0">
                <a:solidFill>
                  <a:srgbClr val="C0504D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rgbClr val="C0504D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출처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박원주 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&lt;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화답송과 시편의 노래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&gt; 2022</a:t>
            </a:r>
            <a:endParaRPr lang="ko-KR" altLang="en-US" spc="-100" dirty="0">
              <a:solidFill>
                <a:prstClr val="white">
                  <a:lumMod val="50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4A87ED50-6D1C-1F57-E8FE-E91A14FEFB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0712" y="619483"/>
            <a:ext cx="8905784" cy="190066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34C23850-DB77-F7E0-4A41-FEA599A20DA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52952" y="2608862"/>
            <a:ext cx="7683544" cy="1768996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object 3"/>
          <p:cNvSpPr txBox="1">
            <a:spLocks/>
          </p:cNvSpPr>
          <p:nvPr/>
        </p:nvSpPr>
        <p:spPr>
          <a:xfrm>
            <a:off x="179512" y="1059582"/>
            <a:ext cx="8784976" cy="2166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하느님은 이 땅에 찾아오시어, 넘치는 물로 풍요롭게 하시나이다. 하느님의 강은 물로 가득하고, 당신은 곡식을 영글게 하시나이다. ◎</a:t>
            </a:r>
            <a:endParaRPr lang="en-US" altLang="ko-KR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50000"/>
              </a:lnSpc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  시편 65(64)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F8B2C58-5C76-5761-5958-79D4735498C9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94780995"/>
      </p:ext>
    </p:extLst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object 3">
            <a:extLst>
              <a:ext uri="{FF2B5EF4-FFF2-40B4-BE49-F238E27FC236}">
                <a16:creationId xmlns:a16="http://schemas.microsoft.com/office/drawing/2014/main" xmlns="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 답 송   시편 65(64)</a:t>
            </a:r>
            <a:endParaRPr lang="ko-KR" altLang="en-US" sz="2200" b="1" dirty="0">
              <a:solidFill>
                <a:prstClr val="black">
                  <a:lumMod val="65000"/>
                  <a:lumOff val="35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AU" sz="2000" b="1" dirty="0">
                <a:solidFill>
                  <a:srgbClr val="C0504D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rgbClr val="C0504D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출처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박원주 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&lt;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화답송과 시편의 노래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&gt; 2022</a:t>
            </a:r>
            <a:endParaRPr lang="ko-KR" altLang="en-US" spc="-100" dirty="0">
              <a:solidFill>
                <a:prstClr val="white">
                  <a:lumMod val="50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4A87ED50-6D1C-1F57-E8FE-E91A14FEFB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0712" y="619483"/>
            <a:ext cx="8905784" cy="190066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34C23850-DB77-F7E0-4A41-FEA599A20DA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52952" y="2608862"/>
            <a:ext cx="7683544" cy="1768996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object 3"/>
          <p:cNvSpPr txBox="1">
            <a:spLocks/>
          </p:cNvSpPr>
          <p:nvPr/>
        </p:nvSpPr>
        <p:spPr>
          <a:xfrm>
            <a:off x="179512" y="1059582"/>
            <a:ext cx="8784976" cy="2166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정녕 당신이 장만해 주시나이다. 고랑에 물 대시고 이랑을 고르시며, 비를 내려 부드럽게 하시어, 새싹들에게 복을 내리시나이다. ◎</a:t>
            </a:r>
            <a:endParaRPr lang="en-US" altLang="ko-KR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50000"/>
              </a:lnSpc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  시편 65(64)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F8B2C58-5C76-5761-5958-79D4735498C9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94780995"/>
      </p:ext>
    </p:extLst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object 3">
            <a:extLst>
              <a:ext uri="{FF2B5EF4-FFF2-40B4-BE49-F238E27FC236}">
                <a16:creationId xmlns:a16="http://schemas.microsoft.com/office/drawing/2014/main" xmlns="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 답 송   시편 65(64)</a:t>
            </a:r>
            <a:endParaRPr lang="ko-KR" altLang="en-US" sz="2200" b="1" dirty="0">
              <a:solidFill>
                <a:prstClr val="black">
                  <a:lumMod val="65000"/>
                  <a:lumOff val="35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AU" sz="2000" b="1" dirty="0">
                <a:solidFill>
                  <a:srgbClr val="C0504D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rgbClr val="C0504D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출처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박원주 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&lt;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화답송과 시편의 노래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&gt; 2022</a:t>
            </a:r>
            <a:endParaRPr lang="ko-KR" altLang="en-US" spc="-100" dirty="0">
              <a:solidFill>
                <a:prstClr val="white">
                  <a:lumMod val="50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4A87ED50-6D1C-1F57-E8FE-E91A14FEFB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0712" y="619483"/>
            <a:ext cx="8905784" cy="190066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34C23850-DB77-F7E0-4A41-FEA599A20DA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52952" y="2608862"/>
            <a:ext cx="7683544" cy="1768996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object 3"/>
          <p:cNvSpPr txBox="1">
            <a:spLocks/>
          </p:cNvSpPr>
          <p:nvPr/>
        </p:nvSpPr>
        <p:spPr>
          <a:xfrm>
            <a:off x="179512" y="1059582"/>
            <a:ext cx="8784976" cy="2166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한 해를 은혜로 풍요롭게 하시니, 당신이 가시는 길마다 기름진 땅이 되나이다. 사막의 풀밭에도 윤기가 흐르고, 언덕들도 기쁨의 띠를 두르나이다. ◎</a:t>
            </a:r>
            <a:endParaRPr lang="en-US" altLang="ko-KR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50000"/>
              </a:lnSpc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  시편 65(64)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F8B2C58-5C76-5761-5958-79D4735498C9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94780995"/>
      </p:ext>
    </p:extLst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object 3">
            <a:extLst>
              <a:ext uri="{FF2B5EF4-FFF2-40B4-BE49-F238E27FC236}">
                <a16:creationId xmlns:a16="http://schemas.microsoft.com/office/drawing/2014/main" xmlns="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 답 송   시편 65(64)</a:t>
            </a:r>
            <a:endParaRPr lang="ko-KR" altLang="en-US" sz="2200" b="1" dirty="0">
              <a:solidFill>
                <a:prstClr val="black">
                  <a:lumMod val="65000"/>
                  <a:lumOff val="35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AU" sz="2000" b="1" dirty="0">
                <a:solidFill>
                  <a:srgbClr val="C0504D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rgbClr val="C0504D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출처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박원주 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&lt;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화답송과 시편의 노래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&gt; 2022</a:t>
            </a:r>
            <a:endParaRPr lang="ko-KR" altLang="en-US" spc="-100" dirty="0">
              <a:solidFill>
                <a:prstClr val="white">
                  <a:lumMod val="50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4A87ED50-6D1C-1F57-E8FE-E91A14FEFB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0712" y="619483"/>
            <a:ext cx="8905784" cy="190066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34C23850-DB77-F7E0-4A41-FEA599A20DA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52952" y="2608862"/>
            <a:ext cx="7683544" cy="1768996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2E6C414F-18E2-4F48-B39D-795A11AE6CDD}"/>
              </a:ext>
            </a:extLst>
          </p:cNvPr>
          <p:cNvSpPr/>
          <p:nvPr/>
        </p:nvSpPr>
        <p:spPr>
          <a:xfrm>
            <a:off x="6338855" y="19814"/>
            <a:ext cx="27012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The Liturgy of the Word</a:t>
            </a:r>
          </a:p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Second Reading</a:t>
            </a:r>
          </a:p>
        </p:txBody>
      </p:sp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836821" y="898723"/>
            <a:ext cx="8199675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제 </a:t>
            </a:r>
            <a:r>
              <a:rPr lang="en-US" altLang="ko-KR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2 </a:t>
            </a: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독서</a:t>
            </a:r>
            <a:r>
              <a:rPr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사도 바오로의 로마서 말씀입니다.</a:t>
            </a:r>
            <a:r>
              <a:rPr lang="ko-KR" altLang="en-US" sz="3200" dirty="0" err="1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r>
              <a:rPr lang="ko-KR" altLang="en-US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r>
              <a:rPr lang="en-US" altLang="ko-KR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endParaRPr sz="3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6AB4F52-F9F3-2542-300A-B25E6C39DF8B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825"/>
            <a:ext cx="8928992" cy="48751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형제 여러분, </a:t>
            </a: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18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장차 우리에게 계시될 영광에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견주면, 지금 이 시대에 우리가 겪는 고난은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아무것도 아니라고 생각합니다.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19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사실 피조물은 하느님의 자녀들이 나타나기를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간절히 기다리고 있습니다.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20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피조물이 허무의 지배 아래 든 것은 자의가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아니라 그렇게 하신 분의 뜻이었습니다. 그러나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그것은 희망을 간직하고 있습니다.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21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피조물도 멸망의 종살이에서 해방되어,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1398046-AE45-B49F-564D-3C1EFD3D5441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78948583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8960"/>
            <a:ext cx="8928992" cy="43334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하느님의 자녀들이 누리는 영광의 자유를 얻을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것입니다.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22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우리는 모든 피조물이 지금까지 다 함께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탄식하며 진통을 겪고 있음을 알고 있습니다.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23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그러나 피조물만이 아니라 성령을 첫 선물로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받은 우리 자신도 하느님의 자녀가 되기를, 우리의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몸이 속량되기를 기다리며 속으로 탄식하고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있습니다.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1398046-AE45-B49F-564D-3C1EFD3D5441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78948583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5635"/>
            <a:ext cx="8928992" cy="2166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/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1398046-AE45-B49F-564D-3C1EFD3D5441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4" name="object 3"/>
          <p:cNvSpPr txBox="1">
            <a:spLocks/>
          </p:cNvSpPr>
          <p:nvPr/>
        </p:nvSpPr>
        <p:spPr>
          <a:xfrm>
            <a:off x="395536" y="2760479"/>
            <a:ext cx="5421432" cy="1323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10000"/>
              </a:lnSpc>
              <a:spcAft>
                <a:spcPts val="24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 marL="9938"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하느님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감사합니다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200" b="1" spc="-100" dirty="0">
              <a:solidFill>
                <a:schemeClr val="bg1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8948583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18761654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09F1B7D1-ED9E-48F2-98A0-A66CD7A16038}"/>
              </a:ext>
            </a:extLst>
          </p:cNvPr>
          <p:cNvSpPr/>
          <p:nvPr/>
        </p:nvSpPr>
        <p:spPr>
          <a:xfrm>
            <a:off x="467544" y="990125"/>
            <a:ext cx="8496944" cy="38841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8650" indent="-62865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3600" b="1" spc="300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◎</a:t>
            </a:r>
            <a:r>
              <a:rPr lang="ko-KR" altLang="en-US" sz="2400" b="1" spc="300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 </a:t>
            </a:r>
            <a:r>
              <a:rPr lang="ko-KR" altLang="en-US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알렐루야</a:t>
            </a: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AU" altLang="ko-KR" sz="3600" b="1" dirty="0">
              <a:solidFill>
                <a:schemeClr val="bg2">
                  <a:lumMod val="75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628650" indent="-628650" defTabSz="91440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tabLst>
                <a:tab pos="719138" algn="l"/>
              </a:tabLst>
            </a:pPr>
            <a:r>
              <a:rPr lang="en-US" altLang="ko-KR" sz="3200" b="1" dirty="0">
                <a:solidFill>
                  <a:schemeClr val="bg1"/>
                </a:solidFill>
                <a:latin typeface="대한" pitchFamily="50" charset="-127"/>
                <a:ea typeface="대한" pitchFamily="50" charset="-127"/>
              </a:rPr>
              <a:t>○ 	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씨앗은 하느님의 말씀, 씨 뿌리는 이는 그리스도이시니 그분을 찾는 사람은 모두 영원히 살리라.</a:t>
            </a:r>
          </a:p>
          <a:p>
            <a:pPr marL="628650" indent="-628650" defTabSz="91440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tabLst>
                <a:tab pos="719138" algn="l"/>
              </a:tabLst>
            </a:pPr>
            <a:r>
              <a:rPr lang="ko-KR" altLang="en-US" sz="3600" b="1" spc="300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◎ </a:t>
            </a:r>
            <a:r>
              <a:rPr lang="ko-KR" altLang="en-US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알렐루야</a:t>
            </a: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AU" altLang="ko-KR" sz="3600" b="1" spc="3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BA011866-7B88-4DA6-AFBF-292C0A0227E3}"/>
              </a:ext>
            </a:extLst>
          </p:cNvPr>
          <p:cNvSpPr/>
          <p:nvPr/>
        </p:nvSpPr>
        <p:spPr>
          <a:xfrm>
            <a:off x="7812360" y="51470"/>
            <a:ext cx="12961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>
                <a:solidFill>
                  <a:schemeClr val="accent2"/>
                </a:solidFill>
                <a:ea typeface="dotum" panose="020B0600000101010101" pitchFamily="50" charset="-127"/>
              </a:rPr>
              <a:t>ALLELUIA 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07505" y="-56310"/>
            <a:ext cx="1800200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kern="0" spc="-11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복음 환호</a:t>
            </a:r>
            <a:r>
              <a:rPr kumimoji="0" lang="ko-KR" altLang="en-US" sz="24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송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82F2A510-7ED5-A4CF-7469-985B6B9849EE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061078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35095316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1520" y="51470"/>
            <a:ext cx="1063304" cy="6381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938">
              <a:lnSpc>
                <a:spcPct val="150000"/>
              </a:lnSpc>
              <a:defRPr/>
            </a:pPr>
            <a:r>
              <a:rPr lang="ko-KR" altLang="en-US" sz="2800" kern="0" spc="78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Malgun Gothic"/>
              </a:rPr>
              <a:t>복 음</a:t>
            </a:r>
            <a:endParaRPr lang="en-US" altLang="ko-KR" sz="2800" kern="0" spc="78" dirty="0">
              <a:solidFill>
                <a:schemeClr val="tx1">
                  <a:lumMod val="75000"/>
                  <a:lumOff val="25000"/>
                </a:schemeClr>
              </a:solidFill>
              <a:latin typeface="궁서" pitchFamily="18" charset="-127"/>
              <a:ea typeface="궁서" pitchFamily="18" charset="-127"/>
              <a:cs typeface="Malgun Gothic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3F1A5630-FC74-4BD2-B1C5-E128C99C8C35}"/>
              </a:ext>
            </a:extLst>
          </p:cNvPr>
          <p:cNvSpPr/>
          <p:nvPr/>
        </p:nvSpPr>
        <p:spPr>
          <a:xfrm>
            <a:off x="8023077" y="91193"/>
            <a:ext cx="10134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ea typeface="dotum" panose="020B0600000101010101" pitchFamily="50" charset="-127"/>
              </a:rPr>
              <a:t>GOSPEL</a:t>
            </a:r>
            <a:endParaRPr lang="en-AU" sz="2000" dirty="0">
              <a:solidFill>
                <a:schemeClr val="accent2"/>
              </a:solidFill>
              <a:ea typeface="dotum" panose="020B0600000101010101" pitchFamily="50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35496" y="915566"/>
            <a:ext cx="9073008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r>
              <a:rPr lang="en-US" sz="3600" b="1" dirty="0">
                <a:solidFill>
                  <a:schemeClr val="bg2">
                    <a:lumMod val="2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r>
              <a:rPr lang="en-US" sz="44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marL="9938" algn="ctr">
              <a:lnSpc>
                <a:spcPct val="150000"/>
              </a:lnSpc>
              <a:defRPr/>
            </a:pPr>
            <a:r>
              <a:rPr lang="ko-KR" altLang="en-US" sz="3600" b="1" kern="0" spc="78" dirty="0" err="1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  <a:cs typeface="Malgun Gothic"/>
              </a:rPr>
              <a:t>마태오가 전한 거룩한 복음입니다.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 영광 받으소서</a:t>
            </a:r>
            <a:r>
              <a:rPr 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sz="4400" b="1" spc="300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  <a:endParaRPr lang="ko-KR" altLang="en-US" sz="4000" b="1" kern="0" spc="300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F9C1DA0-48E4-0A3D-200E-82D73AC8FE16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825"/>
            <a:ext cx="8928992" cy="48751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그날 예수님께서는 집에서 나와 호숫가에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앉으셨다.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그러자 많은 군중이 모여들어, 예수님께서는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배에 올라앉으시고 군중은 물가에 그대로 서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있었다.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예수님께서 그들에게 많은 것을 비유로 말씀해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주셨다. “자, 씨 뿌리는 사람이 씨를 뿌리러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나갔다.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4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그가 씨를 뿌리는데 어떤 것들은 길에 떨어져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8035870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825"/>
            <a:ext cx="8928992" cy="48751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새들이 와서 먹어 버렸다.</a:t>
            </a:r>
          </a:p>
          <a:p>
            <a:pPr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어떤 것들은 흙이 많지 않은 돌밭에 떨어졌다.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흙이 깊지 않아 싹은 곧 돋아났지만,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6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해가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솟아오르자 타고 말았다. 뿌리가 없어서 말라 버린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것이다.</a:t>
            </a:r>
          </a:p>
          <a:p>
            <a:pPr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7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 어떤 것들은 가시덤불 속에 떨어졌는데,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가시덤불이 자라면서 숨을 막아 버렸다.</a:t>
            </a:r>
          </a:p>
          <a:p>
            <a:pPr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8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그러나 어떤 것들은 좋은 땅에 떨어져 열매를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맺었는데, 어떤 것은 백 배, 어떤 것은 예순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8035870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5635"/>
            <a:ext cx="8928992" cy="21667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01FBAA5B-429A-AC19-8372-13816AAECB75}"/>
              </a:ext>
            </a:extLst>
          </p:cNvPr>
          <p:cNvSpPr txBox="1"/>
          <p:nvPr/>
        </p:nvSpPr>
        <p:spPr>
          <a:xfrm>
            <a:off x="395536" y="2760479"/>
            <a:ext cx="5421432" cy="1323439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>
              <a:lnSpc>
                <a:spcPct val="120000"/>
              </a:lnSpc>
              <a:spcAft>
                <a:spcPts val="36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 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그리스도님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찬미합니다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AU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035870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39939245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408318"/>
            <a:ext cx="9112468" cy="4539696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altLang="ko-KR" sz="28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8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한 분이신 하느님을</a:t>
            </a:r>
            <a:endParaRPr lang="en-AU" altLang="ko-KR" sz="28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spcAft>
                <a:spcPts val="1200"/>
              </a:spcAft>
            </a:pPr>
            <a:r>
              <a:rPr lang="ko-KR" altLang="en-US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저는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전능하신 아버지</a:t>
            </a:r>
            <a:endParaRPr lang="en-US" altLang="ko-KR" sz="33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spcAft>
                <a:spcPts val="1200"/>
              </a:spcAft>
            </a:pP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하늘과 땅과 유형무형한 만물의 창조주를 믿나이다</a:t>
            </a:r>
            <a:r>
              <a:rPr lang="en-US" altLang="ko-KR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한 분이신 주 예수 그리스도</a:t>
            </a:r>
            <a:r>
              <a:rPr lang="en-US" altLang="ko-KR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하느님의 외아들</a:t>
            </a:r>
            <a:endParaRPr lang="en-US" altLang="ko-KR" sz="3300" b="1" spc="-2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영원으로부터 성부에게서 나신 분을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하느님에게서 나신 하느님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빛에서 나신 빛</a:t>
            </a:r>
            <a:endParaRPr lang="en-US" altLang="ko-KR" sz="33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참 하느님에게서 나신 참 하느님으로서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D8BB748-A32F-6462-94EB-25D080D502FE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67717407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-3964" y="483518"/>
            <a:ext cx="9112468" cy="4333679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창조되지 않고 나시어</a:t>
            </a:r>
            <a:endParaRPr lang="en-US" altLang="ko-KR" sz="33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성부와 한 본체로서 만물을 창조하셨음을 믿나이다</a:t>
            </a:r>
            <a:r>
              <a:rPr lang="en-US" altLang="ko-KR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성자께서는 저희 인간을 위하여</a:t>
            </a:r>
            <a:r>
              <a:rPr lang="en-US" altLang="ko-KR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 구원을 위하여</a:t>
            </a:r>
            <a:endParaRPr lang="en-US" altLang="ko-KR" sz="3300" b="1" spc="-25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하늘에서 내려오셨음을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en-US" altLang="ko-KR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고개를 숙이며</a:t>
            </a:r>
            <a:r>
              <a:rPr lang="en-US" altLang="ko-KR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)</a:t>
            </a:r>
            <a:endParaRPr lang="en-US" altLang="ko-KR" sz="2700" b="1" spc="-150" dirty="0">
              <a:solidFill>
                <a:schemeClr val="bg2">
                  <a:lumMod val="75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성령으로 인하여 동정 마리아에게서 </a:t>
            </a:r>
            <a:endParaRPr lang="en-US" altLang="ko-KR" sz="3300" b="1" spc="-100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육신을 취하시어 사람이 되셨음을 믿나이다</a:t>
            </a:r>
            <a:r>
              <a:rPr lang="en-US" altLang="ko-KR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51470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20537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994C5A4-1461-A3A3-A9BC-4287F8AD4792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32681918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483518"/>
            <a:ext cx="9112468" cy="456124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본시오 빌라도 통치 아래서 저희를 위하여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십자가에 못박혀 수난하고 묻히셨으며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성서 말씀대로 사흗날에 부활하시어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 올라 성부 오른편에 앉아계심을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그분께서는 산 이와 죽은 이를 심판하러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영광 속에 다시 오시리니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그분의 나라는 끝이 없으리이다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주님이시며 생명을 주시는 성령을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38417DFD-D400-3540-EC92-BE58CBA007BF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19426312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555526"/>
            <a:ext cx="9112468" cy="456124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성령께서는 성부와 성자에게서 발하시고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성부와 성자와 더불어 영광과 흠숭을 받으시며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예언자들을 통하여 말씀하셨나이다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하나이고 거룩하고 보편되며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사도로부터 이어오는 교회를 믿나이다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죄를 씻는 유일한 세례를 믿으며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죽은 이들의 부활과 내세의 삶을 기다리나이다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400" b="1" kern="0" spc="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 멘</a:t>
            </a:r>
            <a:endParaRPr lang="en-US" altLang="ko-KR" sz="3400" b="1" kern="0" spc="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FE06783-6E3F-F368-C119-CA9158C1C15C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89503268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87090251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ACD40E72-356A-48F9-B4B4-C5DE180779DC}"/>
              </a:ext>
            </a:extLst>
          </p:cNvPr>
          <p:cNvSpPr/>
          <p:nvPr/>
        </p:nvSpPr>
        <p:spPr>
          <a:xfrm>
            <a:off x="1187624" y="2753221"/>
            <a:ext cx="7848872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주  님 저 희  기 도 를   들 어 주 소  서</a:t>
            </a:r>
            <a:endParaRPr lang="en-AU" sz="3500" b="1" spc="-1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A8007D4A-C025-9699-6ED8-E280F1E92FD5}"/>
              </a:ext>
            </a:extLst>
          </p:cNvPr>
          <p:cNvSpPr/>
          <p:nvPr/>
        </p:nvSpPr>
        <p:spPr>
          <a:xfrm>
            <a:off x="74079" y="21853"/>
            <a:ext cx="35958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보편 지향 기도 응답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370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47614"/>
            <a:ext cx="8856984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E68BFCF-6764-BDD5-F1A9-AE13B776D241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59900982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6" y="1419622"/>
            <a:ext cx="9107488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200" b="1" i="0" u="none" strike="noStrike" kern="1200" cap="none" spc="1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봉 헌</a:t>
            </a:r>
            <a:endParaRPr kumimoji="0" lang="en-US" altLang="ko-KR" sz="52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lvl="0" algn="ctr">
              <a:lnSpc>
                <a:spcPct val="120000"/>
              </a:lnSpc>
              <a:spcAft>
                <a:spcPts val="1200"/>
              </a:spcAft>
              <a:defRPr/>
            </a:pPr>
            <a:r>
              <a:rPr lang="en-US" altLang="ko-KR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221</a:t>
            </a:r>
            <a:endParaRPr kumimoji="0" lang="en-US" sz="4800" b="1" i="0" u="none" strike="noStrike" kern="1200" cap="none" spc="15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74835621"/>
      </p:ext>
    </p:extLst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221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받아주소서</a:t>
            </a:r>
            <a:endParaRPr kumimoji="0" lang="en-US" altLang="en-US" sz="2800" b="0" i="0" u="none" strike="noStrike" kern="0" cap="none" spc="3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D92485-029D-D0F7-6E1E-BA75ADD6181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860638-85A3-5C27-F012-CC25495CC42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0" r="2750"/>
          <a:stretch>
            <a:fillRect/>
          </a:stretch>
        </p:blipFill>
        <p:spPr>
          <a:xfrm>
            <a:off x="0" y="807654"/>
            <a:ext cx="9108504" cy="378032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221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받아주소서</a:t>
            </a:r>
            <a:endParaRPr kumimoji="0" lang="en-US" altLang="en-US" sz="2800" b="0" i="0" u="none" strike="noStrike" kern="0" cap="none" spc="3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D92485-029D-D0F7-6E1E-BA75ADD6181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2EDF4F-A12D-DAA0-5B7A-CE44D24E997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8821"/>
            <a:ext cx="9144000" cy="3625858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221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받아주소서</a:t>
            </a:r>
            <a:endParaRPr kumimoji="0" lang="en-US" altLang="en-US" sz="2800" b="0" i="0" u="none" strike="noStrike" kern="0" cap="none" spc="3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AEE3DA-7C87-B136-DF5A-2E054AAE19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B9BABFB-EB38-FCF9-9514-5B5CE0E3FE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8" r="3538"/>
          <a:stretch>
            <a:fillRect/>
          </a:stretch>
        </p:blipFill>
        <p:spPr>
          <a:xfrm>
            <a:off x="35496" y="594008"/>
            <a:ext cx="9001000" cy="4190129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771550"/>
            <a:ext cx="9144000" cy="317009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/>
            <a:r>
              <a:rPr lang="ko-KR" alt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사제의 손으로 바치는 이 제사가 </a:t>
            </a:r>
            <a:endParaRPr lang="en-US" altLang="ko-KR" sz="40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endParaRPr lang="en-US" altLang="ko-KR" sz="40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이름에는 찬미와 영광이 되고</a:t>
            </a:r>
            <a:r>
              <a:rPr 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</a:t>
            </a:r>
            <a:endParaRPr lang="en-US" sz="4000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      </a:t>
            </a:r>
          </a:p>
          <a:p>
            <a:pPr algn="ctr"/>
            <a:r>
              <a:rPr lang="ko-KR" altLang="en-US" sz="4000" b="1" spc="-11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저희와 온 교회에는 도움이 되게 하소서</a:t>
            </a:r>
            <a:r>
              <a:rPr lang="en-US" sz="32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endParaRPr lang="en-US" sz="3200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204E33DC-A449-C97D-92A8-1B01DC72C67B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1043608" y="54760"/>
            <a:ext cx="6989440" cy="496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endParaRPr lang="en-AU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또한 사제의 영과 함께</a:t>
            </a:r>
            <a:endParaRPr lang="en-AU" altLang="ko-KR" sz="3800" b="1" spc="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AU" altLang="ko-KR" sz="5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마음을 드높이</a:t>
            </a:r>
            <a:r>
              <a:rPr 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! </a:t>
            </a:r>
          </a:p>
          <a:p>
            <a:pPr algn="ctr">
              <a:lnSpc>
                <a:spcPct val="150000"/>
              </a:lnSpc>
            </a:pPr>
            <a:r>
              <a:rPr lang="ko-KR" alt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주님께 올립니다</a:t>
            </a:r>
            <a:endParaRPr lang="en-AU" altLang="ko-KR" sz="3800" b="1" spc="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US" sz="5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우리 주 하느님께 감사합시다</a:t>
            </a:r>
            <a:endParaRPr lang="en-US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마땅하고 옳은 일입니다</a:t>
            </a:r>
            <a:r>
              <a:rPr 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05B464F-F4CB-749F-8172-63D5602277FA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82022553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9073008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6228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거룩하시도다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7584" y="1889125"/>
            <a:ext cx="799288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200" dirty="0">
                <a:latin typeface="궁서" pitchFamily="18" charset="-127"/>
                <a:ea typeface="궁서" pitchFamily="18" charset="-127"/>
              </a:rPr>
              <a:t>거룩하시  도</a:t>
            </a:r>
            <a:r>
              <a:rPr lang="en-US" altLang="ko-KR" sz="2000" spc="-2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200" dirty="0">
                <a:latin typeface="궁서" pitchFamily="18" charset="-127"/>
                <a:ea typeface="궁서" pitchFamily="18" charset="-127"/>
              </a:rPr>
              <a:t>다    거룩하시 도</a:t>
            </a:r>
            <a:r>
              <a:rPr lang="en-US" altLang="ko-KR" sz="2000" spc="-2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200" dirty="0">
                <a:latin typeface="궁서" pitchFamily="18" charset="-127"/>
                <a:ea typeface="궁서" pitchFamily="18" charset="-127"/>
              </a:rPr>
              <a:t>다    거  룩  </a:t>
            </a:r>
            <a:endParaRPr lang="en-US" sz="3500" b="1" spc="-2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5576" y="3939902"/>
            <a:ext cx="835292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하시도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다        온 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  누 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  리 의  주 하느 님  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7C852459-1BA5-2B64-83D4-9BC2E487BB2B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88832031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" y="771550"/>
            <a:ext cx="9107488" cy="3088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27584" y="1817117"/>
            <a:ext cx="8208912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하늘과 땅 에 가득찬  그 영  광     높 은   데 서  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9592" y="3905349"/>
            <a:ext cx="813690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호 산    나     주님의   이름으로  오 시는  분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  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6228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거룩하시도다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857E380-ED81-9DC7-4EF7-02FC01EC32F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89117898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237598"/>
            <a:ext cx="9073008" cy="1118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83568" y="2499742"/>
            <a:ext cx="835292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찬미받  으 소   서       높 은  데 서   호 산   나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6228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거룩하시도다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80DF26E-DE87-5333-B069-751F18A7CF1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71310413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65310861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ECB4AB07-B303-4F10-88DE-59AA695BADE4}"/>
              </a:ext>
            </a:extLst>
          </p:cNvPr>
          <p:cNvSpPr/>
          <p:nvPr/>
        </p:nvSpPr>
        <p:spPr>
          <a:xfrm>
            <a:off x="467544" y="195486"/>
            <a:ext cx="7848872" cy="2569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900" b="1" spc="200" dirty="0">
                <a:solidFill>
                  <a:schemeClr val="bg2">
                    <a:lumMod val="50000"/>
                  </a:schemeClr>
                </a:solidFill>
                <a:latin typeface="Gungsuh" pitchFamily="18" charset="-127"/>
                <a:ea typeface="Gungsuh" pitchFamily="18" charset="-127"/>
              </a:rPr>
              <a:t>†</a:t>
            </a:r>
            <a:r>
              <a:rPr lang="en-AU" sz="2900" b="1" spc="200" dirty="0">
                <a:solidFill>
                  <a:schemeClr val="bg2">
                    <a:lumMod val="50000"/>
                  </a:schemeClr>
                </a:solidFill>
                <a:latin typeface="Gungsuh" pitchFamily="18" charset="-127"/>
                <a:ea typeface="Gungsuh" pitchFamily="18" charset="-127"/>
              </a:rPr>
              <a:t> 신앙의 신비여!</a:t>
            </a:r>
          </a:p>
          <a:p>
            <a:r>
              <a:rPr lang="en-AU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대한" pitchFamily="50" charset="-127"/>
                <a:ea typeface="대한" pitchFamily="50" charset="-127"/>
              </a:rPr>
              <a:t> </a:t>
            </a:r>
            <a:endParaRPr lang="en-AU" sz="2500" b="1" dirty="0">
              <a:solidFill>
                <a:schemeClr val="tx1">
                  <a:lumMod val="65000"/>
                  <a:lumOff val="35000"/>
                </a:schemeClr>
              </a:solidFill>
              <a:latin typeface="대한" pitchFamily="50" charset="-127"/>
              <a:ea typeface="대한" pitchFamily="50" charset="-127"/>
            </a:endParaRPr>
          </a:p>
          <a:p>
            <a:endParaRPr lang="en-AU" sz="2500" b="1" dirty="0">
              <a:solidFill>
                <a:schemeClr val="tx1">
                  <a:lumMod val="65000"/>
                  <a:lumOff val="35000"/>
                </a:schemeClr>
              </a:solidFill>
              <a:latin typeface="대한" pitchFamily="50" charset="-127"/>
              <a:ea typeface="대한" pitchFamily="50" charset="-127"/>
            </a:endParaRPr>
          </a:p>
          <a:p>
            <a:pPr marL="625475" indent="-625475">
              <a:lnSpc>
                <a:spcPct val="150000"/>
              </a:lnSpc>
            </a:pPr>
            <a:r>
              <a:rPr lang="ko-KR" altLang="en-US" sz="2500" b="1" dirty="0">
                <a:latin typeface="대한" pitchFamily="50" charset="-127"/>
                <a:ea typeface="대한" pitchFamily="50" charset="-127"/>
              </a:rPr>
              <a:t>                </a:t>
            </a:r>
            <a:endParaRPr lang="en-AU" sz="2500" b="1" dirty="0">
              <a:latin typeface="대한" pitchFamily="50" charset="-127"/>
              <a:ea typeface="대한" pitchFamily="50" charset="-127"/>
            </a:endParaRPr>
          </a:p>
          <a:p>
            <a:pPr marL="625475" indent="-625475">
              <a:lnSpc>
                <a:spcPct val="150000"/>
              </a:lnSpc>
            </a:pPr>
            <a:endParaRPr lang="en-AU" sz="2500" b="1" spc="100" dirty="0"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8D1B0601-AAD3-4807-A151-5BAAA075082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66804" b="24796"/>
          <a:stretch/>
        </p:blipFill>
        <p:spPr>
          <a:xfrm>
            <a:off x="0" y="3558930"/>
            <a:ext cx="8676456" cy="8850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236406A-F09D-448F-BB39-782F856CB5E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45641" b="45959"/>
          <a:stretch/>
        </p:blipFill>
        <p:spPr>
          <a:xfrm>
            <a:off x="107504" y="2067694"/>
            <a:ext cx="8568952" cy="10081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91680" y="2912599"/>
            <a:ext cx="684076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3600" b="1" spc="-400" dirty="0">
                <a:latin typeface="궁서" panose="02030600000101010101" pitchFamily="18" charset="-127"/>
                <a:ea typeface="궁서" panose="02030600000101010101" pitchFamily="18" charset="-127"/>
              </a:rPr>
              <a:t>주  님의  죽 음 을  </a:t>
            </a:r>
            <a:r>
              <a:rPr lang="ko-KR" altLang="en-US" sz="3600" b="1" spc="-500" dirty="0">
                <a:latin typeface="궁서" panose="02030600000101010101" pitchFamily="18" charset="-127"/>
                <a:ea typeface="궁서" panose="02030600000101010101" pitchFamily="18" charset="-127"/>
              </a:rPr>
              <a:t>죽 음 을  전 하 며</a:t>
            </a:r>
            <a:endParaRPr lang="en-US" sz="3600" b="1" spc="-5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47664" y="4299942"/>
            <a:ext cx="597666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3600" b="1" spc="-400" dirty="0">
                <a:latin typeface="궁서" panose="02030600000101010101" pitchFamily="18" charset="-127"/>
                <a:ea typeface="궁서" panose="02030600000101010101" pitchFamily="18" charset="-127"/>
              </a:rPr>
              <a:t> 부 활  을  선  포   하 나  이     다</a:t>
            </a:r>
            <a:endParaRPr lang="en-US" sz="3600" b="1" spc="-4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63688" y="1546188"/>
            <a:ext cx="604867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3600" b="1" spc="-300" dirty="0">
                <a:latin typeface="궁서" panose="02030600000101010101" pitchFamily="18" charset="-127"/>
                <a:ea typeface="궁서" panose="02030600000101010101" pitchFamily="18" charset="-127"/>
              </a:rPr>
              <a:t>주 님 께 서    오 실 때 까   지  </a:t>
            </a:r>
            <a:endParaRPr lang="en-US" sz="3600" b="1" spc="-3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6A43B463-4EDB-4FC4-A910-12820A56084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6285" t="24478" r="5206" b="67122"/>
          <a:stretch/>
        </p:blipFill>
        <p:spPr>
          <a:xfrm>
            <a:off x="611560" y="750618"/>
            <a:ext cx="7632848" cy="8850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86B2038-8497-ACB2-3E10-3E92D66231C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2212E37E-CE73-4C83-A10D-F68D2DCC67EA}"/>
              </a:ext>
            </a:extLst>
          </p:cNvPr>
          <p:cNvSpPr/>
          <p:nvPr/>
        </p:nvSpPr>
        <p:spPr>
          <a:xfrm>
            <a:off x="539552" y="339502"/>
            <a:ext cx="8208912" cy="2345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8163" indent="-430213">
              <a:lnSpc>
                <a:spcPct val="120000"/>
              </a:lnSpc>
              <a:spcAft>
                <a:spcPts val="3600"/>
              </a:spcAft>
            </a:pPr>
            <a:r>
              <a:rPr lang="en-US" altLang="ko-KR" sz="32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</a:t>
            </a:r>
            <a:r>
              <a:rPr lang="en-AU" altLang="ko-KR" sz="29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그리스도를 통하여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그리스도와 함께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  <a:b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그리스도 안에서 성령으로 하나 되어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  <a:b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전능하신 천주 성부 모든 영예와 영광을 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영원히 받으소서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AU" sz="3000" b="1" spc="1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48E7F1C-F0CD-3DA3-F130-D00474F176E6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06269460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D5DDFB9-E21C-D37A-87E7-3B66B8B6F3F2}"/>
              </a:ext>
            </a:extLst>
          </p:cNvPr>
          <p:cNvSpPr/>
          <p:nvPr/>
        </p:nvSpPr>
        <p:spPr>
          <a:xfrm>
            <a:off x="1179865" y="2787774"/>
            <a:ext cx="7712615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아   멘     아   멘     아   </a:t>
            </a:r>
            <a:r>
              <a:rPr lang="en-US" altLang="ko-KR" sz="18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~           ~         ~</a:t>
            </a:r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    멘</a:t>
            </a:r>
            <a:endParaRPr lang="en-AU" sz="3500" b="1" spc="-1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326B96C9-24CE-0A31-40E9-58FD37D40612}"/>
              </a:ext>
            </a:extLst>
          </p:cNvPr>
          <p:cNvSpPr/>
          <p:nvPr/>
        </p:nvSpPr>
        <p:spPr>
          <a:xfrm>
            <a:off x="130288" y="21853"/>
            <a:ext cx="14173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아멘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378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47614"/>
            <a:ext cx="8928992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EA6C737-4245-88D5-2153-4DF4A304BCD1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52422898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46471659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699542"/>
            <a:ext cx="9073008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8AF27E5F-1B74-4417-9D70-2ABEC173B2C1}"/>
              </a:ext>
            </a:extLst>
          </p:cNvPr>
          <p:cNvSpPr txBox="1"/>
          <p:nvPr/>
        </p:nvSpPr>
        <p:spPr>
          <a:xfrm>
            <a:off x="323528" y="1961133"/>
            <a:ext cx="8428300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 하     늘   에      계     신        우    리  아  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버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지  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16228354-712F-4C2E-B2EB-1C9BA798BE6C}"/>
              </a:ext>
            </a:extLst>
          </p:cNvPr>
          <p:cNvSpPr txBox="1"/>
          <p:nvPr/>
        </p:nvSpPr>
        <p:spPr>
          <a:xfrm>
            <a:off x="683568" y="3905349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아   버 지 의     이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름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이        거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룩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히 빛  나 시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며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FD7086DF-2132-C436-E379-9892FE865C8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31663022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699542"/>
            <a:ext cx="9034425" cy="2952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F03926DC-71D6-4C92-80A9-9DE2543C24B2}"/>
              </a:ext>
            </a:extLst>
          </p:cNvPr>
          <p:cNvSpPr txBox="1"/>
          <p:nvPr/>
        </p:nvSpPr>
        <p:spPr>
          <a:xfrm>
            <a:off x="683568" y="1817117"/>
            <a:ext cx="8208912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아버지의 나 라가 오 시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며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아버지의   뜻     이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5A3E0648-C43D-4865-82F7-1A82614548EF}"/>
              </a:ext>
            </a:extLst>
          </p:cNvPr>
          <p:cNvSpPr txBox="1"/>
          <p:nvPr/>
        </p:nvSpPr>
        <p:spPr>
          <a:xfrm>
            <a:off x="658582" y="3689325"/>
            <a:ext cx="837791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하  늘 에서   와  같  이   땅에서도 이 루어 지 소  서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8FD79B0-9210-FA64-A811-F26F6545D16A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414096196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8" y="699542"/>
            <a:ext cx="9036496" cy="3087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7312A9F0-E898-4DDF-B441-5671C22A106D}"/>
              </a:ext>
            </a:extLst>
          </p:cNvPr>
          <p:cNvSpPr txBox="1"/>
          <p:nvPr/>
        </p:nvSpPr>
        <p:spPr>
          <a:xfrm>
            <a:off x="251521" y="1817117"/>
            <a:ext cx="8892480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오 늘저 희 에  게   일용할 양식을 주시고   저 희에 게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4B7D8206-85B5-4139-848E-8A5EB9E4E8EA}"/>
              </a:ext>
            </a:extLst>
          </p:cNvPr>
          <p:cNvSpPr txBox="1"/>
          <p:nvPr/>
        </p:nvSpPr>
        <p:spPr>
          <a:xfrm>
            <a:off x="251520" y="3905349"/>
            <a:ext cx="885698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잘  못 한  이를  저 희가  용 서 하 오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니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저   희 죄 를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436FA29-A738-5806-817B-9060E82B0EB3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07738711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699542"/>
            <a:ext cx="9073008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3047B756-ED3D-4E1B-B261-9DDC2C67D1BB}"/>
              </a:ext>
            </a:extLst>
          </p:cNvPr>
          <p:cNvSpPr txBox="1"/>
          <p:nvPr/>
        </p:nvSpPr>
        <p:spPr>
          <a:xfrm>
            <a:off x="467544" y="1817117"/>
            <a:ext cx="8568952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용   서      하   시     고          저 희 를 유 혹에 빠 지 지 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DD3B22ED-74A7-4FBD-A101-ACE501EAD579}"/>
              </a:ext>
            </a:extLst>
          </p:cNvPr>
          <p:cNvSpPr txBox="1"/>
          <p:nvPr/>
        </p:nvSpPr>
        <p:spPr>
          <a:xfrm>
            <a:off x="251520" y="3939902"/>
            <a:ext cx="849694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않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게 하 시 고          악  에서  저   희   구  하  소   서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13E2CE46-2929-1BDC-D289-18AA5B34F68D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19328367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2212E37E-CE73-4C83-A10D-F68D2DCC67EA}"/>
              </a:ext>
            </a:extLst>
          </p:cNvPr>
          <p:cNvSpPr/>
          <p:nvPr/>
        </p:nvSpPr>
        <p:spPr>
          <a:xfrm>
            <a:off x="144016" y="411510"/>
            <a:ext cx="8892480" cy="2408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lnSpc>
                <a:spcPct val="130000"/>
              </a:lnSpc>
              <a:spcAft>
                <a:spcPts val="3600"/>
              </a:spcAft>
            </a:pPr>
            <a:r>
              <a:rPr lang="en-US" altLang="ko-KR" sz="30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</a:t>
            </a:r>
            <a:r>
              <a:rPr lang="en-AU" sz="30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AU" sz="3000" b="1" spc="-15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주님, 저희를 모든 악에서 구하시고 한평생 평화롭게</a:t>
            </a:r>
            <a: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하소서. 주님의 자비로 저희를 언제나 죄에서 구원</a:t>
            </a:r>
            <a:b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하시고 모든 시련에서 보호하시어 복된 희망을 품고 </a:t>
            </a:r>
            <a:b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구세주 예수 그리스도의 재림을 기다리게 하소서.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6BB8C2A-F64F-FA22-9110-4F5D99C9C5CC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6486801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9001000" cy="3053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15681AFA-DAF4-47C8-5F78-5673A0D0F35C}"/>
              </a:ext>
            </a:extLst>
          </p:cNvPr>
          <p:cNvSpPr/>
          <p:nvPr/>
        </p:nvSpPr>
        <p:spPr>
          <a:xfrm>
            <a:off x="963841" y="1851670"/>
            <a:ext cx="7928639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주</a:t>
            </a:r>
            <a:r>
              <a:rPr lang="ko-KR" altLang="en-US" sz="10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      </a:t>
            </a:r>
            <a:r>
              <a:rPr lang="ko-KR" altLang="en-US" sz="35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님      </a:t>
            </a:r>
            <a:r>
              <a:rPr lang="ko-KR" altLang="en-US" sz="3500" b="1" spc="200" dirty="0" err="1">
                <a:latin typeface="궁서" panose="02030600000101010101" pitchFamily="18" charset="-127"/>
                <a:ea typeface="궁서" panose="02030600000101010101" pitchFamily="18" charset="-127"/>
              </a:rPr>
              <a:t>께</a:t>
            </a:r>
            <a:r>
              <a:rPr lang="ko-KR" altLang="en-US" sz="35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       나 라 와 권 능 과</a:t>
            </a:r>
            <a:endParaRPr lang="en-AU" sz="3500" b="1" spc="2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05B0F9A0-1323-B19A-2337-5AB3C7CF734C}"/>
              </a:ext>
            </a:extLst>
          </p:cNvPr>
          <p:cNvSpPr/>
          <p:nvPr/>
        </p:nvSpPr>
        <p:spPr>
          <a:xfrm>
            <a:off x="827585" y="3833341"/>
            <a:ext cx="8064895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영  광 이       영 원 히  </a:t>
            </a:r>
            <a:r>
              <a:rPr lang="ko-KR" altLang="en-US" sz="3500" b="1" spc="-100" dirty="0" err="1">
                <a:latin typeface="궁서" panose="02030600000101010101" pitchFamily="18" charset="-127"/>
                <a:ea typeface="궁서" panose="02030600000101010101" pitchFamily="18" charset="-127"/>
              </a:rPr>
              <a:t>있</a:t>
            </a:r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    나   이    다</a:t>
            </a:r>
            <a:endParaRPr lang="en-AU" sz="3500" b="1" spc="-1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0BBEEAF5-EE5E-B5BD-5EB9-4C7C94E0E8EE}"/>
              </a:ext>
            </a:extLst>
          </p:cNvPr>
          <p:cNvSpPr/>
          <p:nvPr/>
        </p:nvSpPr>
        <p:spPr>
          <a:xfrm>
            <a:off x="74079" y="-20538"/>
            <a:ext cx="37289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주님께 나라와 권능과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389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58C66D2-27A9-B48E-98C7-B914790C179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18978066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381253031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251520" y="1460568"/>
            <a:ext cx="8532440" cy="183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pPr algn="ctr"/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주님의 평화가 항상 여러분과 함께</a:t>
            </a:r>
            <a:endParaRPr lang="en-US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endParaRPr lang="en-US" sz="4000" b="1" dirty="0">
              <a:solidFill>
                <a:schemeClr val="accent3">
                  <a:lumMod val="60000"/>
                  <a:lumOff val="4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r>
              <a:rPr 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E68B9AF-B563-6713-581E-1298FCE24521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381253031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2914" cy="5140477"/>
          </a:xfrm>
          <a:custGeom>
            <a:avLst/>
            <a:gdLst/>
            <a:ahLst/>
            <a:cxnLst/>
            <a:rect l="l" t="t" r="r" b="b"/>
            <a:pathLst>
              <a:path w="10692130" h="7558405">
                <a:moveTo>
                  <a:pt x="0" y="7558024"/>
                </a:moveTo>
                <a:lnTo>
                  <a:pt x="10692003" y="7558024"/>
                </a:lnTo>
                <a:lnTo>
                  <a:pt x="10692003" y="0"/>
                </a:lnTo>
                <a:lnTo>
                  <a:pt x="0" y="0"/>
                </a:lnTo>
                <a:lnTo>
                  <a:pt x="0" y="7558024"/>
                </a:lnTo>
                <a:close/>
              </a:path>
            </a:pathLst>
          </a:custGeom>
          <a:solidFill>
            <a:srgbClr val="60799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1959185" y="1349"/>
            <a:ext cx="5354745" cy="5138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8948439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30155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하느님의 어린양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328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59632" y="1851670"/>
            <a:ext cx="770485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 </a:t>
            </a:r>
            <a:r>
              <a:rPr lang="ko-KR" altLang="en-US" sz="3500" b="1" spc="-300" dirty="0" err="1">
                <a:latin typeface="궁서" pitchFamily="18" charset="-127"/>
                <a:ea typeface="궁서" pitchFamily="18" charset="-127"/>
              </a:rPr>
              <a:t>느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님 의  어 린  양     세 상의 죄 를 없 애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7584" y="3867894"/>
            <a:ext cx="831641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시 는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en-US" altLang="ko-KR" sz="2800" spc="-300" dirty="0">
                <a:latin typeface="궁서" pitchFamily="18" charset="-127"/>
                <a:ea typeface="궁서" pitchFamily="18" charset="-127"/>
              </a:rPr>
              <a:t> 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주    님    자비를   자비를 베푸소  서</a:t>
            </a:r>
            <a:r>
              <a:rPr lang="en-US" altLang="ko-KR" sz="2000" b="1" spc="-300" dirty="0">
                <a:latin typeface="궁서" pitchFamily="18" charset="-127"/>
                <a:ea typeface="궁서" pitchFamily="18" charset="-127"/>
              </a:rPr>
              <a:t>(</a:t>
            </a:r>
            <a:r>
              <a:rPr lang="ko-KR" altLang="en-US" sz="2000" b="1" spc="-300" dirty="0">
                <a:latin typeface="궁서" pitchFamily="18" charset="-127"/>
                <a:ea typeface="궁서" pitchFamily="18" charset="-127"/>
              </a:rPr>
              <a:t>반복</a:t>
            </a:r>
            <a:r>
              <a:rPr lang="en-US" altLang="ko-KR" sz="2000" b="1" spc="-300" dirty="0">
                <a:latin typeface="궁서" pitchFamily="18" charset="-127"/>
                <a:ea typeface="궁서" pitchFamily="18" charset="-127"/>
              </a:rPr>
              <a:t>)</a:t>
            </a:r>
            <a:r>
              <a:rPr lang="ko-KR" altLang="en-US" sz="2000" b="1" spc="-300" dirty="0">
                <a:latin typeface="궁서" pitchFamily="18" charset="-127"/>
                <a:ea typeface="궁서" pitchFamily="18" charset="-127"/>
              </a:rPr>
              <a:t> </a:t>
            </a:r>
            <a:endParaRPr lang="en-US" sz="20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A6DFA53-7C27-A33C-9314-7AA3B902755F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60431588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9001000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99592" y="1889125"/>
            <a:ext cx="813690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 느  님 의   어 린  양    세 상의 죄 를  없 애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7584" y="3939902"/>
            <a:ext cx="813690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시 는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en-US" altLang="ko-KR" sz="2800" spc="-300" dirty="0">
                <a:latin typeface="궁서" pitchFamily="18" charset="-127"/>
                <a:ea typeface="궁서" pitchFamily="18" charset="-127"/>
              </a:rPr>
              <a:t>  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주   님   평화를  평 화를 주    소    서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30155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하느님의 어린양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328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B32690F-0FC2-E471-1609-101E85A914A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66206364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7608" y="-7513"/>
            <a:ext cx="1410056" cy="526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영성체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C2CED880-166D-4C65-A35C-79421FDDC11B}"/>
              </a:ext>
            </a:extLst>
          </p:cNvPr>
          <p:cNvSpPr/>
          <p:nvPr/>
        </p:nvSpPr>
        <p:spPr>
          <a:xfrm>
            <a:off x="5904010" y="83408"/>
            <a:ext cx="32912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RECEPTION OF COMMUNION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683568" y="1146201"/>
            <a:ext cx="8280920" cy="2937717"/>
          </a:xfrm>
          <a:prstGeom prst="rect">
            <a:avLst/>
          </a:prstGeom>
        </p:spPr>
        <p:txBody>
          <a:bodyPr wrap="square" lIns="71555" tIns="35777" rIns="71555" bIns="35777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</a:t>
            </a:r>
            <a:r>
              <a:rPr lang="en-US" altLang="ko-KR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제 안에 주님을 모시기에 </a:t>
            </a:r>
            <a:r>
              <a:rPr lang="en-US" altLang="ko-KR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합당치 않사오나 한 말씀만 하소서</a:t>
            </a:r>
            <a:endParaRPr lang="en-US" sz="4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>
              <a:lnSpc>
                <a:spcPct val="160000"/>
              </a:lnSpc>
            </a:pP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제 영혼이 곧 나으리다</a:t>
            </a:r>
            <a:endParaRPr lang="en-US" sz="4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F8B8F96-E7C1-8AEB-3C72-35C11F445658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-7513"/>
            <a:ext cx="1626080" cy="526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영성체송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8FF8F058-4A53-448D-923D-7B3CA886A99A}"/>
              </a:ext>
            </a:extLst>
          </p:cNvPr>
          <p:cNvSpPr/>
          <p:nvPr/>
        </p:nvSpPr>
        <p:spPr>
          <a:xfrm>
            <a:off x="6261891" y="83408"/>
            <a:ext cx="29031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COMMUNION ANTIPHON</a:t>
            </a:r>
            <a:endParaRPr lang="en-AU" sz="2000" dirty="0"/>
          </a:p>
        </p:txBody>
      </p:sp>
      <p:sp>
        <p:nvSpPr>
          <p:cNvPr id="5" name="직사각형 2"/>
          <p:cNvSpPr/>
          <p:nvPr/>
        </p:nvSpPr>
        <p:spPr>
          <a:xfrm>
            <a:off x="827584" y="627534"/>
            <a:ext cx="8064896" cy="27956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ko-KR" altLang="en-US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 제단 곁에 참새도 집을 짓고, 제비도 둥지를 틀어 거기에 새끼를 치나이다. 만군의 주님, 저의 임금님, 저의 하느님! 행복하옵니다, 당신 집에 사는 이들! 그들은 영원토록 당신을 찬양하리이다.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9E6D268A-40E2-3725-3CBD-A367BB9CB60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6" y="1419622"/>
            <a:ext cx="9107488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8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성 체</a:t>
            </a:r>
            <a:endParaRPr lang="en-US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altLang="ko-KR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156</a:t>
            </a:r>
            <a:endParaRPr lang="en-US" sz="4800" b="1" spc="1500" dirty="0">
              <a:solidFill>
                <a:srgbClr val="FFC000"/>
              </a:solidFill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82351544"/>
      </p:ext>
    </p:extLst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성체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156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한 말씀만 하소서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77BDC6-83C7-6687-BEB5-F3E56C41F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90C65F-F9B8-2A69-53BF-155AD420FE0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42645"/>
          <a:stretch/>
        </p:blipFill>
        <p:spPr>
          <a:xfrm>
            <a:off x="147637" y="570359"/>
            <a:ext cx="8848725" cy="10652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193A06A-5D83-E0AB-8978-DB2C9C307CF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41396"/>
          <a:stretch/>
        </p:blipFill>
        <p:spPr>
          <a:xfrm>
            <a:off x="147637" y="2574007"/>
            <a:ext cx="8848725" cy="122247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CC8D70-BC15-35AE-8D45-2C6D04E288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598" y="1779662"/>
            <a:ext cx="7943850" cy="3905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2532A59-FADC-7533-0A8F-6632BC4F2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3856459"/>
            <a:ext cx="7458075" cy="371475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성체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156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한 말씀만 하소서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77BDC6-83C7-6687-BEB5-F3E56C41F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DE1BEF-9041-911D-1752-CF53F2F14A3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40938"/>
          <a:stretch/>
        </p:blipFill>
        <p:spPr>
          <a:xfrm>
            <a:off x="161925" y="555526"/>
            <a:ext cx="8820150" cy="10801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BA1BE1-4765-F469-7C6F-3C1BCD177C4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38182"/>
          <a:stretch/>
        </p:blipFill>
        <p:spPr>
          <a:xfrm>
            <a:off x="128587" y="2571750"/>
            <a:ext cx="8886825" cy="12247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9CBC48-59F0-28B6-B740-947A42D40B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92" y="1563638"/>
            <a:ext cx="7353300" cy="390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3827BE-0611-AC59-72A7-3C5402BEE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3723878"/>
            <a:ext cx="7972425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성체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156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한 말씀만 하소서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77BDC6-83C7-6687-BEB5-F3E56C41F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150EE2C9-95F4-748B-7F83-51D52D5698E5}"/>
              </a:ext>
            </a:extLst>
          </p:cNvPr>
          <p:cNvGrpSpPr/>
          <p:nvPr/>
        </p:nvGrpSpPr>
        <p:grpSpPr>
          <a:xfrm>
            <a:off x="133350" y="555527"/>
            <a:ext cx="8877300" cy="3888431"/>
            <a:chOff x="133350" y="555527"/>
            <a:chExt cx="8877300" cy="3888431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D9AD9E0-7796-5D1E-2B0D-AB0E791EE7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b="34412"/>
            <a:stretch/>
          </p:blipFill>
          <p:spPr>
            <a:xfrm>
              <a:off x="133350" y="555527"/>
              <a:ext cx="8877300" cy="1368152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A29EC47-2C36-656C-B173-5764598F59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b="35876"/>
            <a:stretch/>
          </p:blipFill>
          <p:spPr>
            <a:xfrm>
              <a:off x="142875" y="2715766"/>
              <a:ext cx="8858250" cy="1368152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55FCFA4-6B05-1562-B7D7-DF08652FEA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3568" y="1923678"/>
              <a:ext cx="7610475" cy="42862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EC67174-1643-93C1-FEEB-C8197BCE1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7567" y="4043908"/>
              <a:ext cx="7362825" cy="4000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성체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156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한 말씀만 하소서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77BDC6-83C7-6687-BEB5-F3E56C41F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8C3306F-0750-D4EE-3BE7-8480BEBFF902}"/>
              </a:ext>
            </a:extLst>
          </p:cNvPr>
          <p:cNvGrpSpPr/>
          <p:nvPr/>
        </p:nvGrpSpPr>
        <p:grpSpPr>
          <a:xfrm>
            <a:off x="147637" y="570359"/>
            <a:ext cx="8848725" cy="4089623"/>
            <a:chOff x="147637" y="570359"/>
            <a:chExt cx="8848725" cy="408962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F90C65F-F9B8-2A69-53BF-155AD420FE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7637" y="570359"/>
              <a:ext cx="8848725" cy="1857375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193A06A-5D83-E0AB-8978-DB2C9C307C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7637" y="2574007"/>
              <a:ext cx="8848725" cy="20859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성체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156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한 말씀만 하소서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77BDC6-83C7-6687-BEB5-F3E56C41F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C56592D1-B003-7DA4-CA94-F1549F95F381}"/>
              </a:ext>
            </a:extLst>
          </p:cNvPr>
          <p:cNvGrpSpPr/>
          <p:nvPr/>
        </p:nvGrpSpPr>
        <p:grpSpPr>
          <a:xfrm>
            <a:off x="128587" y="555526"/>
            <a:ext cx="8886825" cy="3997424"/>
            <a:chOff x="128587" y="555526"/>
            <a:chExt cx="8886825" cy="399742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8DE1BEF-9041-911D-1752-CF53F2F14A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1925" y="555526"/>
              <a:ext cx="8820150" cy="18288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3BA1BE1-4765-F469-7C6F-3C1BCD177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8587" y="2571750"/>
              <a:ext cx="8886825" cy="1981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성체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156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한 말씀만 하소서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77BDC6-83C7-6687-BEB5-F3E56C41F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E7520861-091A-0F68-A8B7-682ADB215F1D}"/>
              </a:ext>
            </a:extLst>
          </p:cNvPr>
          <p:cNvGrpSpPr/>
          <p:nvPr/>
        </p:nvGrpSpPr>
        <p:grpSpPr>
          <a:xfrm>
            <a:off x="133350" y="555526"/>
            <a:ext cx="8877300" cy="4293840"/>
            <a:chOff x="133350" y="555526"/>
            <a:chExt cx="8877300" cy="429384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D9AD9E0-7796-5D1E-2B0D-AB0E791EE7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3350" y="555526"/>
              <a:ext cx="8877300" cy="2085975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A29EC47-2C36-656C-B173-5764598F59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875" y="2715766"/>
              <a:ext cx="8858250" cy="2133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6" y="1419622"/>
            <a:ext cx="9107488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800"/>
              </a:spcAft>
            </a:pPr>
            <a:r>
              <a:rPr lang="en-US" altLang="ko-KR" sz="5200" b="1" spc="1000" dirty="0">
                <a:latin typeface="바탕" pitchFamily="18" charset="-127"/>
                <a:ea typeface="바탕" pitchFamily="18" charset="-127"/>
              </a:rPr>
              <a:t>2</a:t>
            </a:r>
            <a:r>
              <a:rPr lang="ko-KR" altLang="en-US" sz="5200" b="1" spc="1000" dirty="0">
                <a:latin typeface="바탕" pitchFamily="18" charset="-127"/>
                <a:ea typeface="바탕" pitchFamily="18" charset="-127"/>
              </a:rPr>
              <a:t>차 봉헌</a:t>
            </a:r>
            <a:endParaRPr lang="en-US" altLang="ko-KR" sz="5200" b="1" spc="10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221</a:t>
            </a:r>
          </a:p>
        </p:txBody>
      </p:sp>
    </p:spTree>
    <p:extLst>
      <p:ext uri="{BB962C8B-B14F-4D97-AF65-F5344CB8AC3E}">
        <p14:creationId xmlns="" xmlns:p14="http://schemas.microsoft.com/office/powerpoint/2010/main" val="3338771621"/>
      </p:ext>
    </p:extLst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2차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봉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헌 221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받아주소서</a:t>
            </a:r>
            <a:endParaRPr kumimoji="0" lang="en-US" altLang="en-US" sz="2800" b="0" i="0" u="none" strike="noStrike" kern="0" cap="none" spc="3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D92485-029D-D0F7-6E1E-BA75ADD6181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860638-85A3-5C27-F012-CC25495CC42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0" r="2750"/>
          <a:stretch>
            <a:fillRect/>
          </a:stretch>
        </p:blipFill>
        <p:spPr>
          <a:xfrm>
            <a:off x="0" y="807654"/>
            <a:ext cx="9108504" cy="3780320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2차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봉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헌 221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받아주소서</a:t>
            </a:r>
            <a:endParaRPr kumimoji="0" lang="en-US" altLang="en-US" sz="2800" b="0" i="0" u="none" strike="noStrike" kern="0" cap="none" spc="3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D92485-029D-D0F7-6E1E-BA75ADD6181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2EDF4F-A12D-DAA0-5B7A-CE44D24E997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8821"/>
            <a:ext cx="9144000" cy="3625858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2차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봉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헌 221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받아주소서</a:t>
            </a:r>
            <a:endParaRPr kumimoji="0" lang="en-US" altLang="en-US" sz="2800" b="0" i="0" u="none" strike="noStrike" kern="0" cap="none" spc="3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AEE3DA-7C87-B136-DF5A-2E054AAE19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B9BABFB-EB38-FCF9-9514-5B5CE0E3FE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8" r="3538"/>
          <a:stretch>
            <a:fillRect/>
          </a:stretch>
        </p:blipFill>
        <p:spPr>
          <a:xfrm>
            <a:off x="35496" y="594008"/>
            <a:ext cx="9001000" cy="4190129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91034442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683568" y="478585"/>
            <a:ext cx="8208912" cy="4071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endParaRPr lang="en-US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endParaRPr lang="en-US" altLang="ko-KR" sz="20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</a:t>
            </a:r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</a:t>
            </a:r>
            <a:r>
              <a:rPr lang="en-AU" altLang="ko-KR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함께</a:t>
            </a:r>
            <a:endParaRPr lang="en-AU" altLang="ko-KR" sz="40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endParaRPr lang="en-AU" altLang="ko-KR" sz="40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marL="269875" indent="-269875">
              <a:lnSpc>
                <a:spcPct val="114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전능하신 천주 성부와 ✜ 성자와 성령께서는    여기 모인 모든 이에게 강복하소서</a:t>
            </a: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endParaRPr lang="en-US" altLang="ko-KR" sz="20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</a:t>
            </a:r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아멘</a:t>
            </a:r>
            <a:endParaRPr lang="en-US" sz="40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E66693FA-D74F-440F-EB24-A24A50F0C3BB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5" y="-7513"/>
            <a:ext cx="1719533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파 견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8FF8F058-4A53-448D-923D-7B3CA886A99A}"/>
              </a:ext>
            </a:extLst>
          </p:cNvPr>
          <p:cNvSpPr/>
          <p:nvPr/>
        </p:nvSpPr>
        <p:spPr>
          <a:xfrm>
            <a:off x="6261890" y="83408"/>
            <a:ext cx="30699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683568" y="813708"/>
            <a:ext cx="8280920" cy="2030132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lvl="0">
              <a:lnSpc>
                <a:spcPct val="140000"/>
              </a:lnSpc>
              <a:spcAft>
                <a:spcPts val="3600"/>
              </a:spcAft>
              <a:tabLst>
                <a:tab pos="719138" algn="l"/>
              </a:tabLst>
              <a:defRPr/>
            </a:pPr>
            <a:r>
              <a:rPr lang="en-US" altLang="ko-KR" sz="3200" b="1" dirty="0">
                <a:solidFill>
                  <a:schemeClr val="bg2">
                    <a:lumMod val="75000"/>
                  </a:schemeClr>
                </a:solidFill>
                <a:latin typeface="Batang" pitchFamily="18" charset="-127"/>
                <a:ea typeface="Batang" pitchFamily="18" charset="-127"/>
              </a:rPr>
              <a:t>†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미사가 끝났으니 가서 복음을 전합시다</a:t>
            </a:r>
            <a:r>
              <a:rPr lang="en-US" altLang="ko-KR" sz="32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	</a:t>
            </a:r>
            <a:endParaRPr kumimoji="0" lang="en-US" altLang="ko-KR" sz="3200" b="1" i="0" u="none" strike="noStrike" kern="1200" cap="none" spc="100" normalizeH="0" noProof="0" dirty="0">
              <a:ln>
                <a:noFill/>
              </a:ln>
              <a:solidFill>
                <a:srgbClr val="EEECE1">
                  <a:lumMod val="75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</a:endParaRPr>
          </a:p>
          <a:p>
            <a:pPr marL="715963" marR="0" lvl="0" indent="-715963" algn="l" defTabSz="715558" rtl="0" eaLnBrk="1" fontAlgn="auto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◎</a:t>
            </a:r>
            <a:r>
              <a:rPr kumimoji="0" lang="en-US" altLang="ko-KR" sz="3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하느님</a:t>
            </a:r>
            <a:r>
              <a:rPr kumimoji="0" lang="en-AU" altLang="ko-KR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, </a:t>
            </a:r>
            <a:r>
              <a:rPr kumimoji="0" lang="ko-KR" altLang="en-US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감사합니다</a:t>
            </a:r>
            <a:r>
              <a:rPr kumimoji="0" lang="en-US" altLang="ko-KR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.</a:t>
            </a:r>
            <a:endParaRPr kumimoji="0" lang="en-US" altLang="ko-KR" sz="3500" b="1" i="0" u="none" strike="noStrike" kern="1200" cap="none" spc="3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B549EDB5-2CD9-21CC-EB6E-8DF2F3014864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657977245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63638"/>
            <a:ext cx="9144000" cy="144016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8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파 견</a:t>
            </a:r>
            <a:endParaRPr lang="en-US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</a:pPr>
            <a:r>
              <a:rPr lang="en-US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25</a:t>
            </a:r>
          </a:p>
        </p:txBody>
      </p:sp>
    </p:spTree>
    <p:extLst>
      <p:ext uri="{BB962C8B-B14F-4D97-AF65-F5344CB8AC3E}">
        <p14:creationId xmlns="" xmlns:p14="http://schemas.microsoft.com/office/powerpoint/2010/main" val="3794957418"/>
      </p:ext>
    </p:extLst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AB376844-FDA9-432B-A158-35F751CA1FD1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BE760BF8-AE1A-4736-A404-05B378CDF248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파견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25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 </a:t>
            </a:r>
            <a:r>
              <a:rPr kumimoji="0" lang="ko-KR" altLang="en-US" sz="2800" b="0" i="0" u="none" strike="noStrike" kern="0" cap="none" spc="1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사랑의 하느님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92CB380-3E7F-4229-932A-BD2241DC4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843558"/>
            <a:ext cx="8856984" cy="3528392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파견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25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 </a:t>
            </a:r>
            <a:r>
              <a:rPr kumimoji="0" lang="ko-KR" altLang="en-US" sz="2800" b="0" i="0" u="none" strike="noStrike" kern="0" cap="none" spc="1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사랑의 하느님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268305-D81A-49F4-A0BD-63935B8485AC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FD6EB48-B6E1-4ED7-9C9A-3C778204C3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09"/>
          <a:stretch/>
        </p:blipFill>
        <p:spPr>
          <a:xfrm>
            <a:off x="65772" y="699542"/>
            <a:ext cx="8898716" cy="3960440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EB5B0F21-29A1-459A-80BE-70062092A6BF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08EA39E4-6235-4947-AF65-14AA136F11C7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파견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25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 </a:t>
            </a:r>
            <a:r>
              <a:rPr kumimoji="0" lang="ko-KR" altLang="en-US" sz="2800" b="0" i="0" u="none" strike="noStrike" kern="0" cap="none" spc="1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사랑의 하느님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CF0CC04-AD74-42EA-9C4E-3B76B8856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99542"/>
            <a:ext cx="8671036" cy="3963755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952BC0B1-3584-4FAE-A13B-C4027DF7398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8DA32E55-BA5C-4656-899A-831B0DD156C2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파견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25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 </a:t>
            </a:r>
            <a:r>
              <a:rPr kumimoji="0" lang="ko-KR" altLang="en-US" sz="2800" b="0" i="0" u="none" strike="noStrike" kern="0" cap="none" spc="1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사랑의 하느님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A6A7DCE-A658-457A-854F-C6762B964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843558"/>
            <a:ext cx="8784976" cy="3600400"/>
          </a:xfrm>
          <a:prstGeom prst="rect">
            <a:avLst/>
          </a:prstGeom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663499769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5500" y="-170585"/>
            <a:ext cx="8798695" cy="5155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ko-KR" sz="1800" b="1" u="sng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바탕" pitchFamily="18" charset="-127"/>
                <a:ea typeface="바탕" pitchFamily="18" charset="-127"/>
              </a:rPr>
              <a:t>   </a:t>
            </a:r>
            <a:r>
              <a:rPr lang="ko-KR" altLang="en-US" sz="4000" b="1" u="sng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삼종 기도</a:t>
            </a:r>
            <a:endParaRPr lang="en-US" altLang="ko-KR" sz="4000" b="1" u="sng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endParaRPr lang="ko-KR" altLang="en-US" sz="1600" b="1" u="sng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000"/>
              </a:spcAft>
            </a:pPr>
            <a:r>
              <a:rPr lang="ko-KR" altLang="en-US" sz="11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11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주님의 천사가 마리아께 아뢰니</a:t>
            </a:r>
            <a:endParaRPr lang="en-US" altLang="ko-KR" sz="2400" b="1" spc="-2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000"/>
              </a:spcAft>
            </a:pPr>
            <a:r>
              <a:rPr lang="ko-KR" altLang="en-US" sz="30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성령으로 잉태하셨나이다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lang="ko-KR" altLang="en-US" sz="31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31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</a:t>
            </a:r>
            <a:r>
              <a:rPr lang="ko-KR" altLang="en-US" sz="28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성모송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)</a:t>
            </a: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4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4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주님의 종이오니</a:t>
            </a:r>
            <a:endParaRPr lang="en-US" altLang="ko-KR" sz="2400" b="1" spc="-2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200"/>
              </a:spcAft>
            </a:pPr>
            <a:r>
              <a:rPr lang="ko-KR" altLang="en-US" sz="30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그대로 제게 이루어지소서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!</a:t>
            </a:r>
            <a:r>
              <a:rPr lang="ko-KR" altLang="en-US" sz="28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8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성모송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)</a:t>
            </a: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endParaRPr lang="en-US" sz="28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FE387B44-EFCE-CE46-92B1-E681950A9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56" y="305141"/>
            <a:ext cx="3817203" cy="4484305"/>
          </a:xfrm>
          <a:prstGeom prst="rect">
            <a:avLst/>
          </a:prstGeom>
          <a:noFill/>
          <a:ln>
            <a:solidFill>
              <a:schemeClr val="bg1"/>
            </a:solidFill>
            <a:prstDash val="lgDash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1" hangingPunct="1"/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(</a:t>
            </a:r>
            <a:r>
              <a:rPr kumimoji="0" lang="ko-KR" altLang="en-US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성모송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)</a:t>
            </a:r>
          </a:p>
          <a:p>
            <a:pPr lvl="0" algn="ctr" eaLnBrk="1" hangingPunct="1"/>
            <a:endParaRPr kumimoji="0" lang="en-US" altLang="ko-KR" sz="11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은총이 가득하신 마리아님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기뻐하소서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!</a:t>
            </a:r>
            <a:endParaRPr lang="en-US" altLang="ko-KR" sz="2000" b="1" spc="-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주님께서 함께 계시니</a:t>
            </a:r>
            <a:endParaRPr kumimoji="0" lang="en-US" altLang="ko-KR" sz="2000" b="1" i="0" u="none" strike="noStrike" cap="none" spc="-100" normalizeH="0" baseline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>
              <a:lnSpc>
                <a:spcPct val="120000"/>
              </a:lnSpc>
              <a:spcAft>
                <a:spcPts val="1200"/>
              </a:spcAft>
            </a:pP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여인 중에 복되시며 태중의 </a:t>
            </a:r>
            <a:r>
              <a:rPr kumimoji="0" lang="ko-KR" altLang="en-US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아들 예수님 또한 복되시나이다</a:t>
            </a:r>
            <a:r>
              <a:rPr kumimoji="0" lang="en-US" altLang="ko-KR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</a:p>
          <a:p>
            <a:pPr lvl="0" algn="ctr" eaLnBrk="1" hangingPunct="1">
              <a:lnSpc>
                <a:spcPct val="110000"/>
              </a:lnSpc>
            </a:pP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천주의 성모 마리아님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이</a:t>
            </a:r>
            <a:r>
              <a:rPr kumimoji="0" lang="ko-KR" altLang="en-US" sz="3100" b="1" i="0" u="none" strike="noStrike" cap="none" spc="-20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제와 저희 죽을 때에 저희 죄인을 위하여 빌어주소서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 </a:t>
            </a:r>
            <a:r>
              <a:rPr kumimoji="0" lang="ko-KR" altLang="en-US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아멘</a:t>
            </a:r>
            <a:r>
              <a:rPr kumimoji="0" lang="en-US" altLang="ko-KR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  <a:endParaRPr kumimoji="0" lang="en-US" altLang="ko-KR" sz="3100" b="1" i="0" u="none" strike="noStrike" cap="none" spc="-150" normalizeH="0" baseline="0" dirty="0">
              <a:ln>
                <a:noFill/>
              </a:ln>
              <a:solidFill>
                <a:schemeClr val="bg1"/>
              </a:solidFill>
              <a:effectLst/>
              <a:latin typeface="바탕" pitchFamily="18" charset="-127"/>
              <a:ea typeface="바탕" pitchFamily="18" charset="-127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45D9A13-3F59-F542-6D92-D14A3AC40C06}"/>
              </a:ext>
            </a:extLst>
          </p:cNvPr>
          <p:cNvSpPr txBox="1"/>
          <p:nvPr/>
        </p:nvSpPr>
        <p:spPr>
          <a:xfrm>
            <a:off x="6300192" y="484490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08880628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5500" y="-170589"/>
            <a:ext cx="8798695" cy="50424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ko-KR" sz="1800" b="1" u="sng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ko-KR" altLang="en-US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</a:t>
            </a:r>
            <a:r>
              <a:rPr lang="ko-KR" altLang="en-US" sz="4000" b="1" u="sng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삼종 기도</a:t>
            </a:r>
          </a:p>
          <a:p>
            <a:pPr>
              <a:spcAft>
                <a:spcPts val="1000"/>
              </a:spcAft>
            </a:pPr>
            <a:r>
              <a:rPr lang="ko-KR" altLang="en-US" sz="1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1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en-AU" altLang="ko-KR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        </a:t>
            </a:r>
            <a:r>
              <a:rPr lang="en-AU" altLang="ko-KR" sz="20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0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고개를 숙이며</a:t>
            </a:r>
            <a:r>
              <a:rPr lang="en-US" altLang="ko-KR" sz="20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) </a:t>
            </a:r>
            <a:r>
              <a:rPr lang="ko-KR" altLang="en-US" sz="1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1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이에 말씀이 사람이 되시어</a:t>
            </a:r>
            <a:endParaRPr lang="en-US" altLang="ko-KR" sz="2400" b="1" spc="-2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800"/>
              </a:spcAft>
            </a:pPr>
            <a:r>
              <a:rPr lang="ko-KR" altLang="en-US" sz="30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저희 가운데 계시나이다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</a:t>
            </a:r>
            <a:r>
              <a:rPr lang="ko-KR" altLang="en-US" sz="24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ko-KR" altLang="en-US" sz="24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성모송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)</a:t>
            </a:r>
          </a:p>
          <a:p>
            <a:r>
              <a:rPr lang="ko-KR" altLang="en-US" sz="28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천주의 성모님</a:t>
            </a:r>
            <a:r>
              <a:rPr lang="en-US" altLang="ko-KR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</a:p>
          <a:p>
            <a:pPr>
              <a:spcAft>
                <a:spcPts val="1000"/>
              </a:spcAft>
            </a:pPr>
            <a:r>
              <a:rPr lang="en-US" altLang="ko-KR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    </a:t>
            </a:r>
            <a:r>
              <a:rPr lang="ko-KR" altLang="en-US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저희를 위하여 빌어주시어</a:t>
            </a:r>
            <a:endParaRPr lang="en-US" altLang="ko-KR" sz="2400" b="1" spc="-2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ko-KR" altLang="en-US" sz="30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그리스도께서 약속하신 </a:t>
            </a:r>
            <a:endParaRPr lang="en-US" altLang="ko-KR" sz="3100" b="1" spc="-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 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영원한 생명을 얻게 하소서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sz="3100" b="1" spc="-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="" xmlns:a16="http://schemas.microsoft.com/office/drawing/2014/main" id="{FE387B44-EFCE-CE46-92B1-E681950A9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56" y="305141"/>
            <a:ext cx="3817203" cy="4484305"/>
          </a:xfrm>
          <a:prstGeom prst="rect">
            <a:avLst/>
          </a:prstGeom>
          <a:noFill/>
          <a:ln>
            <a:solidFill>
              <a:schemeClr val="bg1"/>
            </a:solidFill>
            <a:prstDash val="lgDash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1" hangingPunct="1"/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(</a:t>
            </a:r>
            <a:r>
              <a:rPr kumimoji="0" lang="ko-KR" altLang="en-US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성모송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)</a:t>
            </a:r>
          </a:p>
          <a:p>
            <a:pPr lvl="0" algn="ctr" eaLnBrk="1" hangingPunct="1"/>
            <a:endParaRPr kumimoji="0" lang="en-US" altLang="ko-KR" sz="11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은총이 가득하신 마리아님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기뻐하소서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!</a:t>
            </a:r>
            <a:endParaRPr lang="en-US" altLang="ko-KR" sz="2000" b="1" spc="-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주님께서 함께 계시니</a:t>
            </a:r>
            <a:endParaRPr kumimoji="0" lang="en-US" altLang="ko-KR" sz="2000" b="1" i="0" u="none" strike="noStrike" cap="none" spc="-100" normalizeH="0" baseline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>
              <a:lnSpc>
                <a:spcPct val="120000"/>
              </a:lnSpc>
              <a:spcAft>
                <a:spcPts val="1200"/>
              </a:spcAft>
            </a:pP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여인 중에 복되시며 태중의 </a:t>
            </a:r>
            <a:r>
              <a:rPr kumimoji="0" lang="ko-KR" altLang="en-US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아들 예수님 또한 복되시나이다</a:t>
            </a:r>
            <a:r>
              <a:rPr kumimoji="0" lang="en-US" altLang="ko-KR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</a:p>
          <a:p>
            <a:pPr lvl="0" algn="ctr" eaLnBrk="1" hangingPunct="1">
              <a:lnSpc>
                <a:spcPct val="110000"/>
              </a:lnSpc>
            </a:pP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천주의 성모 마리아님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이</a:t>
            </a:r>
            <a:r>
              <a:rPr kumimoji="0" lang="ko-KR" altLang="en-US" sz="3100" b="1" i="0" u="none" strike="noStrike" cap="none" spc="-20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제와 저희 죽을 때에 저희 죄인을 위하여 빌어주소서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 </a:t>
            </a:r>
            <a:r>
              <a:rPr kumimoji="0" lang="ko-KR" altLang="en-US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아멘</a:t>
            </a:r>
            <a:r>
              <a:rPr kumimoji="0" lang="en-US" altLang="ko-KR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  <a:endParaRPr kumimoji="0" lang="en-US" altLang="ko-KR" sz="3100" b="1" i="0" u="none" strike="noStrike" cap="none" spc="-150" normalizeH="0" baseline="0" dirty="0">
              <a:ln>
                <a:noFill/>
              </a:ln>
              <a:solidFill>
                <a:schemeClr val="bg1"/>
              </a:solidFill>
              <a:effectLst/>
              <a:latin typeface="바탕" pitchFamily="18" charset="-127"/>
              <a:ea typeface="바탕" pitchFamily="18" charset="-127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A81389A-C9F3-9331-04D3-3D9FC43220E6}"/>
              </a:ext>
            </a:extLst>
          </p:cNvPr>
          <p:cNvSpPr txBox="1"/>
          <p:nvPr/>
        </p:nvSpPr>
        <p:spPr>
          <a:xfrm>
            <a:off x="6300192" y="484490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582102589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51520" y="-20538"/>
            <a:ext cx="8604449" cy="5150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  † </a:t>
            </a:r>
            <a:r>
              <a:rPr lang="ko-KR" altLang="en-US" sz="33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기도합시다</a:t>
            </a:r>
            <a:endParaRPr lang="en-US" altLang="ko-KR" sz="33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lnSpc>
                <a:spcPct val="109000"/>
              </a:lnSpc>
              <a:spcAft>
                <a:spcPts val="1200"/>
              </a:spcAft>
            </a:pPr>
            <a:r>
              <a:rPr lang="ko-KR" altLang="en-US" sz="12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12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3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   </a:t>
            </a:r>
            <a:r>
              <a:rPr lang="ko-KR" altLang="en-US" sz="28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  </a:t>
            </a: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하느님</a:t>
            </a:r>
            <a:r>
              <a:rPr lang="en-US" altLang="ko-KR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천사의 아룀으로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성자께서 사람이 되심을 알았으니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성자의 수난과 십자가로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부활의 영광에 이르는 은총을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저희에게 내려주소서</a:t>
            </a:r>
            <a:r>
              <a:rPr lang="en-US" altLang="ko-KR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우리 주 그리스도를 통하여 비나이다</a:t>
            </a:r>
            <a:r>
              <a:rPr lang="en-US" altLang="ko-KR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>
              <a:lnSpc>
                <a:spcPct val="109000"/>
              </a:lnSpc>
            </a:pP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 ◎ 아 멘</a:t>
            </a:r>
            <a:endParaRPr lang="en-US" sz="33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A811EDA-B07E-E0E5-BF81-7CB51F32B966}"/>
              </a:ext>
            </a:extLst>
          </p:cNvPr>
          <p:cNvSpPr txBox="1"/>
          <p:nvPr/>
        </p:nvSpPr>
        <p:spPr>
          <a:xfrm>
            <a:off x="6300192" y="484490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444019180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4286422730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0" y="1543324"/>
            <a:ext cx="9144000" cy="1708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 marR="0" lvl="0" indent="0" algn="ctr" defTabSz="914400" eaLnBrk="1" fontAlgn="auto" latinLnBrk="0" hangingPunct="1">
              <a:lnSpc>
                <a:spcPct val="150000"/>
              </a:lnSpc>
              <a:spcBef>
                <a:spcPts val="924"/>
              </a:spcBef>
              <a:spcAft>
                <a:spcPts val="924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  <a:t>미사가 끝났으니 </a:t>
            </a:r>
            <a:b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</a:br>
            <a: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  <a:t>안녕히 돌아가십시오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79512" y="825"/>
            <a:ext cx="8928992" cy="48751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배, 어떤 것은 서른 배가 되었다.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9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귀 있는 사람은 들어라.”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10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제자들이 예수님께 다가와, “왜 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사람들에게 비유로 말씀하십니까?” 하고 물었다.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11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예수님께서 그들에게 대답하셨다. “너희에게는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 나라의 신비를 아는 것이 허락되었지만, 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사람들에게는 허락되지 않았다.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12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사실 가진 자는 더 받아 넉넉해지고, 가진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것이 없는 자는 가진 것마저 빼앗길 것이다.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79512" y="825"/>
            <a:ext cx="8928992" cy="48751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13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내가 저 사람들에게 비유로 말하는 이유는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저들이 보아도 보지 못하고 들어도 듣지 못하고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깨닫지 못하기 때문이다.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14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이렇게 하여 이사야의 예언이 저 사람들에게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이루어지는 것이다. ‘너희는 듣고 또 들어도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깨닫지 못하고 보고 또 보아도 알아보지 못하리라.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15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 백성이 마음은 무디고 귀로는 제대로 듣지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못하며 눈은 감았기 때문이다. 이는 그들이 눈으로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보고 귀로 듣고 마음으로 깨닫고서는 돌아와 내가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79512" y="825"/>
            <a:ext cx="8928992" cy="48751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그들을 고쳐 주는 일이 없게 하려는 것이다.’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16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그러나 너희의 눈은 볼 수 있으니 행복하고,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너희의 귀는 들을 수 있으니 행복하다.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17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내가 진실로 너희에게 말한다. 많은 예언자와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의인이 너희가 보는 것을 보고자 갈망하였지만 보지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못하였고, 너희가 듣는 것을 듣고자 갈망하였지만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듣지 못하였다.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18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그러니 너희는 씨 뿌리는 사람의 비유를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새겨들어라.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79512" y="825"/>
            <a:ext cx="8928992" cy="48751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19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누구든지 하늘 나라에 관한 말을 듣고 깨닫지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못하면, 악한 자가 와서 그 마음에 뿌려진 것을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빼앗아 간다. 길에 뿌려진 씨는 바로 그러한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사람이다.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20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돌밭에 뿌려진 씨는 이러한 사람이다. 그는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말씀을 들으면 곧 기쁘게 받는다.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21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그러나 그 사람 안에 뿌리가 없어서 오래가지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못한다. 그래서 말씀 때문에 환난이나 박해가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일어나면 그는 곧 걸려 넘어지고 만다.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79512" y="825"/>
            <a:ext cx="8928992" cy="48751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22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가시덤불 속에 뿌려진 씨는 이러한 사람이다.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그는 말씀을 듣기는 하지만, 세상 걱정과 재물의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유혹이 그 말씀의 숨을 막아 버려 열매를 맺지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못한다.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23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좋은 땅에 뿌려진 씨는 이러한 사람이다.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그는 말씀을 듣고 깨닫는다. 그런 사람은 열매를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맺는데, 어떤 사람은 백 배, 어떤 사람은 예순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배, 어떤 사람은 서른 배를 낸다.”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8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9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40243</TotalTime>
  <Words>2209</Words>
  <Application>Microsoft Office PowerPoint</Application>
  <PresentationFormat>화면 슬라이드 쇼(16:9)</PresentationFormat>
  <Paragraphs>567</Paragraphs>
  <Slides>147</Slides>
  <Notes>95</Notes>
  <HiddenSlides>0</HiddenSlides>
  <MMClips>0</MMClips>
  <ScaleCrop>false</ScaleCrop>
  <HeadingPairs>
    <vt:vector size="4" baseType="variant">
      <vt:variant>
        <vt:lpstr>테마</vt:lpstr>
      </vt:variant>
      <vt:variant>
        <vt:i4>10</vt:i4>
      </vt:variant>
      <vt:variant>
        <vt:lpstr>슬라이드 제목</vt:lpstr>
      </vt:variant>
      <vt:variant>
        <vt:i4>152</vt:i4>
      </vt:variant>
    </vt:vector>
  </HeadingPairs>
  <TitlesOfParts>
    <vt:vector size="162" baseType="lpstr">
      <vt:lpstr>Office Theme</vt:lpstr>
      <vt:lpstr>1_Office Theme</vt:lpstr>
      <vt:lpstr>2_Office Theme</vt:lpstr>
      <vt:lpstr>3_Office Theme</vt:lpstr>
      <vt:lpstr>4_Office Theme</vt:lpstr>
      <vt:lpstr>5_Office Theme</vt:lpstr>
      <vt:lpstr>6_Office Theme</vt:lpstr>
      <vt:lpstr>7_Office Theme</vt:lpstr>
      <vt:lpstr>8_Office Theme</vt:lpstr>
      <vt:lpstr>9_Office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성모 찬송</vt:lpstr>
      <vt:lpstr>성모 찬송</vt:lpstr>
      <vt:lpstr>성모 찬송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입당송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  <vt:lpstr>슬라이드 44</vt:lpstr>
      <vt:lpstr>슬라이드 45</vt:lpstr>
      <vt:lpstr>슬라이드 46</vt:lpstr>
      <vt:lpstr>슬라이드 47</vt:lpstr>
      <vt:lpstr>제 1 독서   열왕기 하권의 말씀입니다.</vt:lpstr>
      <vt:lpstr>슬라이드 49</vt:lpstr>
      <vt:lpstr>슬라이드 50</vt:lpstr>
      <vt:lpstr>슬라이드 51</vt:lpstr>
      <vt:lpstr>슬라이드 52</vt:lpstr>
      <vt:lpstr>슬라이드 53</vt:lpstr>
      <vt:lpstr>슬라이드 54</vt:lpstr>
      <vt:lpstr>슬라이드 55</vt:lpstr>
      <vt:lpstr>슬라이드 56</vt:lpstr>
      <vt:lpstr>슬라이드 57</vt:lpstr>
      <vt:lpstr>슬라이드 58</vt:lpstr>
      <vt:lpstr>슬라이드 59</vt:lpstr>
      <vt:lpstr>슬라이드 60</vt:lpstr>
      <vt:lpstr>슬라이드 61</vt:lpstr>
      <vt:lpstr>제 2 독서  사도 바오로의 로마서 말씀입니다.</vt:lpstr>
      <vt:lpstr>슬라이드 63</vt:lpstr>
      <vt:lpstr>슬라이드 64</vt:lpstr>
      <vt:lpstr>슬라이드 65</vt:lpstr>
      <vt:lpstr>슬라이드 66</vt:lpstr>
      <vt:lpstr>슬라이드 67</vt:lpstr>
      <vt:lpstr>슬라이드 68</vt:lpstr>
      <vt:lpstr>슬라이드 69</vt:lpstr>
      <vt:lpstr>슬라이드 70</vt:lpstr>
      <vt:lpstr>슬라이드 71</vt:lpstr>
      <vt:lpstr>슬라이드 72</vt:lpstr>
      <vt:lpstr>슬라이드 73</vt:lpstr>
      <vt:lpstr>슬라이드 74</vt:lpstr>
      <vt:lpstr>슬라이드 75</vt:lpstr>
      <vt:lpstr>슬라이드 76</vt:lpstr>
      <vt:lpstr>슬라이드 77</vt:lpstr>
      <vt:lpstr>슬라이드 78</vt:lpstr>
      <vt:lpstr>슬라이드 79</vt:lpstr>
      <vt:lpstr>슬라이드 80</vt:lpstr>
      <vt:lpstr>슬라이드 81</vt:lpstr>
      <vt:lpstr>슬라이드 82</vt:lpstr>
      <vt:lpstr>슬라이드 83</vt:lpstr>
      <vt:lpstr>슬라이드 84</vt:lpstr>
      <vt:lpstr>슬라이드 85</vt:lpstr>
      <vt:lpstr>슬라이드 86</vt:lpstr>
      <vt:lpstr>슬라이드 87</vt:lpstr>
      <vt:lpstr>슬라이드 88</vt:lpstr>
      <vt:lpstr>슬라이드 89</vt:lpstr>
      <vt:lpstr>슬라이드 90</vt:lpstr>
      <vt:lpstr>슬라이드 91</vt:lpstr>
      <vt:lpstr>슬라이드 92</vt:lpstr>
      <vt:lpstr>슬라이드 93</vt:lpstr>
      <vt:lpstr>슬라이드 94</vt:lpstr>
      <vt:lpstr>슬라이드 95</vt:lpstr>
      <vt:lpstr>슬라이드 96</vt:lpstr>
      <vt:lpstr>슬라이드 97</vt:lpstr>
      <vt:lpstr>슬라이드 98</vt:lpstr>
      <vt:lpstr>슬라이드 99</vt:lpstr>
      <vt:lpstr>슬라이드 100</vt:lpstr>
      <vt:lpstr>슬라이드 101</vt:lpstr>
      <vt:lpstr>슬라이드 102</vt:lpstr>
      <vt:lpstr>슬라이드 103</vt:lpstr>
      <vt:lpstr>슬라이드 104</vt:lpstr>
      <vt:lpstr>슬라이드 105</vt:lpstr>
      <vt:lpstr>슬라이드 106</vt:lpstr>
      <vt:lpstr>슬라이드 107</vt:lpstr>
      <vt:lpstr>슬라이드 108</vt:lpstr>
      <vt:lpstr>슬라이드 109</vt:lpstr>
      <vt:lpstr>슬라이드 110</vt:lpstr>
      <vt:lpstr>슬라이드 111</vt:lpstr>
      <vt:lpstr>슬라이드 112</vt:lpstr>
      <vt:lpstr>슬라이드 113</vt:lpstr>
      <vt:lpstr>슬라이드 114</vt:lpstr>
      <vt:lpstr>슬라이드 115</vt:lpstr>
      <vt:lpstr>슬라이드 116</vt:lpstr>
      <vt:lpstr>영성체</vt:lpstr>
      <vt:lpstr>슬라이드 118</vt:lpstr>
      <vt:lpstr>영성체송</vt:lpstr>
      <vt:lpstr>슬라이드 120</vt:lpstr>
      <vt:lpstr>슬라이드 121</vt:lpstr>
      <vt:lpstr>슬라이드 122</vt:lpstr>
      <vt:lpstr>슬라이드 123</vt:lpstr>
      <vt:lpstr>슬라이드 124</vt:lpstr>
      <vt:lpstr>슬라이드 125</vt:lpstr>
      <vt:lpstr>슬라이드 126</vt:lpstr>
      <vt:lpstr>슬라이드 127</vt:lpstr>
      <vt:lpstr>슬라이드 128</vt:lpstr>
      <vt:lpstr>슬라이드 129</vt:lpstr>
      <vt:lpstr>슬라이드 130</vt:lpstr>
      <vt:lpstr>슬라이드 131</vt:lpstr>
      <vt:lpstr>슬라이드 132</vt:lpstr>
      <vt:lpstr>슬라이드 133</vt:lpstr>
      <vt:lpstr>슬라이드 134</vt:lpstr>
      <vt:lpstr>슬라이드 135</vt:lpstr>
      <vt:lpstr>슬라이드 136</vt:lpstr>
      <vt:lpstr>슬라이드 137</vt:lpstr>
      <vt:lpstr>파 견</vt:lpstr>
      <vt:lpstr>슬라이드 139</vt:lpstr>
      <vt:lpstr>슬라이드 140</vt:lpstr>
      <vt:lpstr>슬라이드 141</vt:lpstr>
      <vt:lpstr>슬라이드 142</vt:lpstr>
      <vt:lpstr>슬라이드 143</vt:lpstr>
      <vt:lpstr>슬라이드 144</vt:lpstr>
      <vt:lpstr>슬라이드 145</vt:lpstr>
      <vt:lpstr>슬라이드 146</vt:lpstr>
      <vt:lpstr>슬라이드 147</vt:lpstr>
      <vt:lpstr>슬라이드 148</vt:lpstr>
      <vt:lpstr>슬라이드 149</vt:lpstr>
      <vt:lpstr>슬라이드 150</vt:lpstr>
      <vt:lpstr>슬라이드 151</vt:lpstr>
      <vt:lpstr>슬라이드 152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Scott</cp:lastModifiedBy>
  <cp:revision>2046</cp:revision>
  <dcterms:created xsi:type="dcterms:W3CDTF">2016-08-30T00:06:00Z</dcterms:created>
  <dcterms:modified xsi:type="dcterms:W3CDTF">2026-07-15T21:59:00Z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2016-08-27T00:00:00Z</vt:filetime>
  </property>
  <property fmtid="{D5CDD505-2E9C-101B-9397-08002B2CF9AE}" pid="3" name="Creator">
    <vt:lpwstr>Adobe InDesign CC 2015 (Macintosh)</vt:lpwstr>
  </property>
  <property fmtid="{D5CDD505-2E9C-101B-9397-08002B2CF9AE}" pid="4" name="LastSaved">
    <vt:filetime>2016-08-30T00:00:00Z</vt:filetime>
  </property>
</Properties>
</file>
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1790" r:id="rId2"/>
    <p:sldId id="1830" r:id="rId3"/>
    <p:sldId id="1832" r:id="rId4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 autoAdjust="0"/>
    <p:restoredTop sz="92015" autoAdjust="0"/>
  </p:normalViewPr>
  <p:slideViewPr>
    <p:cSldViewPr>
      <p:cViewPr varScale="1">
        <p:scale>
          <a:sx n="68" d="100"/>
          <a:sy n="68" d="100"/>
        </p:scale>
        <p:origin x="102" y="192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22/10/2023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162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7616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577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10/22/2023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10/22/2023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10/22/2023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10/22/2023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B4D079B-13EC-2AC0-AAF9-A7612D582393}"/>
              </a:ext>
            </a:extLst>
          </p:cNvPr>
          <p:cNvGrpSpPr/>
          <p:nvPr/>
        </p:nvGrpSpPr>
        <p:grpSpPr>
          <a:xfrm>
            <a:off x="48253" y="627534"/>
            <a:ext cx="9095747" cy="3839642"/>
            <a:chOff x="12625" y="593384"/>
            <a:chExt cx="9095747" cy="383964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5C32EB1-DB5C-C3DE-AE43-16FF8D6EE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25" y="593384"/>
              <a:ext cx="9095747" cy="1834356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567478F-18AD-8BD7-2F35-992C4C5CC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789" y="2427734"/>
              <a:ext cx="9047574" cy="2005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46420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7EACD96-FB40-B9F3-6712-9DCE7DE4BD46}"/>
              </a:ext>
            </a:extLst>
          </p:cNvPr>
          <p:cNvGrpSpPr/>
          <p:nvPr/>
        </p:nvGrpSpPr>
        <p:grpSpPr>
          <a:xfrm>
            <a:off x="35496" y="523220"/>
            <a:ext cx="9073008" cy="4093911"/>
            <a:chOff x="96" y="523220"/>
            <a:chExt cx="9108408" cy="4093911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B06D43F-7608-9BD0-8385-78A5C2314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" y="523220"/>
              <a:ext cx="9108408" cy="2045318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F54C705-5467-BAD2-3A7B-6966A4C3B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654" y="2571743"/>
              <a:ext cx="9084850" cy="20453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52955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5A7D84C2-204A-4D0B-9651-2443F086A869}"/>
              </a:ext>
            </a:extLst>
          </p:cNvPr>
          <p:cNvSpPr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파견</a:t>
            </a:r>
            <a:r>
              <a:rPr kumimoji="0" lang="ko-KR" altLang="en-US" sz="2800" b="0" i="0" u="none" strike="noStrike" kern="0" cap="none" spc="30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</a:t>
            </a:r>
            <a:r>
              <a:rPr kumimoji="0" lang="en-US" altLang="ko-KR" sz="2800" b="0" i="0" u="none" strike="noStrike" kern="0" cap="none" spc="3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63</a:t>
            </a:r>
            <a:r>
              <a:rPr kumimoji="0" lang="en-US" altLang="ko-KR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        </a:t>
            </a:r>
            <a:r>
              <a:rPr kumimoji="0" lang="ko-KR" altLang="en-US" sz="2800" b="0" i="0" u="none" strike="noStrike" kern="0" cap="none" spc="50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온 세상에 전파하리</a:t>
            </a:r>
            <a:endParaRPr kumimoji="0" lang="en-US" sz="2800" b="1" i="0" u="none" strike="noStrike" kern="1200" cap="none" spc="100" normalizeH="0" baseline="0" noProof="0" dirty="0">
              <a:ln>
                <a:noFill/>
              </a:ln>
              <a:solidFill>
                <a:srgbClr val="EEECE1">
                  <a:lumMod val="25000"/>
                </a:srgbClr>
              </a:solidFill>
              <a:effectLst/>
              <a:uLnTx/>
              <a:uFillTx/>
              <a:latin typeface="대한" pitchFamily="50" charset="-127"/>
              <a:ea typeface="대한" pitchFamily="50" charset="-127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586D87-411E-481A-AC54-7060A8AED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4" y="2571743"/>
            <a:ext cx="32" cy="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3B8269-A0F6-451B-8BFB-5CCB0297DB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5" y="2571747"/>
            <a:ext cx="9" cy="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3D9C496-34EC-476E-B5CF-55A41593F210}"/>
              </a:ext>
            </a:extLst>
          </p:cNvPr>
          <p:cNvSpPr txBox="1"/>
          <p:nvPr/>
        </p:nvSpPr>
        <p:spPr>
          <a:xfrm>
            <a:off x="6300192" y="4876586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2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가톨릭 성가  ©  한국천주교중앙협의회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B9B7840-9B1A-C636-BC43-39248F90F3F7}"/>
              </a:ext>
            </a:extLst>
          </p:cNvPr>
          <p:cNvGrpSpPr/>
          <p:nvPr/>
        </p:nvGrpSpPr>
        <p:grpSpPr>
          <a:xfrm>
            <a:off x="0" y="547211"/>
            <a:ext cx="9144000" cy="4287193"/>
            <a:chOff x="0" y="547211"/>
            <a:chExt cx="9144000" cy="428719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1A6D5E-0DCA-DB12-78AB-4B5A9C16A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47211"/>
              <a:ext cx="9089771" cy="2053757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3F8993D-5059-6DA1-3FC0-E9C245675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51" y="2686157"/>
              <a:ext cx="9130049" cy="21482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5131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17369</TotalTime>
  <Words>30</Words>
  <Application>Microsoft Office PowerPoint</Application>
  <PresentationFormat>On-screen Show (16:9)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Gulim</vt:lpstr>
      <vt:lpstr>궁서</vt:lpstr>
      <vt:lpstr>대한</vt:lpstr>
      <vt:lpstr>Malgun Gothic</vt:lpstr>
      <vt:lpstr>Calibri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Veronica Nam</cp:lastModifiedBy>
  <cp:revision>1846</cp:revision>
  <dcterms:created xsi:type="dcterms:W3CDTF">2016-08-30T00:06:00Z</dcterms:created>
  <dcterms:modified xsi:type="dcterms:W3CDTF">2023-10-22T03:16:59Z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
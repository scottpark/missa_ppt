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6"/>
  </p:notesMasterIdLst>
  <p:sldIdLst>
    <p:sldId id="2612" r:id="rId3"/>
    <p:sldId id="2630" r:id="rId4"/>
    <p:sldId id="2631" r:id="rId5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146" d="100"/>
          <a:sy n="146" d="100"/>
        </p:scale>
        <p:origin x="1158" y="12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24/10/2025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6D2B-A513-5908-41DC-FCC734D5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C53C-9B40-35A4-379C-3FDEBAEE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5B5F3-E388-BA02-1D87-1CD5A15BE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EE524-79AE-02D1-36A1-9FC0C9128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082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ED52-68F6-C385-487F-06DA8367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A7E4E-C705-3E7B-958F-85F9AC38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123E-D745-AD66-9103-F8A62882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1226-F73B-50ED-7606-7420A5F4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44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788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81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652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83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29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053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54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19EBA46D-2640-003F-D78A-D226568F3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E2212-13A6-D2E7-3922-A665E075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02CF6E04-06B8-C35B-F270-F11771DFE22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4FC44-7CFC-6CD7-AA62-0CA83C6AAE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of music with black and white notes&#10;&#10;AI-generated content may be incorrect.">
            <a:extLst>
              <a:ext uri="{FF2B5EF4-FFF2-40B4-BE49-F238E27FC236}">
                <a16:creationId xmlns:a16="http://schemas.microsoft.com/office/drawing/2014/main" id="{D2166ECD-940E-53E6-411B-AD36F0BEB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7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FB754-919E-8365-2153-983AD312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2FFDA759-B00F-EEE3-9DB5-EB27775BF591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77FE3-6FE1-E022-1E9B-0EB46E0477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BC5E66A8-88AE-8244-30FB-C7290021A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23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07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17358</TotalTime>
  <Words>24</Words>
  <Application>Microsoft Office PowerPoint</Application>
  <PresentationFormat>On-screen Show (16:9)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Gulim</vt:lpstr>
      <vt:lpstr>궁서</vt:lpstr>
      <vt:lpstr>대한</vt:lpstr>
      <vt:lpstr>Malgun Gothic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1841</cp:revision>
  <dcterms:created xsi:type="dcterms:W3CDTF">2016-08-30T00:06:00Z</dcterms:created>
  <dcterms:modified xsi:type="dcterms:W3CDTF">2025-10-23T23:48:10Z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
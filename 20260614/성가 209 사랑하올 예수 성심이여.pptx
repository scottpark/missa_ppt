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07" r:id="rId2"/>
    <p:sldId id="2526" r:id="rId3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 autoAdjust="0"/>
    <p:restoredTop sz="92015" autoAdjust="0"/>
  </p:normalViewPr>
  <p:slideViewPr>
    <p:cSldViewPr>
      <p:cViewPr varScale="1">
        <p:scale>
          <a:sx n="103" d="100"/>
          <a:sy n="103" d="100"/>
        </p:scale>
        <p:origin x="852" y="120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12/06/2025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19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5203A-1CEE-DFDE-32DF-1D096810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78450-BC5B-50AA-7794-A49E52DC4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AD978-4C5B-6094-63D0-FE9884BB8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7CEE0-2418-38BB-B008-BC5CA3E1ED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222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6/12/2025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6/12/2025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6/12/2025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6/12/2025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6/12/2025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6/12/2025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microsoft.com/office/2007/relationships/hdphoto" Target="../media/hdphoto3.wdp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사랑하올 예수 성심이여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6" name="Picture 5" descr="A sheet music with notes&#10;&#10;AI-generated content may be incorrect.">
            <a:extLst>
              <a:ext uri="{FF2B5EF4-FFF2-40B4-BE49-F238E27FC236}">
                <a16:creationId xmlns:a16="http://schemas.microsoft.com/office/drawing/2014/main" id="{8FB86C7C-3F82-6951-DB0B-8CCF3EA22F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074"/>
            <a:ext cx="9124950" cy="2172691"/>
          </a:xfrm>
          <a:prstGeom prst="rect">
            <a:avLst/>
          </a:prstGeom>
        </p:spPr>
      </p:pic>
      <p:pic>
        <p:nvPicPr>
          <p:cNvPr id="9" name="Picture 8" descr="A close up of a music note&#10;&#10;AI-generated content may be incorrect.">
            <a:extLst>
              <a:ext uri="{FF2B5EF4-FFF2-40B4-BE49-F238E27FC236}">
                <a16:creationId xmlns:a16="http://schemas.microsoft.com/office/drawing/2014/main" id="{A620279D-5344-0887-63ED-83D0D83E8B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5620"/>
            <a:ext cx="9124950" cy="199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28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C5E345-F6C7-067A-1000-1B8A9C640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0B0EE5B-8154-8721-1D61-CA433F9A3284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사랑하올 예수 성심이여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A7933-7DA8-6EC7-4F4B-6F5CCC696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82AE14-3E7D-13C5-A7A0-46C2ED8AC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3" name="Picture 2" descr="A sheet music with notes&#10;&#10;AI-generated content may be incorrect.">
            <a:extLst>
              <a:ext uri="{FF2B5EF4-FFF2-40B4-BE49-F238E27FC236}">
                <a16:creationId xmlns:a16="http://schemas.microsoft.com/office/drawing/2014/main" id="{01DCAB0E-A9A0-FE6F-C286-B905F9B046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523220"/>
            <a:ext cx="9105900" cy="2033648"/>
          </a:xfrm>
          <a:prstGeom prst="rect">
            <a:avLst/>
          </a:prstGeom>
        </p:spPr>
      </p:pic>
      <p:pic>
        <p:nvPicPr>
          <p:cNvPr id="8" name="Picture 7" descr="A sheet music with notes&#10;&#10;AI-generated content may be incorrect.">
            <a:extLst>
              <a:ext uri="{FF2B5EF4-FFF2-40B4-BE49-F238E27FC236}">
                <a16:creationId xmlns:a16="http://schemas.microsoft.com/office/drawing/2014/main" id="{C8CA06F7-6B6D-4B07-5199-78FF8B0A57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2715766"/>
            <a:ext cx="9086850" cy="190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63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17354</TotalTime>
  <Words>14</Words>
  <Application>Microsoft Office PowerPoint</Application>
  <PresentationFormat>On-screen Show (16:9)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Gulim</vt:lpstr>
      <vt:lpstr>궁서</vt:lpstr>
      <vt:lpstr>대한</vt:lpstr>
      <vt:lpstr>Malgun Gothic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Veronica Nam</cp:lastModifiedBy>
  <cp:revision>1840</cp:revision>
  <dcterms:created xsi:type="dcterms:W3CDTF">2016-08-30T00:06:00Z</dcterms:created>
  <dcterms:modified xsi:type="dcterms:W3CDTF">2025-06-12T01:12:39Z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
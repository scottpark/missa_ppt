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3"/>
  </p:notesMasterIdLst>
  <p:sldIdLst>
    <p:sldId id="1697" r:id="rId2"/>
    <p:sldId id="1372" r:id="rId3"/>
    <p:sldId id="1373" r:id="rId4"/>
    <p:sldId id="1374" r:id="rId5"/>
    <p:sldId id="1375" r:id="rId6"/>
    <p:sldId id="1376" r:id="rId7"/>
    <p:sldId id="2532" r:id="rId8"/>
    <p:sldId id="2533" r:id="rId9"/>
    <p:sldId id="2534" r:id="rId10"/>
    <p:sldId id="1377" r:id="rId11"/>
    <p:sldId id="1062" r:id="rId12"/>
    <p:sldId id="1063" r:id="rId13"/>
    <p:sldId id="3065" r:id="rId52"/>
    <p:sldId id="3066" r:id="rId17"/>
    <p:sldId id="3067" r:id="rId16"/>
    <p:sldId id="3068" r:id="rId15"/>
    <p:sldId id="1511" r:id="rId18"/>
    <p:sldId id="2068" r:id="rId19"/>
    <p:sldId id="2195" r:id="rId20"/>
    <p:sldId id="2194" r:id="rId21"/>
    <p:sldId id="2483" r:id="rId22"/>
    <p:sldId id="2484" r:id="rId23"/>
    <p:sldId id="2485" r:id="rId24"/>
    <p:sldId id="2486" r:id="rId25"/>
    <p:sldId id="1565" r:id="rId26"/>
    <p:sldId id="1566" r:id="rId27"/>
    <p:sldId id="1575" r:id="rId28"/>
    <p:sldId id="1576" r:id="rId29"/>
    <p:sldId id="1528" r:id="rId30"/>
    <p:sldId id="2337" r:id="rId31"/>
    <p:sldId id="1334" r:id="rId32"/>
    <p:sldId id="2339" r:id="rId33"/>
    <p:sldId id="2340" r:id="rId34"/>
    <p:sldId id="1336" r:id="rId35"/>
    <p:sldId id="2342" r:id="rId36"/>
    <p:sldId id="2343" r:id="rId37"/>
    <p:sldId id="2344" r:id="rId38"/>
    <p:sldId id="2345" r:id="rId39"/>
    <p:sldId id="2346" r:id="rId40"/>
    <p:sldId id="2347" r:id="rId41"/>
    <p:sldId id="2348" r:id="rId42"/>
    <p:sldId id="2349" r:id="rId43"/>
    <p:sldId id="2350" r:id="rId44"/>
    <p:sldId id="2351" r:id="rId45"/>
    <p:sldId id="1670" r:id="rId46"/>
    <p:sldId id="1020" r:id="rId47"/>
    <p:sldId id="1757" r:id="rId48"/>
    <p:sldId id="3039" r:id="rId49"/>
    <p:sldId id="3040" r:id="rId50"/>
    <p:sldId id="1737" r:id="rId51"/>
    <p:sldId id="3057" r:id="rId148"/>
    <p:sldId id="1729" r:id="rId53"/>
    <p:sldId id="3058" r:id="rId54"/>
    <p:sldId id="3042" r:id="rId55"/>
    <p:sldId id="3059" r:id="rId56"/>
    <p:sldId id="3044" r:id="rId57"/>
    <p:sldId id="3060" r:id="rId58"/>
    <p:sldId id="787" r:id="rId59"/>
    <p:sldId id="1138" r:id="rId60"/>
    <p:sldId id="1730" r:id="rId61"/>
    <p:sldId id="3061" r:id="rId149"/>
    <p:sldId id="3062" r:id="rId150"/>
    <p:sldId id="1706" r:id="rId62"/>
    <p:sldId id="1427" r:id="rId63"/>
    <p:sldId id="1555" r:id="rId64"/>
    <p:sldId id="3046" r:id="rId65"/>
    <p:sldId id="344" r:id="rId66"/>
    <p:sldId id="1556" r:id="rId67"/>
    <p:sldId id="3047" r:id="rId68"/>
    <p:sldId id="3063" r:id="rId151"/>
    <p:sldId id="3064" r:id="rId152"/>
    <p:sldId id="3048" r:id="rId69"/>
    <p:sldId id="1462" r:id="rId70"/>
    <p:sldId id="1770" r:id="rId71"/>
    <p:sldId id="1771" r:id="rId72"/>
    <p:sldId id="1772" r:id="rId73"/>
    <p:sldId id="1773" r:id="rId74"/>
    <p:sldId id="1680" r:id="rId75"/>
    <p:sldId id="1598" r:id="rId76"/>
    <p:sldId id="348" r:id="rId77"/>
    <p:sldId id="2206" r:id="rId78"/>
    <p:sldId id="3050" r:id="rId79"/>
    <p:sldId id="3051" r:id="rId80"/>
    <p:sldId id="3052" r:id="rId81"/>
    <p:sldId id="3053" r:id="rId82"/>
    <p:sldId id="1128" r:id="rId83"/>
    <p:sldId id="1129" r:id="rId84"/>
    <p:sldId id="1130" r:id="rId85"/>
    <p:sldId id="1131" r:id="rId86"/>
    <p:sldId id="1132" r:id="rId87"/>
    <p:sldId id="1599" r:id="rId88"/>
    <p:sldId id="1600" r:id="rId89"/>
    <p:sldId id="1601" r:id="rId90"/>
    <p:sldId id="1602" r:id="rId91"/>
    <p:sldId id="1774" r:id="rId92"/>
    <p:sldId id="286" r:id="rId93"/>
    <p:sldId id="1604" r:id="rId94"/>
    <p:sldId id="1605" r:id="rId95"/>
    <p:sldId id="1606" r:id="rId96"/>
    <p:sldId id="1607" r:id="rId97"/>
    <p:sldId id="1608" r:id="rId98"/>
    <p:sldId id="1609" r:id="rId99"/>
    <p:sldId id="1610" r:id="rId100"/>
    <p:sldId id="1144" r:id="rId101"/>
    <p:sldId id="706" r:id="rId102"/>
    <p:sldId id="1611" r:id="rId103"/>
    <p:sldId id="707" r:id="rId104"/>
    <p:sldId id="497" r:id="rId105"/>
    <p:sldId id="1149" r:id="rId106"/>
    <p:sldId id="739" r:id="rId107"/>
    <p:sldId id="428" r:id="rId108"/>
    <p:sldId id="1612" r:id="rId109"/>
    <p:sldId id="1613" r:id="rId110"/>
    <p:sldId id="1146" r:id="rId111"/>
    <p:sldId id="423" r:id="rId112"/>
    <p:sldId id="424" r:id="rId113"/>
    <p:sldId id="1033" r:id="rId114"/>
    <p:sldId id="302" r:id="rId115"/>
    <p:sldId id="1633" r:id="rId116"/>
    <p:sldId id="1672" r:id="rId117"/>
    <p:sldId id="1673" r:id="rId118"/>
    <p:sldId id="1674" r:id="rId119"/>
    <p:sldId id="1675" r:id="rId120"/>
    <p:sldId id="1701" r:id="rId121"/>
    <p:sldId id="1634" r:id="rId122"/>
    <p:sldId id="1897" r:id="rId123"/>
    <p:sldId id="1898" r:id="rId124"/>
    <p:sldId id="1920" r:id="rId125"/>
    <p:sldId id="1921" r:id="rId126"/>
    <p:sldId id="1899" r:id="rId127"/>
    <p:sldId id="1922" r:id="rId128"/>
    <p:sldId id="1413" r:id="rId129"/>
    <p:sldId id="498" r:id="rId130"/>
    <p:sldId id="1742" r:id="rId131"/>
    <p:sldId id="499" r:id="rId132"/>
    <p:sldId id="1363" r:id="rId133"/>
    <p:sldId id="2479" r:id="rId134"/>
    <p:sldId id="2490" r:id="rId135"/>
    <p:sldId id="2491" r:id="rId136"/>
    <p:sldId id="542" r:id="rId137"/>
    <p:sldId id="1775" r:id="rId138"/>
    <p:sldId id="1776" r:id="rId139"/>
    <p:sldId id="1777" r:id="rId140"/>
    <p:sldId id="1356" r:id="rId141"/>
    <p:sldId id="893" r:id="rId142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9785" autoAdjust="0"/>
  </p:normalViewPr>
  <p:slideViewPr>
    <p:cSldViewPr>
      <p:cViewPr varScale="1">
        <p:scale>
          <a:sx n="79" d="100"/>
          <a:sy n="79" d="100"/>
        </p:scale>
        <p:origin x="-102" y="-1314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16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notesMaster" Target="notesMasters/notesMaster1.xml"/><Relationship Id="rId144" Type="http://schemas.openxmlformats.org/officeDocument/2006/relationships/presProps" Target="presProps.xml"/><Relationship Id="rId145" Type="http://schemas.openxmlformats.org/officeDocument/2006/relationships/viewProps" Target="viewProps.xml"/><Relationship Id="rId146" Type="http://schemas.openxmlformats.org/officeDocument/2006/relationships/theme" Target="theme/theme1.xml"/><Relationship Id="rId147" Type="http://schemas.openxmlformats.org/officeDocument/2006/relationships/tableStyles" Target="tableStyles.xml"/><Relationship Id="rId148" Type="http://schemas.openxmlformats.org/officeDocument/2006/relationships/slide" Target="slides/slide5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6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Yang" userId="96e110e5a1896ef6" providerId="LiveId" clId="{8EB410B9-5EBC-420C-8E01-1D28E64F7A8C}"/>
    <pc:docChg chg="undo custSel addSld delSld modSld sldOrd">
      <pc:chgData name="Jacob Yang" userId="96e110e5a1896ef6" providerId="LiveId" clId="{8EB410B9-5EBC-420C-8E01-1D28E64F7A8C}" dt="2026-06-06T22:16:31.429" v="865"/>
      <pc:docMkLst>
        <pc:docMk/>
      </pc:docMkLst>
      <pc:sldChg chg="add del">
        <pc:chgData name="Jacob Yang" userId="96e110e5a1896ef6" providerId="LiveId" clId="{8EB410B9-5EBC-420C-8E01-1D28E64F7A8C}" dt="2026-06-01T11:55:45.499" v="634" actId="47"/>
        <pc:sldMkLst>
          <pc:docMk/>
          <pc:sldMk cId="0" sldId="787"/>
        </pc:sldMkLst>
      </pc:sldChg>
      <pc:sldChg chg="modSp mod">
        <pc:chgData name="Jacob Yang" userId="96e110e5a1896ef6" providerId="LiveId" clId="{8EB410B9-5EBC-420C-8E01-1D28E64F7A8C}" dt="2026-06-01T11:42:36.925" v="61" actId="20577"/>
        <pc:sldMkLst>
          <pc:docMk/>
          <pc:sldMk cId="0" sldId="1020"/>
        </pc:sldMkLst>
        <pc:spChg chg="mod">
          <ac:chgData name="Jacob Yang" userId="96e110e5a1896ef6" providerId="LiveId" clId="{8EB410B9-5EBC-420C-8E01-1D28E64F7A8C}" dt="2026-06-01T11:42:36.925" v="61" actId="20577"/>
          <ac:spMkLst>
            <pc:docMk/>
            <pc:sldMk cId="0" sldId="1020"/>
            <ac:spMk id="10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51:08.132" v="850" actId="14100"/>
        <pc:sldMkLst>
          <pc:docMk/>
          <pc:sldMk cId="0" sldId="1033"/>
        </pc:sldMkLst>
        <pc:spChg chg="mod">
          <ac:chgData name="Jacob Yang" userId="96e110e5a1896ef6" providerId="LiveId" clId="{8EB410B9-5EBC-420C-8E01-1D28E64F7A8C}" dt="2026-06-03T11:51:08.132" v="850" actId="14100"/>
          <ac:spMkLst>
            <pc:docMk/>
            <pc:sldMk cId="0" sldId="1033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07.904" v="647" actId="20577"/>
        <pc:sldMkLst>
          <pc:docMk/>
          <pc:sldMk cId="0" sldId="1138"/>
        </pc:sldMkLst>
        <pc:spChg chg="mod">
          <ac:chgData name="Jacob Yang" userId="96e110e5a1896ef6" providerId="LiveId" clId="{8EB410B9-5EBC-420C-8E01-1D28E64F7A8C}" dt="2026-06-01T11:57:07.904" v="647" actId="20577"/>
          <ac:spMkLst>
            <pc:docMk/>
            <pc:sldMk cId="0" sldId="1138"/>
            <ac:spMk id="10" creationId="{00000000-0000-0000-0000-000000000000}"/>
          </ac:spMkLst>
        </pc:spChg>
      </pc:sldChg>
      <pc:sldChg chg="ord">
        <pc:chgData name="Jacob Yang" userId="96e110e5a1896ef6" providerId="LiveId" clId="{8EB410B9-5EBC-420C-8E01-1D28E64F7A8C}" dt="2026-06-01T12:00:45.735" v="656"/>
        <pc:sldMkLst>
          <pc:docMk/>
          <pc:sldMk cId="4008561108" sldId="1260"/>
        </pc:sldMkLst>
      </pc:sldChg>
      <pc:sldChg chg="modSp mod">
        <pc:chgData name="Jacob Yang" userId="96e110e5a1896ef6" providerId="LiveId" clId="{8EB410B9-5EBC-420C-8E01-1D28E64F7A8C}" dt="2026-06-01T12:08:47.602" v="748" actId="6549"/>
        <pc:sldMkLst>
          <pc:docMk/>
          <pc:sldMk cId="3794957418" sldId="1363"/>
        </pc:sldMkLst>
        <pc:spChg chg="mod">
          <ac:chgData name="Jacob Yang" userId="96e110e5a1896ef6" providerId="LiveId" clId="{8EB410B9-5EBC-420C-8E01-1D28E64F7A8C}" dt="2026-06-01T12:08:47.602" v="748" actId="6549"/>
          <ac:spMkLst>
            <pc:docMk/>
            <pc:sldMk cId="3794957418" sldId="136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1:36.312" v="658" actId="20577"/>
        <pc:sldMkLst>
          <pc:docMk/>
          <pc:sldMk cId="20610786" sldId="1555"/>
        </pc:sldMkLst>
        <pc:spChg chg="mod">
          <ac:chgData name="Jacob Yang" userId="96e110e5a1896ef6" providerId="LiveId" clId="{8EB410B9-5EBC-420C-8E01-1D28E64F7A8C}" dt="2026-06-01T12:01:36.312" v="658" actId="20577"/>
          <ac:spMkLst>
            <pc:docMk/>
            <pc:sldMk cId="20610786" sldId="1555"/>
            <ac:spMk id="4" creationId="{09F1B7D1-ED9E-48F2-98A0-A66CD7A16038}"/>
          </ac:spMkLst>
        </pc:spChg>
      </pc:sldChg>
      <pc:sldChg chg="modSp mod">
        <pc:chgData name="Jacob Yang" userId="96e110e5a1896ef6" providerId="LiveId" clId="{8EB410B9-5EBC-420C-8E01-1D28E64F7A8C}" dt="2026-06-01T12:05:37.569" v="671" actId="6549"/>
        <pc:sldMkLst>
          <pc:docMk/>
          <pc:sldMk cId="180358702" sldId="1556"/>
        </pc:sldMkLst>
        <pc:spChg chg="mod">
          <ac:chgData name="Jacob Yang" userId="96e110e5a1896ef6" providerId="LiveId" clId="{8EB410B9-5EBC-420C-8E01-1D28E64F7A8C}" dt="2026-06-01T12:05:37.569" v="671" actId="6549"/>
          <ac:spMkLst>
            <pc:docMk/>
            <pc:sldMk cId="180358702" sldId="1556"/>
            <ac:spMk id="3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8:02.869" v="731" actId="6549"/>
        <pc:sldMkLst>
          <pc:docMk/>
          <pc:sldMk cId="3882351544" sldId="1633"/>
        </pc:sldMkLst>
        <pc:spChg chg="mod">
          <ac:chgData name="Jacob Yang" userId="96e110e5a1896ef6" providerId="LiveId" clId="{8EB410B9-5EBC-420C-8E01-1D28E64F7A8C}" dt="2026-06-01T12:08:02.869" v="731" actId="6549"/>
          <ac:spMkLst>
            <pc:docMk/>
            <pc:sldMk cId="3882351544" sldId="163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6T22:14:39.154" v="855" actId="6549"/>
        <pc:sldMkLst>
          <pc:docMk/>
          <pc:sldMk cId="3338771621" sldId="1634"/>
        </pc:sldMkLst>
        <pc:spChg chg="mod">
          <ac:chgData name="Jacob Yang" userId="96e110e5a1896ef6" providerId="LiveId" clId="{8EB410B9-5EBC-420C-8E01-1D28E64F7A8C}" dt="2026-06-06T22:14:39.154" v="855" actId="6549"/>
          <ac:spMkLst>
            <pc:docMk/>
            <pc:sldMk cId="3338771621" sldId="1634"/>
            <ac:spMk id="8" creationId="{00000000-0000-0000-0000-000000000000}"/>
          </ac:spMkLst>
        </pc:spChg>
      </pc:sldChg>
      <pc:sldChg chg="modSp del mod">
        <pc:chgData name="Jacob Yang" userId="96e110e5a1896ef6" providerId="LiveId" clId="{8EB410B9-5EBC-420C-8E01-1D28E64F7A8C}" dt="2026-06-06T22:15:56.031" v="856" actId="47"/>
        <pc:sldMkLst>
          <pc:docMk/>
          <pc:sldMk cId="743096849" sldId="1671"/>
        </pc:sldMkLst>
        <pc:spChg chg="mod">
          <ac:chgData name="Jacob Yang" userId="96e110e5a1896ef6" providerId="LiveId" clId="{8EB410B9-5EBC-420C-8E01-1D28E64F7A8C}" dt="2026-06-01T12:10:08.680" v="793" actId="20577"/>
          <ac:spMkLst>
            <pc:docMk/>
            <pc:sldMk cId="743096849" sldId="167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2.412" v="725" actId="47"/>
        <pc:sldMkLst>
          <pc:docMk/>
          <pc:sldMk cId="883721219" sldId="1672"/>
        </pc:sldMkLst>
      </pc:sldChg>
      <pc:sldChg chg="modSp mod">
        <pc:chgData name="Jacob Yang" userId="96e110e5a1896ef6" providerId="LiveId" clId="{8EB410B9-5EBC-420C-8E01-1D28E64F7A8C}" dt="2026-06-01T12:11:08.908" v="805" actId="20577"/>
        <pc:sldMkLst>
          <pc:docMk/>
          <pc:sldMk cId="1393686005" sldId="1672"/>
        </pc:sldMkLst>
        <pc:spChg chg="mod">
          <ac:chgData name="Jacob Yang" userId="96e110e5a1896ef6" providerId="LiveId" clId="{8EB410B9-5EBC-420C-8E01-1D28E64F7A8C}" dt="2026-06-01T12:11:08.908" v="805" actId="20577"/>
          <ac:spMkLst>
            <pc:docMk/>
            <pc:sldMk cId="1393686005" sldId="1672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099" v="726" actId="47"/>
        <pc:sldMkLst>
          <pc:docMk/>
          <pc:sldMk cId="1502360552" sldId="1673"/>
        </pc:sldMkLst>
      </pc:sldChg>
      <pc:sldChg chg="modSp mod">
        <pc:chgData name="Jacob Yang" userId="96e110e5a1896ef6" providerId="LiveId" clId="{8EB410B9-5EBC-420C-8E01-1D28E64F7A8C}" dt="2026-06-01T12:11:20.026" v="806"/>
        <pc:sldMkLst>
          <pc:docMk/>
          <pc:sldMk cId="2218556644" sldId="1673"/>
        </pc:sldMkLst>
        <pc:spChg chg="mod">
          <ac:chgData name="Jacob Yang" userId="96e110e5a1896ef6" providerId="LiveId" clId="{8EB410B9-5EBC-420C-8E01-1D28E64F7A8C}" dt="2026-06-01T12:11:20.026" v="806"/>
          <ac:spMkLst>
            <pc:docMk/>
            <pc:sldMk cId="2218556644" sldId="1673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1:26.083" v="807"/>
        <pc:sldMkLst>
          <pc:docMk/>
          <pc:sldMk cId="770124332" sldId="1674"/>
        </pc:sldMkLst>
        <pc:spChg chg="mod">
          <ac:chgData name="Jacob Yang" userId="96e110e5a1896ef6" providerId="LiveId" clId="{8EB410B9-5EBC-420C-8E01-1D28E64F7A8C}" dt="2026-06-01T12:11:26.083" v="807"/>
          <ac:spMkLst>
            <pc:docMk/>
            <pc:sldMk cId="770124332" sldId="1674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832" v="727" actId="47"/>
        <pc:sldMkLst>
          <pc:docMk/>
          <pc:sldMk cId="3207303563" sldId="1674"/>
        </pc:sldMkLst>
      </pc:sldChg>
      <pc:sldChg chg="modSp mod">
        <pc:chgData name="Jacob Yang" userId="96e110e5a1896ef6" providerId="LiveId" clId="{8EB410B9-5EBC-420C-8E01-1D28E64F7A8C}" dt="2026-06-01T12:11:32.447" v="808"/>
        <pc:sldMkLst>
          <pc:docMk/>
          <pc:sldMk cId="4090471206" sldId="1675"/>
        </pc:sldMkLst>
        <pc:spChg chg="mod">
          <ac:chgData name="Jacob Yang" userId="96e110e5a1896ef6" providerId="LiveId" clId="{8EB410B9-5EBC-420C-8E01-1D28E64F7A8C}" dt="2026-06-01T12:11:32.447" v="808"/>
          <ac:spMkLst>
            <pc:docMk/>
            <pc:sldMk cId="4090471206" sldId="1675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284" v="733" actId="47"/>
        <pc:sldMkLst>
          <pc:docMk/>
          <pc:sldMk cId="2561479705" sldId="1677"/>
        </pc:sldMkLst>
      </pc:sldChg>
      <pc:sldChg chg="modSp del mod">
        <pc:chgData name="Jacob Yang" userId="96e110e5a1896ef6" providerId="LiveId" clId="{8EB410B9-5EBC-420C-8E01-1D28E64F7A8C}" dt="2026-06-06T22:15:56.708" v="857" actId="47"/>
        <pc:sldMkLst>
          <pc:docMk/>
          <pc:sldMk cId="568367058" sldId="1678"/>
        </pc:sldMkLst>
        <pc:spChg chg="mod">
          <ac:chgData name="Jacob Yang" userId="96e110e5a1896ef6" providerId="LiveId" clId="{8EB410B9-5EBC-420C-8E01-1D28E64F7A8C}" dt="2026-06-01T12:10:17.595" v="794"/>
          <ac:spMkLst>
            <pc:docMk/>
            <pc:sldMk cId="568367058" sldId="1678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603" v="734" actId="47"/>
        <pc:sldMkLst>
          <pc:docMk/>
          <pc:sldMk cId="4220702740" sldId="1678"/>
        </pc:sldMkLst>
      </pc:sldChg>
      <pc:sldChg chg="del">
        <pc:chgData name="Jacob Yang" userId="96e110e5a1896ef6" providerId="LiveId" clId="{8EB410B9-5EBC-420C-8E01-1D28E64F7A8C}" dt="2026-06-01T12:08:26.019" v="735" actId="47"/>
        <pc:sldMkLst>
          <pc:docMk/>
          <pc:sldMk cId="2961763039" sldId="1679"/>
        </pc:sldMkLst>
      </pc:sldChg>
      <pc:sldChg chg="modSp del mod">
        <pc:chgData name="Jacob Yang" userId="96e110e5a1896ef6" providerId="LiveId" clId="{8EB410B9-5EBC-420C-8E01-1D28E64F7A8C}" dt="2026-06-06T22:15:58.159" v="859" actId="47"/>
        <pc:sldMkLst>
          <pc:docMk/>
          <pc:sldMk cId="1556432237" sldId="1681"/>
        </pc:sldMkLst>
        <pc:spChg chg="mod">
          <ac:chgData name="Jacob Yang" userId="96e110e5a1896ef6" providerId="LiveId" clId="{8EB410B9-5EBC-420C-8E01-1D28E64F7A8C}" dt="2026-06-01T12:10:24.990" v="796"/>
          <ac:spMkLst>
            <pc:docMk/>
            <pc:sldMk cId="1556432237" sldId="168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38.155" v="740" actId="47"/>
        <pc:sldMkLst>
          <pc:docMk/>
          <pc:sldMk cId="2594146979" sldId="1684"/>
        </pc:sldMkLst>
      </pc:sldChg>
      <pc:sldChg chg="addSp modSp mod">
        <pc:chgData name="Jacob Yang" userId="96e110e5a1896ef6" providerId="LiveId" clId="{8EB410B9-5EBC-420C-8E01-1D28E64F7A8C}" dt="2026-06-01T12:06:36.123" v="687"/>
        <pc:sldMkLst>
          <pc:docMk/>
          <pc:sldMk cId="2534335505" sldId="1697"/>
        </pc:sldMkLst>
        <pc:spChg chg="add mod">
          <ac:chgData name="Jacob Yang" userId="96e110e5a1896ef6" providerId="LiveId" clId="{8EB410B9-5EBC-420C-8E01-1D28E64F7A8C}" dt="2026-06-01T12:06:36.123" v="687"/>
          <ac:spMkLst>
            <pc:docMk/>
            <pc:sldMk cId="2534335505" sldId="1697"/>
            <ac:spMk id="2" creationId="{08C31E0F-AB32-4342-34EC-853DDA162C43}"/>
          </ac:spMkLst>
        </pc:spChg>
        <pc:spChg chg="mod">
          <ac:chgData name="Jacob Yang" userId="96e110e5a1896ef6" providerId="LiveId" clId="{8EB410B9-5EBC-420C-8E01-1D28E64F7A8C}" dt="2026-06-01T11:34:27.634" v="32" actId="20577"/>
          <ac:spMkLst>
            <pc:docMk/>
            <pc:sldMk cId="2534335505" sldId="1697"/>
            <ac:spMk id="9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7:00.489" v="717" actId="47"/>
        <pc:sldMkLst>
          <pc:docMk/>
          <pc:sldMk cId="1018331834" sldId="1714"/>
        </pc:sldMkLst>
      </pc:sldChg>
      <pc:sldChg chg="modSp mod">
        <pc:chgData name="Jacob Yang" userId="96e110e5a1896ef6" providerId="LiveId" clId="{8EB410B9-5EBC-420C-8E01-1D28E64F7A8C}" dt="2026-06-01T11:55:18.355" v="618"/>
        <pc:sldMkLst>
          <pc:docMk/>
          <pc:sldMk cId="4094780995" sldId="1729"/>
        </pc:sldMkLst>
        <pc:spChg chg="mod">
          <ac:chgData name="Jacob Yang" userId="96e110e5a1896ef6" providerId="LiveId" clId="{8EB410B9-5EBC-420C-8E01-1D28E64F7A8C}" dt="2026-06-01T11:55:04.595" v="617" actId="20577"/>
          <ac:spMkLst>
            <pc:docMk/>
            <pc:sldMk cId="4094780995" sldId="1729"/>
            <ac:spMk id="5" creationId="{00000000-0000-0000-0000-000000000000}"/>
          </ac:spMkLst>
        </pc:spChg>
        <pc:spChg chg="mod">
          <ac:chgData name="Jacob Yang" userId="96e110e5a1896ef6" providerId="LiveId" clId="{8EB410B9-5EBC-420C-8E01-1D28E64F7A8C}" dt="2026-06-01T11:55:18.355" v="618"/>
          <ac:spMkLst>
            <pc:docMk/>
            <pc:sldMk cId="4094780995" sldId="1729"/>
            <ac:spMk id="6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41.992" v="653" actId="207"/>
        <pc:sldMkLst>
          <pc:docMk/>
          <pc:sldMk cId="1789485839" sldId="1730"/>
        </pc:sldMkLst>
        <pc:spChg chg="mod">
          <ac:chgData name="Jacob Yang" userId="96e110e5a1896ef6" providerId="LiveId" clId="{8EB410B9-5EBC-420C-8E01-1D28E64F7A8C}" dt="2026-06-01T11:57:41.992" v="653" actId="207"/>
          <ac:spMkLst>
            <pc:docMk/>
            <pc:sldMk cId="1789485839" sldId="1730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44:56.120" v="813"/>
        <pc:sldMkLst>
          <pc:docMk/>
          <pc:sldMk cId="3328112084" sldId="1757"/>
        </pc:sldMkLst>
        <pc:spChg chg="mod">
          <ac:chgData name="Jacob Yang" userId="96e110e5a1896ef6" providerId="LiveId" clId="{8EB410B9-5EBC-420C-8E01-1D28E64F7A8C}" dt="2026-06-03T11:44:56.120" v="813"/>
          <ac:spMkLst>
            <pc:docMk/>
            <pc:sldMk cId="3328112084" sldId="1757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0:21.918" v="46" actId="47"/>
        <pc:sldMkLst>
          <pc:docMk/>
          <pc:sldMk cId="1555400951" sldId="1760"/>
        </pc:sldMkLst>
      </pc:sldChg>
      <pc:sldChg chg="del">
        <pc:chgData name="Jacob Yang" userId="96e110e5a1896ef6" providerId="LiveId" clId="{8EB410B9-5EBC-420C-8E01-1D28E64F7A8C}" dt="2026-06-01T11:40:22.303" v="47" actId="47"/>
        <pc:sldMkLst>
          <pc:docMk/>
          <pc:sldMk cId="564166940" sldId="1761"/>
        </pc:sldMkLst>
      </pc:sldChg>
      <pc:sldChg chg="del">
        <pc:chgData name="Jacob Yang" userId="96e110e5a1896ef6" providerId="LiveId" clId="{8EB410B9-5EBC-420C-8E01-1D28E64F7A8C}" dt="2026-06-01T12:08:39.162" v="742" actId="47"/>
        <pc:sldMkLst>
          <pc:docMk/>
          <pc:sldMk cId="1134527556" sldId="1834"/>
        </pc:sldMkLst>
      </pc:sldChg>
      <pc:sldChg chg="del">
        <pc:chgData name="Jacob Yang" userId="96e110e5a1896ef6" providerId="LiveId" clId="{8EB410B9-5EBC-420C-8E01-1D28E64F7A8C}" dt="2026-06-01T12:08:38.698" v="741" actId="47"/>
        <pc:sldMkLst>
          <pc:docMk/>
          <pc:sldMk cId="1394662154" sldId="1835"/>
        </pc:sldMkLst>
      </pc:sldChg>
      <pc:sldChg chg="del">
        <pc:chgData name="Jacob Yang" userId="96e110e5a1896ef6" providerId="LiveId" clId="{8EB410B9-5EBC-420C-8E01-1D28E64F7A8C}" dt="2026-06-01T12:08:39.736" v="743" actId="47"/>
        <pc:sldMkLst>
          <pc:docMk/>
          <pc:sldMk cId="1118717039" sldId="1836"/>
        </pc:sldMkLst>
      </pc:sldChg>
      <pc:sldChg chg="modSp mod">
        <pc:chgData name="Jacob Yang" userId="96e110e5a1896ef6" providerId="LiveId" clId="{8EB410B9-5EBC-420C-8E01-1D28E64F7A8C}" dt="2026-06-06T22:16:05.596" v="860"/>
        <pc:sldMkLst>
          <pc:docMk/>
          <pc:sldMk cId="1555400951" sldId="1897"/>
        </pc:sldMkLst>
        <pc:spChg chg="mod">
          <ac:chgData name="Jacob Yang" userId="96e110e5a1896ef6" providerId="LiveId" clId="{8EB410B9-5EBC-420C-8E01-1D28E64F7A8C}" dt="2026-06-06T22:16:05.596" v="860"/>
          <ac:spMkLst>
            <pc:docMk/>
            <pc:sldMk cId="1555400951" sldId="1897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10.729" v="861"/>
        <pc:sldMkLst>
          <pc:docMk/>
          <pc:sldMk cId="564166940" sldId="1898"/>
        </pc:sldMkLst>
        <pc:spChg chg="mod">
          <ac:chgData name="Jacob Yang" userId="96e110e5a1896ef6" providerId="LiveId" clId="{8EB410B9-5EBC-420C-8E01-1D28E64F7A8C}" dt="2026-06-06T22:16:10.729" v="861"/>
          <ac:spMkLst>
            <pc:docMk/>
            <pc:sldMk cId="564166940" sldId="1898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6.900" v="864"/>
        <pc:sldMkLst>
          <pc:docMk/>
          <pc:sldMk cId="4204747330" sldId="1899"/>
        </pc:sldMkLst>
        <pc:spChg chg="mod">
          <ac:chgData name="Jacob Yang" userId="96e110e5a1896ef6" providerId="LiveId" clId="{8EB410B9-5EBC-420C-8E01-1D28E64F7A8C}" dt="2026-06-06T22:16:26.900" v="864"/>
          <ac:spMkLst>
            <pc:docMk/>
            <pc:sldMk cId="4204747330" sldId="1899"/>
            <ac:spMk id="35" creationId="{7B376904-F72E-49C0-AD7E-98E51634849C}"/>
          </ac:spMkLst>
        </pc:spChg>
      </pc:sldChg>
      <pc:sldChg chg="modSp mod">
        <pc:chgData name="Jacob Yang" userId="96e110e5a1896ef6" providerId="LiveId" clId="{8EB410B9-5EBC-420C-8E01-1D28E64F7A8C}" dt="2026-06-06T22:16:15.862" v="862"/>
        <pc:sldMkLst>
          <pc:docMk/>
          <pc:sldMk cId="315594505" sldId="1920"/>
        </pc:sldMkLst>
        <pc:spChg chg="mod">
          <ac:chgData name="Jacob Yang" userId="96e110e5a1896ef6" providerId="LiveId" clId="{8EB410B9-5EBC-420C-8E01-1D28E64F7A8C}" dt="2026-06-06T22:16:15.862" v="862"/>
          <ac:spMkLst>
            <pc:docMk/>
            <pc:sldMk cId="315594505" sldId="1920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2.465" v="863"/>
        <pc:sldMkLst>
          <pc:docMk/>
          <pc:sldMk cId="3399767645" sldId="1921"/>
        </pc:sldMkLst>
        <pc:spChg chg="mod">
          <ac:chgData name="Jacob Yang" userId="96e110e5a1896ef6" providerId="LiveId" clId="{8EB410B9-5EBC-420C-8E01-1D28E64F7A8C}" dt="2026-06-06T22:16:22.465" v="863"/>
          <ac:spMkLst>
            <pc:docMk/>
            <pc:sldMk cId="3399767645" sldId="1921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31.429" v="865"/>
        <pc:sldMkLst>
          <pc:docMk/>
          <pc:sldMk cId="4183130055" sldId="1922"/>
        </pc:sldMkLst>
        <pc:spChg chg="mod">
          <ac:chgData name="Jacob Yang" userId="96e110e5a1896ef6" providerId="LiveId" clId="{8EB410B9-5EBC-420C-8E01-1D28E64F7A8C}" dt="2026-06-06T22:16:31.429" v="865"/>
          <ac:spMkLst>
            <pc:docMk/>
            <pc:sldMk cId="4183130055" sldId="1922"/>
            <ac:spMk id="6" creationId="{28BCECC7-2F46-46DE-9D89-81288B45A39D}"/>
          </ac:spMkLst>
        </pc:spChg>
      </pc:sldChg>
      <pc:sldChg chg="del">
        <pc:chgData name="Jacob Yang" userId="96e110e5a1896ef6" providerId="LiveId" clId="{8EB410B9-5EBC-420C-8E01-1D28E64F7A8C}" dt="2026-06-01T11:40:22.812" v="48" actId="47"/>
        <pc:sldMkLst>
          <pc:docMk/>
          <pc:sldMk cId="1639333555" sldId="1990"/>
        </pc:sldMkLst>
      </pc:sldChg>
      <pc:sldChg chg="del">
        <pc:chgData name="Jacob Yang" userId="96e110e5a1896ef6" providerId="LiveId" clId="{8EB410B9-5EBC-420C-8E01-1D28E64F7A8C}" dt="2026-06-01T11:40:23.565" v="49" actId="47"/>
        <pc:sldMkLst>
          <pc:docMk/>
          <pc:sldMk cId="39220166" sldId="1991"/>
        </pc:sldMkLst>
      </pc:sldChg>
      <pc:sldChg chg="modSp mod">
        <pc:chgData name="Jacob Yang" userId="96e110e5a1896ef6" providerId="LiveId" clId="{8EB410B9-5EBC-420C-8E01-1D28E64F7A8C}" dt="2026-06-01T11:39:49.092" v="40" actId="20577"/>
        <pc:sldMkLst>
          <pc:docMk/>
          <pc:sldMk cId="0" sldId="2068"/>
        </pc:sldMkLst>
        <pc:spChg chg="mod">
          <ac:chgData name="Jacob Yang" userId="96e110e5a1896ef6" providerId="LiveId" clId="{8EB410B9-5EBC-420C-8E01-1D28E64F7A8C}" dt="2026-06-01T11:39:49.092" v="40" actId="20577"/>
          <ac:spMkLst>
            <pc:docMk/>
            <pc:sldMk cId="0" sldId="2068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40:15.447" v="45" actId="6549"/>
        <pc:sldMkLst>
          <pc:docMk/>
          <pc:sldMk cId="1576640453" sldId="2194"/>
        </pc:sldMkLst>
        <pc:spChg chg="mod">
          <ac:chgData name="Jacob Yang" userId="96e110e5a1896ef6" providerId="LiveId" clId="{8EB410B9-5EBC-420C-8E01-1D28E64F7A8C}" dt="2026-06-01T11:40:15.447" v="45" actId="6549"/>
          <ac:spMkLst>
            <pc:docMk/>
            <pc:sldMk cId="1576640453" sldId="2194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2:57.883" v="63" actId="47"/>
        <pc:sldMkLst>
          <pc:docMk/>
          <pc:sldMk cId="3712951906" sldId="2196"/>
        </pc:sldMkLst>
      </pc:sldChg>
      <pc:sldChg chg="del">
        <pc:chgData name="Jacob Yang" userId="96e110e5a1896ef6" providerId="LiveId" clId="{8EB410B9-5EBC-420C-8E01-1D28E64F7A8C}" dt="2026-06-01T11:44:27.487" v="124" actId="47"/>
        <pc:sldMkLst>
          <pc:docMk/>
          <pc:sldMk cId="1817576673" sldId="2198"/>
        </pc:sldMkLst>
      </pc:sldChg>
      <pc:sldChg chg="modSp mod">
        <pc:chgData name="Jacob Yang" userId="96e110e5a1896ef6" providerId="LiveId" clId="{8EB410B9-5EBC-420C-8E01-1D28E64F7A8C}" dt="2026-06-01T12:07:27.491" v="723" actId="6549"/>
        <pc:sldMkLst>
          <pc:docMk/>
          <pc:sldMk cId="2074835621" sldId="2206"/>
        </pc:sldMkLst>
        <pc:spChg chg="mod">
          <ac:chgData name="Jacob Yang" userId="96e110e5a1896ef6" providerId="LiveId" clId="{8EB410B9-5EBC-420C-8E01-1D28E64F7A8C}" dt="2026-06-01T12:07:27.491" v="723" actId="6549"/>
          <ac:spMkLst>
            <pc:docMk/>
            <pc:sldMk cId="2074835621" sldId="2206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8:51.238" v="749" actId="47"/>
        <pc:sldMkLst>
          <pc:docMk/>
          <pc:sldMk cId="1145640309" sldId="2508"/>
        </pc:sldMkLst>
      </pc:sldChg>
      <pc:sldChg chg="del">
        <pc:chgData name="Jacob Yang" userId="96e110e5a1896ef6" providerId="LiveId" clId="{8EB410B9-5EBC-420C-8E01-1D28E64F7A8C}" dt="2026-06-01T11:38:24.119" v="33" actId="47"/>
        <pc:sldMkLst>
          <pc:docMk/>
          <pc:sldMk cId="3833832453" sldId="3013"/>
        </pc:sldMkLst>
      </pc:sldChg>
      <pc:sldChg chg="del">
        <pc:chgData name="Jacob Yang" userId="96e110e5a1896ef6" providerId="LiveId" clId="{8EB410B9-5EBC-420C-8E01-1D28E64F7A8C}" dt="2026-06-01T11:38:25.031" v="34" actId="47"/>
        <pc:sldMkLst>
          <pc:docMk/>
          <pc:sldMk cId="4008264119" sldId="3014"/>
        </pc:sldMkLst>
      </pc:sldChg>
      <pc:sldChg chg="del">
        <pc:chgData name="Jacob Yang" userId="96e110e5a1896ef6" providerId="LiveId" clId="{8EB410B9-5EBC-420C-8E01-1D28E64F7A8C}" dt="2026-06-01T11:38:25.976" v="35" actId="47"/>
        <pc:sldMkLst>
          <pc:docMk/>
          <pc:sldMk cId="3916034289" sldId="3015"/>
        </pc:sldMkLst>
      </pc:sldChg>
      <pc:sldChg chg="del">
        <pc:chgData name="Jacob Yang" userId="96e110e5a1896ef6" providerId="LiveId" clId="{8EB410B9-5EBC-420C-8E01-1D28E64F7A8C}" dt="2026-06-01T11:38:26.866" v="36" actId="47"/>
        <pc:sldMkLst>
          <pc:docMk/>
          <pc:sldMk cId="559574533" sldId="3016"/>
        </pc:sldMkLst>
      </pc:sldChg>
      <pc:sldChg chg="del">
        <pc:chgData name="Jacob Yang" userId="96e110e5a1896ef6" providerId="LiveId" clId="{8EB410B9-5EBC-420C-8E01-1D28E64F7A8C}" dt="2026-06-01T11:38:27.833" v="37" actId="47"/>
        <pc:sldMkLst>
          <pc:docMk/>
          <pc:sldMk cId="120918051" sldId="3017"/>
        </pc:sldMkLst>
      </pc:sldChg>
      <pc:sldChg chg="del">
        <pc:chgData name="Jacob Yang" userId="96e110e5a1896ef6" providerId="LiveId" clId="{8EB410B9-5EBC-420C-8E01-1D28E64F7A8C}" dt="2026-06-01T11:38:28.707" v="38" actId="47"/>
        <pc:sldMkLst>
          <pc:docMk/>
          <pc:sldMk cId="455246502" sldId="3018"/>
        </pc:sldMkLst>
      </pc:sldChg>
      <pc:sldChg chg="addSp delSp modSp mod">
        <pc:chgData name="Jacob Yang" userId="96e110e5a1896ef6" providerId="LiveId" clId="{8EB410B9-5EBC-420C-8E01-1D28E64F7A8C}" dt="2026-06-03T11:47:32.029" v="843" actId="1037"/>
        <pc:sldMkLst>
          <pc:docMk/>
          <pc:sldMk cId="974117914" sldId="3019"/>
        </pc:sldMkLst>
        <pc:spChg chg="mod">
          <ac:chgData name="Jacob Yang" userId="96e110e5a1896ef6" providerId="LiveId" clId="{8EB410B9-5EBC-420C-8E01-1D28E64F7A8C}" dt="2026-06-01T11:47:43.312" v="211" actId="6549"/>
          <ac:spMkLst>
            <pc:docMk/>
            <pc:sldMk cId="974117914" sldId="3019"/>
            <ac:spMk id="5" creationId="{E41B86AD-665A-50DD-8DF6-B91BB4908BC9}"/>
          </ac:spMkLst>
        </pc:sp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3" creationId="{9357B9EE-285E-E4F3-AFE2-CCBD0A2D5E88}"/>
          </ac:picMkLst>
        </pc:picChg>
        <pc:picChg chg="add del mod modCrop">
          <ac:chgData name="Jacob Yang" userId="96e110e5a1896ef6" providerId="LiveId" clId="{8EB410B9-5EBC-420C-8E01-1D28E64F7A8C}" dt="2026-06-01T11:52:38.374" v="392" actId="478"/>
          <ac:picMkLst>
            <pc:docMk/>
            <pc:sldMk cId="974117914" sldId="3019"/>
            <ac:picMk id="4" creationId="{E2A0C1F3-9B91-0631-BA35-928BFA0E9949}"/>
          </ac:picMkLst>
        </pc:picChg>
        <pc:picChg chg="add del mod modCrop">
          <ac:chgData name="Jacob Yang" userId="96e110e5a1896ef6" providerId="LiveId" clId="{8EB410B9-5EBC-420C-8E01-1D28E64F7A8C}" dt="2026-06-01T11:52:39.192" v="393" actId="478"/>
          <ac:picMkLst>
            <pc:docMk/>
            <pc:sldMk cId="974117914" sldId="3019"/>
            <ac:picMk id="6" creationId="{C7ED7A3D-8974-F160-F808-778F2DD0D2FE}"/>
          </ac:picMkLst>
        </pc:pic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7" creationId="{3B16EF2E-5615-96CA-4EED-D2B712C3AF71}"/>
          </ac:picMkLst>
        </pc:picChg>
        <pc:picChg chg="add mod modCrop">
          <ac:chgData name="Jacob Yang" userId="96e110e5a1896ef6" providerId="LiveId" clId="{8EB410B9-5EBC-420C-8E01-1D28E64F7A8C}" dt="2026-06-03T11:47:04.372" v="816" actId="14100"/>
          <ac:picMkLst>
            <pc:docMk/>
            <pc:sldMk cId="974117914" sldId="3019"/>
            <ac:picMk id="10" creationId="{1C6A0951-17B3-66FB-1A20-57B4C26B5BA9}"/>
          </ac:picMkLst>
        </pc:picChg>
        <pc:picChg chg="add mod modCrop">
          <ac:chgData name="Jacob Yang" userId="96e110e5a1896ef6" providerId="LiveId" clId="{8EB410B9-5EBC-420C-8E01-1D28E64F7A8C}" dt="2026-06-03T11:47:32.029" v="843" actId="1037"/>
          <ac:picMkLst>
            <pc:docMk/>
            <pc:sldMk cId="974117914" sldId="3019"/>
            <ac:picMk id="12" creationId="{63982018-FC94-6117-A0A6-EA33860288EA}"/>
          </ac:picMkLst>
        </pc:picChg>
      </pc:sldChg>
      <pc:sldChg chg="del">
        <pc:chgData name="Jacob Yang" userId="96e110e5a1896ef6" providerId="LiveId" clId="{8EB410B9-5EBC-420C-8E01-1D28E64F7A8C}" dt="2026-06-01T11:55:34.491" v="623" actId="47"/>
        <pc:sldMkLst>
          <pc:docMk/>
          <pc:sldMk cId="2048444681" sldId="3021"/>
        </pc:sldMkLst>
      </pc:sldChg>
      <pc:sldChg chg="del">
        <pc:chgData name="Jacob Yang" userId="96e110e5a1896ef6" providerId="LiveId" clId="{8EB410B9-5EBC-420C-8E01-1D28E64F7A8C}" dt="2026-06-01T11:55:36.128" v="625" actId="47"/>
        <pc:sldMkLst>
          <pc:docMk/>
          <pc:sldMk cId="1410083024" sldId="3022"/>
        </pc:sldMkLst>
      </pc:sldChg>
      <pc:sldChg chg="del">
        <pc:chgData name="Jacob Yang" userId="96e110e5a1896ef6" providerId="LiveId" clId="{8EB410B9-5EBC-420C-8E01-1D28E64F7A8C}" dt="2026-06-01T11:55:37.578" v="627" actId="47"/>
        <pc:sldMkLst>
          <pc:docMk/>
          <pc:sldMk cId="3356793840" sldId="3023"/>
        </pc:sldMkLst>
      </pc:sldChg>
      <pc:sldChg chg="del">
        <pc:chgData name="Jacob Yang" userId="96e110e5a1896ef6" providerId="LiveId" clId="{8EB410B9-5EBC-420C-8E01-1D28E64F7A8C}" dt="2026-06-01T11:55:39.250" v="629" actId="47"/>
        <pc:sldMkLst>
          <pc:docMk/>
          <pc:sldMk cId="3371243117" sldId="3024"/>
        </pc:sldMkLst>
      </pc:sldChg>
      <pc:sldChg chg="del">
        <pc:chgData name="Jacob Yang" userId="96e110e5a1896ef6" providerId="LiveId" clId="{8EB410B9-5EBC-420C-8E01-1D28E64F7A8C}" dt="2026-06-01T11:55:40.784" v="631" actId="47"/>
        <pc:sldMkLst>
          <pc:docMk/>
          <pc:sldMk cId="4275728786" sldId="3025"/>
        </pc:sldMkLst>
      </pc:sldChg>
      <pc:sldChg chg="del">
        <pc:chgData name="Jacob Yang" userId="96e110e5a1896ef6" providerId="LiveId" clId="{8EB410B9-5EBC-420C-8E01-1D28E64F7A8C}" dt="2026-06-01T12:07:31.677" v="724" actId="47"/>
        <pc:sldMkLst>
          <pc:docMk/>
          <pc:sldMk cId="3327335471" sldId="3026"/>
        </pc:sldMkLst>
      </pc:sldChg>
      <pc:sldChg chg="del">
        <pc:chgData name="Jacob Yang" userId="96e110e5a1896ef6" providerId="LiveId" clId="{8EB410B9-5EBC-420C-8E01-1D28E64F7A8C}" dt="2026-06-01T12:08:51.637" v="750" actId="47"/>
        <pc:sldMkLst>
          <pc:docMk/>
          <pc:sldMk cId="2005723963" sldId="3027"/>
        </pc:sldMkLst>
      </pc:sldChg>
      <pc:sldChg chg="del">
        <pc:chgData name="Jacob Yang" userId="96e110e5a1896ef6" providerId="LiveId" clId="{8EB410B9-5EBC-420C-8E01-1D28E64F7A8C}" dt="2026-06-01T12:08:52.080" v="751" actId="47"/>
        <pc:sldMkLst>
          <pc:docMk/>
          <pc:sldMk cId="3786304501" sldId="3028"/>
        </pc:sldMkLst>
      </pc:sldChg>
      <pc:sldChg chg="del">
        <pc:chgData name="Jacob Yang" userId="96e110e5a1896ef6" providerId="LiveId" clId="{8EB410B9-5EBC-420C-8E01-1D28E64F7A8C}" dt="2026-06-01T12:08:52.573" v="752" actId="47"/>
        <pc:sldMkLst>
          <pc:docMk/>
          <pc:sldMk cId="1025458033" sldId="3029"/>
        </pc:sldMkLst>
      </pc:sldChg>
      <pc:sldChg chg="del">
        <pc:chgData name="Jacob Yang" userId="96e110e5a1896ef6" providerId="LiveId" clId="{8EB410B9-5EBC-420C-8E01-1D28E64F7A8C}" dt="2026-06-01T11:55:31.013" v="622" actId="47"/>
        <pc:sldMkLst>
          <pc:docMk/>
          <pc:sldMk cId="3430225228" sldId="3030"/>
        </pc:sldMkLst>
      </pc:sldChg>
      <pc:sldChg chg="del">
        <pc:chgData name="Jacob Yang" userId="96e110e5a1896ef6" providerId="LiveId" clId="{8EB410B9-5EBC-420C-8E01-1D28E64F7A8C}" dt="2026-06-01T11:55:35.404" v="624" actId="47"/>
        <pc:sldMkLst>
          <pc:docMk/>
          <pc:sldMk cId="3883191667" sldId="3032"/>
        </pc:sldMkLst>
      </pc:sldChg>
      <pc:sldChg chg="del">
        <pc:chgData name="Jacob Yang" userId="96e110e5a1896ef6" providerId="LiveId" clId="{8EB410B9-5EBC-420C-8E01-1D28E64F7A8C}" dt="2026-06-01T11:55:36.838" v="626" actId="47"/>
        <pc:sldMkLst>
          <pc:docMk/>
          <pc:sldMk cId="291395776" sldId="3033"/>
        </pc:sldMkLst>
      </pc:sldChg>
      <pc:sldChg chg="del">
        <pc:chgData name="Jacob Yang" userId="96e110e5a1896ef6" providerId="LiveId" clId="{8EB410B9-5EBC-420C-8E01-1D28E64F7A8C}" dt="2026-06-01T11:55:38.323" v="628" actId="47"/>
        <pc:sldMkLst>
          <pc:docMk/>
          <pc:sldMk cId="3439935831" sldId="3034"/>
        </pc:sldMkLst>
      </pc:sldChg>
      <pc:sldChg chg="del">
        <pc:chgData name="Jacob Yang" userId="96e110e5a1896ef6" providerId="LiveId" clId="{8EB410B9-5EBC-420C-8E01-1D28E64F7A8C}" dt="2026-06-01T11:55:40.001" v="630" actId="47"/>
        <pc:sldMkLst>
          <pc:docMk/>
          <pc:sldMk cId="2650825989" sldId="3035"/>
        </pc:sldMkLst>
      </pc:sldChg>
      <pc:sldChg chg="del">
        <pc:chgData name="Jacob Yang" userId="96e110e5a1896ef6" providerId="LiveId" clId="{8EB410B9-5EBC-420C-8E01-1D28E64F7A8C}" dt="2026-06-01T11:55:41.553" v="632" actId="47"/>
        <pc:sldMkLst>
          <pc:docMk/>
          <pc:sldMk cId="323893693" sldId="3036"/>
        </pc:sldMkLst>
      </pc:sldChg>
      <pc:sldChg chg="modSp add mod">
        <pc:chgData name="Jacob Yang" userId="96e110e5a1896ef6" providerId="LiveId" clId="{8EB410B9-5EBC-420C-8E01-1D28E64F7A8C}" dt="2026-06-03T11:45:27.450" v="814" actId="207"/>
        <pc:sldMkLst>
          <pc:docMk/>
          <pc:sldMk cId="2076000119" sldId="3039"/>
        </pc:sldMkLst>
        <pc:spChg chg="mod">
          <ac:chgData name="Jacob Yang" userId="96e110e5a1896ef6" providerId="LiveId" clId="{8EB410B9-5EBC-420C-8E01-1D28E64F7A8C}" dt="2026-06-03T11:45:27.450" v="814" actId="207"/>
          <ac:spMkLst>
            <pc:docMk/>
            <pc:sldMk cId="2076000119" sldId="3039"/>
            <ac:spMk id="8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1:44:24.138" v="123" actId="1037"/>
        <pc:sldMkLst>
          <pc:docMk/>
          <pc:sldMk cId="1327731717" sldId="3040"/>
        </pc:sldMkLst>
        <pc:spChg chg="add mod">
          <ac:chgData name="Jacob Yang" userId="96e110e5a1896ef6" providerId="LiveId" clId="{8EB410B9-5EBC-420C-8E01-1D28E64F7A8C}" dt="2026-06-01T11:44:24.138" v="123" actId="1037"/>
          <ac:spMkLst>
            <pc:docMk/>
            <pc:sldMk cId="1327731717" sldId="3040"/>
            <ac:spMk id="3" creationId="{8B57CD69-B6F1-AC3B-8A41-A0099EB3E13A}"/>
          </ac:spMkLst>
        </pc:spChg>
        <pc:spChg chg="mod">
          <ac:chgData name="Jacob Yang" userId="96e110e5a1896ef6" providerId="LiveId" clId="{8EB410B9-5EBC-420C-8E01-1D28E64F7A8C}" dt="2026-06-01T11:44:11.571" v="80" actId="207"/>
          <ac:spMkLst>
            <pc:docMk/>
            <pc:sldMk cId="1327731717" sldId="3040"/>
            <ac:spMk id="8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47.023" v="844" actId="47"/>
        <pc:sldMkLst>
          <pc:docMk/>
          <pc:sldMk cId="2841463438" sldId="3041"/>
        </pc:sldMkLst>
      </pc:sldChg>
      <pc:sldChg chg="modSp add mod ord">
        <pc:chgData name="Jacob Yang" userId="96e110e5a1896ef6" providerId="LiveId" clId="{8EB410B9-5EBC-420C-8E01-1D28E64F7A8C}" dt="2026-06-01T11:56:13.107" v="639" actId="20577"/>
        <pc:sldMkLst>
          <pc:docMk/>
          <pc:sldMk cId="244852181" sldId="3042"/>
        </pc:sldMkLst>
        <pc:spChg chg="mod">
          <ac:chgData name="Jacob Yang" userId="96e110e5a1896ef6" providerId="LiveId" clId="{8EB410B9-5EBC-420C-8E01-1D28E64F7A8C}" dt="2026-06-01T11:56:13.107" v="639" actId="20577"/>
          <ac:spMkLst>
            <pc:docMk/>
            <pc:sldMk cId="244852181" sldId="3042"/>
            <ac:spMk id="6" creationId="{00000000-0000-0000-0000-000000000000}"/>
          </ac:spMkLst>
        </pc:spChg>
      </pc:sldChg>
      <pc:sldChg chg="add del">
        <pc:chgData name="Jacob Yang" userId="96e110e5a1896ef6" providerId="LiveId" clId="{8EB410B9-5EBC-420C-8E01-1D28E64F7A8C}" dt="2026-06-03T11:47:52.368" v="845" actId="47"/>
        <pc:sldMkLst>
          <pc:docMk/>
          <pc:sldMk cId="1108114467" sldId="3043"/>
        </pc:sldMkLst>
      </pc:sldChg>
      <pc:sldChg chg="modSp add mod replId">
        <pc:chgData name="Jacob Yang" userId="96e110e5a1896ef6" providerId="LiveId" clId="{8EB410B9-5EBC-420C-8E01-1D28E64F7A8C}" dt="2026-06-01T11:56:38.494" v="642" actId="20577"/>
        <pc:sldMkLst>
          <pc:docMk/>
          <pc:sldMk cId="2590767200" sldId="3044"/>
        </pc:sldMkLst>
        <pc:spChg chg="mod">
          <ac:chgData name="Jacob Yang" userId="96e110e5a1896ef6" providerId="LiveId" clId="{8EB410B9-5EBC-420C-8E01-1D28E64F7A8C}" dt="2026-06-01T11:56:38.494" v="642" actId="20577"/>
          <ac:spMkLst>
            <pc:docMk/>
            <pc:sldMk cId="2590767200" sldId="3044"/>
            <ac:spMk id="6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56.964" v="846" actId="47"/>
        <pc:sldMkLst>
          <pc:docMk/>
          <pc:sldMk cId="1582570374" sldId="3045"/>
        </pc:sldMkLst>
      </pc:sldChg>
      <pc:sldChg chg="add">
        <pc:chgData name="Jacob Yang" userId="96e110e5a1896ef6" providerId="LiveId" clId="{8EB410B9-5EBC-420C-8E01-1D28E64F7A8C}" dt="2026-06-01T12:00:44.132" v="654" actId="2890"/>
        <pc:sldMkLst>
          <pc:docMk/>
          <pc:sldMk cId="3350953169" sldId="3046"/>
        </pc:sldMkLst>
      </pc:sldChg>
      <pc:sldChg chg="modSp add mod">
        <pc:chgData name="Jacob Yang" userId="96e110e5a1896ef6" providerId="LiveId" clId="{8EB410B9-5EBC-420C-8E01-1D28E64F7A8C}" dt="2026-06-01T12:06:15.244" v="684" actId="6549"/>
        <pc:sldMkLst>
          <pc:docMk/>
          <pc:sldMk cId="229940133" sldId="3047"/>
        </pc:sldMkLst>
        <pc:spChg chg="mod">
          <ac:chgData name="Jacob Yang" userId="96e110e5a1896ef6" providerId="LiveId" clId="{8EB410B9-5EBC-420C-8E01-1D28E64F7A8C}" dt="2026-06-01T12:06:15.244" v="684" actId="6549"/>
          <ac:spMkLst>
            <pc:docMk/>
            <pc:sldMk cId="229940133" sldId="3047"/>
            <ac:spMk id="3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2:06:57.854" v="716" actId="1036"/>
        <pc:sldMkLst>
          <pc:docMk/>
          <pc:sldMk cId="3457408445" sldId="3048"/>
        </pc:sldMkLst>
        <pc:spChg chg="mod">
          <ac:chgData name="Jacob Yang" userId="96e110e5a1896ef6" providerId="LiveId" clId="{8EB410B9-5EBC-420C-8E01-1D28E64F7A8C}" dt="2026-06-01T12:06:28.250" v="686" actId="207"/>
          <ac:spMkLst>
            <pc:docMk/>
            <pc:sldMk cId="3457408445" sldId="3048"/>
            <ac:spMk id="3" creationId="{00000000-0000-0000-0000-000000000000}"/>
          </ac:spMkLst>
        </pc:spChg>
        <pc:spChg chg="add mod">
          <ac:chgData name="Jacob Yang" userId="96e110e5a1896ef6" providerId="LiveId" clId="{8EB410B9-5EBC-420C-8E01-1D28E64F7A8C}" dt="2026-06-01T12:06:57.854" v="716" actId="1036"/>
          <ac:spMkLst>
            <pc:docMk/>
            <pc:sldMk cId="3457408445" sldId="3048"/>
            <ac:spMk id="4" creationId="{01FBAA5B-429A-AC19-8372-13816AAECB75}"/>
          </ac:spMkLst>
        </pc:spChg>
      </pc:sldChg>
      <pc:sldChg chg="modSp del mod">
        <pc:chgData name="Jacob Yang" userId="96e110e5a1896ef6" providerId="LiveId" clId="{8EB410B9-5EBC-420C-8E01-1D28E64F7A8C}" dt="2026-06-06T22:15:57.372" v="858" actId="47"/>
        <pc:sldMkLst>
          <pc:docMk/>
          <pc:sldMk cId="3703237098" sldId="3049"/>
        </pc:sldMkLst>
        <pc:spChg chg="mod">
          <ac:chgData name="Jacob Yang" userId="96e110e5a1896ef6" providerId="LiveId" clId="{8EB410B9-5EBC-420C-8E01-1D28E64F7A8C}" dt="2026-06-01T12:10:21.049" v="795"/>
          <ac:spMkLst>
            <pc:docMk/>
            <pc:sldMk cId="3703237098" sldId="3049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2:26.660" v="812" actId="1036"/>
        <pc:sldMkLst>
          <pc:docMk/>
          <pc:sldMk cId="2129818636" sldId="3050"/>
        </pc:sldMkLst>
        <pc:grpChg chg="mod">
          <ac:chgData name="Jacob Yang" userId="96e110e5a1896ef6" providerId="LiveId" clId="{8EB410B9-5EBC-420C-8E01-1D28E64F7A8C}" dt="2026-06-01T12:12:26.660" v="812" actId="1036"/>
          <ac:grpSpMkLst>
            <pc:docMk/>
            <pc:sldMk cId="2129818636" sldId="3050"/>
            <ac:grpSpMk id="13" creationId="{5594C849-27B9-B04B-583E-2AB1B79330CD}"/>
          </ac:grpSpMkLst>
        </pc:grpChg>
      </pc:sldChg>
      <pc:sldChg chg="modSp mod">
        <pc:chgData name="Jacob Yang" userId="96e110e5a1896ef6" providerId="LiveId" clId="{8EB410B9-5EBC-420C-8E01-1D28E64F7A8C}" dt="2026-06-01T12:12:14.256" v="810" actId="1036"/>
        <pc:sldMkLst>
          <pc:docMk/>
          <pc:sldMk cId="3577614596" sldId="3052"/>
        </pc:sldMkLst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3" creationId="{2891BF7A-6DFA-6F2D-0F0B-42F346F814FA}"/>
          </ac:picMkLst>
        </pc:picChg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10" creationId="{6A143E29-FE88-771D-C206-9FAA6972B2B1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26/06/2026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948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0080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669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85110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945548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6124916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368191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466071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20614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610327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906149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351358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832084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344330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75566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047072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024549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462987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9076738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40644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6406640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5779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3761158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169440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6978694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4219668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8684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640172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8940975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098407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97544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029018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8450745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7971666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194681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2654553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2990052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1905623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366564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0382532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1869272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6488865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3200061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996332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351077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6945218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8516279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377849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4044951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032093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62328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video" Target="file:///C:\Users\mrsun_000\Desktop\&#49457;&#45817;\&#53664;&#50836;&#51068;%20&#48120;&#49324;\2019\CWF%20August%202019.mp4" TargetMode="Externa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video" Target="file:///C:\Users\mrsun_000\Desktop\&#49457;&#45817;\&#53664;&#50836;&#51068;%20&#48120;&#49324;\2019\CWF%20August%202019.mp4" TargetMode="Externa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video" Target="file:///C:\Users\mrsun_000\Desktop\&#49457;&#45817;\&#53664;&#50836;&#51068;%20&#48120;&#49324;\2019\CWF%20August%202019.mp4" TargetMode="Externa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video" Target="file:///C:\Users\mrsun_000\Desktop\&#49457;&#45817;\&#53664;&#50836;&#51068;%20&#48120;&#49324;\2019\CWF%20August%202019.mp4" TargetMode="Externa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1.png"/><Relationship Id="rId3" Type="http://schemas.openxmlformats.org/officeDocument/2006/relationships/image" Target="../media/image500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3.png"/><Relationship Id="rId3" Type="http://schemas.openxmlformats.org/officeDocument/2006/relationships/image" Target="../media/image500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5.png"/><Relationship Id="rId3" Type="http://schemas.openxmlformats.org/officeDocument/2006/relationships/image" Target="../media/image500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7.png"/><Relationship Id="rId3" Type="http://schemas.openxmlformats.org/officeDocument/2006/relationships/image" Target="../media/image500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4.png"/><Relationship Id="rId4" Type="http://schemas.microsoft.com/office/2007/relationships/hdphoto" Target="../media/hdphoto1.wdp"/><Relationship Id="rId5" Type="http://schemas.openxmlformats.org/officeDocument/2006/relationships/image" Target="../media/image35.png"/><Relationship Id="rId6" Type="http://schemas.microsoft.com/office/2007/relationships/hdphoto" Target="../media/hdphoto2.wdp"/><Relationship Id="rId7" Type="http://schemas.openxmlformats.org/officeDocument/2006/relationships/image" Target="../media/image1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6.png"/><Relationship Id="rId4" Type="http://schemas.microsoft.com/office/2007/relationships/hdphoto" Target="../media/hdphoto3.wdp"/><Relationship Id="rId5" Type="http://schemas.openxmlformats.org/officeDocument/2006/relationships/image" Target="../media/image14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4.png"/><Relationship Id="rId4" Type="http://schemas.microsoft.com/office/2007/relationships/hdphoto" Target="../media/hdphoto1.wdp"/><Relationship Id="rId5" Type="http://schemas.openxmlformats.org/officeDocument/2006/relationships/image" Target="../media/image35.png"/><Relationship Id="rId6" Type="http://schemas.microsoft.com/office/2007/relationships/hdphoto" Target="../media/hdphoto2.wdp"/><Relationship Id="rId7" Type="http://schemas.openxmlformats.org/officeDocument/2006/relationships/image" Target="../media/image37.png"/><Relationship Id="rId8" Type="http://schemas.microsoft.com/office/2007/relationships/hdphoto" Target="../media/hdphoto4.wdp"/><Relationship Id="rId9" Type="http://schemas.openxmlformats.org/officeDocument/2006/relationships/image" Target="../media/image38.png"/><Relationship Id="rId10" Type="http://schemas.microsoft.com/office/2007/relationships/hdphoto" Target="../media/hdphoto5.wdp"/><Relationship Id="rId11" Type="http://schemas.openxmlformats.org/officeDocument/2006/relationships/image" Target="../media/image1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6.png"/><Relationship Id="rId4" Type="http://schemas.microsoft.com/office/2007/relationships/hdphoto" Target="../media/hdphoto3.wdp"/><Relationship Id="rId5" Type="http://schemas.openxmlformats.org/officeDocument/2006/relationships/image" Target="../media/image39.png"/><Relationship Id="rId6" Type="http://schemas.microsoft.com/office/2007/relationships/hdphoto" Target="../media/hdphoto6.wdp"/><Relationship Id="rId7" Type="http://schemas.openxmlformats.org/officeDocument/2006/relationships/image" Target="../media/image1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jpe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6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7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8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jpe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2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14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14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14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14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9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2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3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68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8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69.png"/><Relationship Id="rId4" Type="http://schemas.openxmlformats.org/officeDocument/2006/relationships/image" Target="../media/image14.png"/><Relationship Id="rId5" Type="http://schemas.openxmlformats.org/officeDocument/2006/relationships/image" Target="../media/image70.png"/><Relationship Id="rId6" Type="http://schemas.microsoft.com/office/2007/relationships/hdphoto" Target="../media/hdphoto7.wdp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9.png"/><Relationship Id="rId4" Type="http://schemas.openxmlformats.org/officeDocument/2006/relationships/image" Target="../media/image14.png"/><Relationship Id="rId5" Type="http://schemas.openxmlformats.org/officeDocument/2006/relationships/image" Target="../media/image71.png"/><Relationship Id="rId6" Type="http://schemas.microsoft.com/office/2007/relationships/hdphoto" Target="../media/hdphoto8.wdp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69.png"/><Relationship Id="rId4" Type="http://schemas.openxmlformats.org/officeDocument/2006/relationships/image" Target="../media/image14.png"/><Relationship Id="rId5" Type="http://schemas.openxmlformats.org/officeDocument/2006/relationships/image" Target="../media/image72.png"/><Relationship Id="rId6" Type="http://schemas.microsoft.com/office/2007/relationships/hdphoto" Target="../media/hdphoto9.wdp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3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4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19F41DA-9D7A-44CA-BD26-200FDF2D6D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6"/>
            <a:ext cx="9174600" cy="5141564"/>
          </a:xfrm>
          <a:prstGeom prst="rect">
            <a:avLst/>
          </a:prstGeom>
        </p:spPr>
      </p:pic>
      <p:sp>
        <p:nvSpPr>
          <p:cNvPr id="6" name="object 4"/>
          <p:cNvSpPr txBox="1"/>
          <p:nvPr/>
        </p:nvSpPr>
        <p:spPr>
          <a:xfrm>
            <a:off x="1970139" y="483518"/>
            <a:ext cx="6130253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sz="1800" dirty="0">
                <a:solidFill>
                  <a:srgbClr val="231F20"/>
                </a:solidFill>
                <a:latin typeface="Gill Sans MT"/>
                <a:cs typeface="Gill Sans MT"/>
              </a:rPr>
              <a:t>KOREAN </a:t>
            </a:r>
            <a:r>
              <a:rPr lang="en-AU" sz="1800" dirty="0">
                <a:solidFill>
                  <a:srgbClr val="231F20"/>
                </a:solidFill>
                <a:latin typeface="Gill Sans MT"/>
                <a:cs typeface="Gill Sans MT"/>
              </a:rPr>
              <a:t>CATHOLIC COMMUNITY BROKEN BAY</a:t>
            </a:r>
            <a:endParaRPr sz="1800" dirty="0">
              <a:latin typeface="Gill Sans MT"/>
              <a:cs typeface="Gill Sans MT"/>
            </a:endParaRPr>
          </a:p>
        </p:txBody>
      </p:sp>
      <p:pic>
        <p:nvPicPr>
          <p:cNvPr id="7" name="Picture 12" descr="broken-bay_logo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8091" y="513766"/>
            <a:ext cx="936104" cy="646860"/>
          </a:xfrm>
          <a:prstGeom prst="rect">
            <a:avLst/>
          </a:prstGeom>
        </p:spPr>
      </p:pic>
      <p:sp>
        <p:nvSpPr>
          <p:cNvPr id="9" name="object 5"/>
          <p:cNvSpPr txBox="1"/>
          <p:nvPr/>
        </p:nvSpPr>
        <p:spPr>
          <a:xfrm>
            <a:off x="-36512" y="3834419"/>
            <a:ext cx="9174600" cy="1313069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2026년 6월 14일</a:t>
            </a:r>
            <a:endParaRPr lang="en-US" altLang="ko-KR" sz="2100" b="1" spc="1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연중 제11주일</a:t>
            </a:r>
            <a:endParaRPr lang="en-US" altLang="ko-KR" sz="2200" b="1" spc="500" dirty="0">
              <a:latin typeface="궁서" pitchFamily="18" charset="-127"/>
              <a:ea typeface="궁서" pitchFamily="18" charset="-127"/>
            </a:endParaRPr>
          </a:p>
          <a:p>
            <a:pPr marL="684748" marR="678786" indent="74041" algn="ctr">
              <a:spcAft>
                <a:spcPts val="1200"/>
              </a:spcAft>
            </a:pPr>
            <a:endParaRPr lang="en-US" sz="2200" b="1" spc="500" dirty="0"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3433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text, person&#10;&#10;Description automatically generated">
            <a:extLst>
              <a:ext uri="{FF2B5EF4-FFF2-40B4-BE49-F238E27FC236}">
                <a16:creationId xmlns="" xmlns:a16="http://schemas.microsoft.com/office/drawing/2014/main" id="{7D4E1BCB-F911-DE45-907D-563FF822D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0"/>
            <a:ext cx="4752528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F3E10A6-6B6A-4F85-95A6-0533E280E83D}"/>
              </a:ext>
            </a:extLst>
          </p:cNvPr>
          <p:cNvSpPr/>
          <p:nvPr/>
        </p:nvSpPr>
        <p:spPr>
          <a:xfrm>
            <a:off x="395536" y="1419622"/>
            <a:ext cx="4608512" cy="21602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미사전</a:t>
            </a:r>
            <a:endParaRPr kumimoji="0" lang="en-AU" altLang="ko-KR" sz="5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altLang="ko-KR" sz="1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묵주기도</a:t>
            </a:r>
            <a:r>
              <a:rPr kumimoji="0" lang="en-US" altLang="ko-KR" sz="5400" b="1" i="0" u="none" strike="noStrike" kern="1200" cap="none" spc="5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600" b="1" i="0" u="none" strike="noStrike" kern="1200" cap="none" spc="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endParaRPr kumimoji="0" lang="en-US" sz="2600" b="1" i="0" u="none" strike="noStrike" kern="1200" cap="none" spc="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3241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392489" y="-13280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환희의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29896"/>
            <a:ext cx="4680520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잉태하심을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엘리사벳을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찾아보심을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낳으심을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 성전에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바치심을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잃으셨던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성전에서 찾으심을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picture containing person, dancer, sport, dressed&#10;&#10;Description automatically generated">
            <a:extLst>
              <a:ext uri="{FF2B5EF4-FFF2-40B4-BE49-F238E27FC236}">
                <a16:creationId xmlns="" xmlns:a16="http://schemas.microsoft.com/office/drawing/2014/main" id="{78B578FA-CCBC-5E44-A311-B8617A0496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" y="-13280"/>
            <a:ext cx="4061379" cy="5156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CE63323-FF19-498F-B949-3B682D0151C8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7234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211960" y="20882"/>
            <a:ext cx="45365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빛의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427984" y="843558"/>
            <a:ext cx="4609315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세례받으심을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카나에서 첫 기적을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행하심을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하느님 나라를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선포하심을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거룩하게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변모하심을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성체성사를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세우심을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picture containing text, posing, altar, decorated&#10;&#10;Description automatically generated">
            <a:extLst>
              <a:ext uri="{FF2B5EF4-FFF2-40B4-BE49-F238E27FC236}">
                <a16:creationId xmlns="" xmlns:a16="http://schemas.microsoft.com/office/drawing/2014/main" id="{1091DED7-0B2F-E74A-BCD0-0563CEB45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4176464" cy="51848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C9E256A-83A1-4576-AB18-425E9BFE02B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2642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788024" y="339502"/>
            <a:ext cx="4320480" cy="4290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피땀 흘리심을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매맞으심을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가시관 쓰심을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 지심을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십자가에 못박혀 돌아가심을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216025" y="28597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고통의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96428" cy="2715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0566D66-75C5-4BA7-82C6-DFA22A4E78D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7448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499992" y="208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43558"/>
            <a:ext cx="4788024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부활하심을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승천하심을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성령을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보내심을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마리아를 하늘에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불러올리심을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마리아께 천상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-15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모후의 관을 씌우심을 묵상합시다</a:t>
            </a:r>
            <a:endParaRPr kumimoji="0" lang="en-US" sz="2200" b="0" i="0" u="none" strike="noStrike" kern="1200" cap="none" spc="-15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 descr="A picture containing text, indoor, altar, old&#10;&#10;Description automatically generated">
            <a:extLst>
              <a:ext uri="{FF2B5EF4-FFF2-40B4-BE49-F238E27FC236}">
                <a16:creationId xmlns="" xmlns:a16="http://schemas.microsoft.com/office/drawing/2014/main" id="{64644F55-96BE-524B-9190-8448A5CC8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61" y="-14524"/>
            <a:ext cx="4210805" cy="5158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FD34390-0E41-49D0-A17C-99206DEA0F4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5206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6" name="직사각형 2"/>
          <p:cNvSpPr/>
          <p:nvPr/>
        </p:nvSpPr>
        <p:spPr>
          <a:xfrm>
            <a:off x="683568" y="267494"/>
            <a:ext cx="8208912" cy="4694516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모후이시며 사랑이 넘친 어머니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우리의 생명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기쁨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희망이시여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 우러러 하와의 그 자손들이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눈물을 흘리며 부르짖나이다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슬픔의 골짜기에서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우리들의 보호자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불쌍한 저희를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인자로운 눈으로 굽어보소서</a:t>
            </a:r>
            <a:r>
              <a:rPr kumimoji="0" lang="en-AU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6DD40AD-2302-4806-8697-6499DFD8F740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3412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411510"/>
            <a:ext cx="8280920" cy="433076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귀양살이 끝날 때에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당신의 아들 우리 주 예수님 뵙게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너그러우시고 자애로우시며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!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아름다우신 동정 마리아님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천주의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위하여 빌어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주시어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그리스도께서 약속하신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7E1C11F-7321-415A-B616-8FB7C31B70D3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1861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51470"/>
            <a:ext cx="8424936" cy="5024798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기도합시다</a:t>
            </a:r>
            <a:endParaRPr kumimoji="0" lang="en-US" altLang="ko-KR" sz="30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외아드님께서 삶과 죽음과 부활로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영원한 구원을 마련해 주셨나이다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복되신 동정 마리아와 함께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신비를 묵상하며 묵주 기도를 바치오니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저희가 그 가르침을 따라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0EBFF76-89BB-4B25-8B45-9C3EB5963001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3228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604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="" xmlns:a16="http://schemas.microsoft.com/office/drawing/2014/main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3888581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거룩한 교회를 평화의 깃발로 세우시고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나라에 참된 평화를 주시어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온 세상 어디서나 입을 모아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구원하신 거룩하신 성심께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영원히 찬미와 영광과 흠숭을 드리게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◎</a:t>
            </a: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 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예수 성심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세상에 주님의 나라를 세우소서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주님께서는 목자이시니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떠나지 않은 사람들을 보살피시고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이미 주님을 떠난 사람들은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다시 아버지 집으로 돌아오게 하시어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굶어 죽는 일이 없게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</a:t>
            </a: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옹졸한 고집에 사로잡힌 사람들이나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불목하여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갈린 사람들도 부르시어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저희가 모두 같은 신앙을 고백하며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한 우리에서 한 목자 밑에 살게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일찍이 알아 모시지 못한 사람도 많고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알고도 주님의 계명을 저버리고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주님을 떠난 사람도 많사오니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지극히 인자하신 예수님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이런 사람들도 다 불쌍히 여기시어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주님의 성심께 이끌어 들이소서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지극히 어지신 구세주 예수님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 앞에 꿇어 경배하오니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굽어살피소서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1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저희는 이미 주님의 백성이오니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언제나 주님과 함께 살아가기를 바라나이다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주님과 하나 되고자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오늘 저희를 주님의 성심께 봉헌하나이다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0" cap="none" spc="77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예수 성심께 천하 만민을 바치는 기도</a:t>
            </a:r>
            <a:endParaRPr kumimoji="0" lang="ko-KR" altLang="en-US" sz="3000" b="0" i="0" u="none" strike="noStrike" kern="0" cap="none" spc="78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0606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179492" y="1261520"/>
            <a:ext cx="8637248" cy="14126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806400" marR="0" lvl="0" indent="-716400" algn="l" defTabSz="715558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	주님, 부르짖는 제 소리 들어 주소서. 저를 도와주소서. 제 구원의 하느님, 저를 내쫓지 마소서, 버리지 마소서.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9800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입 당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162</a:t>
            </a:r>
            <a:endParaRPr kumimoji="0" lang="en-US" altLang="ko-KR" sz="48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76640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 성혈 그 신비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96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405735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 성혈 그 신비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96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84130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 성혈 그 신비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96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655096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 성혈 그 신비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96" y="555526"/>
            <a:ext cx="8928992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84059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101477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259632" y="843558"/>
            <a:ext cx="6696744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성부와 성자와 성령의 이름으로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AU" altLang="ko-KR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32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endParaRPr lang="en-AU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endParaRPr lang="en-AU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sz="38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E06C859-AB35-A6D5-D640-1A48A346EEC0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056791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44739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1" y="8"/>
            <a:ext cx="9137984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520148" y="3913492"/>
            <a:ext cx="21035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/>
            <a:r>
              <a:rPr sz="3200" i="1" dirty="0">
                <a:solidFill>
                  <a:srgbClr val="231F20"/>
                </a:solidFill>
                <a:latin typeface="Lucida Calligraphy"/>
                <a:cs typeface="Lucida Calligraphy"/>
              </a:rPr>
              <a:t>Greeting</a:t>
            </a:r>
            <a:endParaRPr sz="3200" dirty="0">
              <a:latin typeface="Lucida Calligraphy"/>
              <a:cs typeface="Lucida Calligraphy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64418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06729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20538"/>
            <a:ext cx="9108504" cy="4806372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전능하신 하느님과 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형제들에게 고백하오니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생각과 말과 행위로 죄를 많이 지었으며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자주 의무를 소홀히 하였나이다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&lt;</a:t>
            </a:r>
            <a:r>
              <a:rPr kumimoji="0" lang="ko-KR" altLang="en-US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가슴을  치며</a:t>
            </a: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&gt;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저의 큰 탓이옵니다</a:t>
            </a:r>
            <a:endParaRPr kumimoji="0" lang="en-US" sz="32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그러므로 간절히 바라오니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평생 동정이신 성모 마리아와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천사와 성인과 형제들은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저를 위하여 하느님께 빌어주소서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7092280" y="0"/>
            <a:ext cx="21602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PENITENTIAL RITE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ABAC996-AA42-4F21-942B-574FBF1BFFE3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150073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1704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41" y="411510"/>
            <a:ext cx="8653675" cy="3804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71600" y="2715766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      자비를    자  비를 베푸소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75656" y="1215211"/>
            <a:ext cx="7560840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자비를      자   비를   베푸 소    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4227934"/>
            <a:ext cx="7992888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자비를       자   비를   베푸 소  </a:t>
            </a:r>
            <a:r>
              <a:rPr kumimoji="0" lang="en-US" altLang="ko-KR" sz="25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42881FA-BE69-4B59-9382-5C3F35A8C04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280117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411510"/>
            <a:ext cx="8640959" cy="378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206500"/>
            <a:ext cx="828092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</a:t>
            </a: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자비를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비를   베푸 소    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4230836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자비를    자  비를  베푸소 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2764834"/>
            <a:ext cx="8136904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 자비를      자    비를  베푸 소      서</a:t>
            </a:r>
            <a:endParaRPr kumimoji="0" lang="en-US" sz="32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0AC91CC-0085-4083-A3C7-789DD5EF07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953329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936631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0" y="699542"/>
            <a:ext cx="9026537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919903"/>
            <a:ext cx="8280920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늘 높 은    데 서  는      하 느 님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영    광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503" y="3939902"/>
            <a:ext cx="8993113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땅에서는 주님께서   사랑하시 는   사 람  들  에게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EE4789C-4C08-4E25-BDEB-07E5F628CA0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3003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4011910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전    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능하신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느    님 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560" y="192367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평 화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   하느님  하늘의    임  금  님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2C1DBC4-11ED-4C5E-8BF3-1993A79D7824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05754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95535" y="4011910"/>
            <a:ext cx="8705081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흠숭 하 나이다   찬양 하  나  이   다 </a:t>
            </a:r>
            <a:endParaRPr kumimoji="0" lang="en-US" sz="3500" b="1" i="0" u="none" strike="noStrike" kern="1200" cap="none" spc="-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 기  리   나이다   찬미하    나  이    다 </a:t>
            </a:r>
            <a:endParaRPr kumimoji="0" lang="en-US" sz="33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854EFE2-A6D9-49F1-9C61-48511C9D057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712557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771550"/>
            <a:ext cx="90265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영   광  크 시 오 니     감 사 하  나  이   다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외      아 들    주 예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수      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  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    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A04C200-E43B-42B9-9C2E-EAE5A170E9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699355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699542"/>
            <a:ext cx="89725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/>
          <p:nvPr/>
        </p:nvGrpSpPr>
        <p:grpSpPr>
          <a:xfrm>
            <a:off x="539552" y="1868800"/>
            <a:ext cx="8424936" cy="2609711"/>
            <a:chOff x="539552" y="1868800"/>
            <a:chExt cx="8424936" cy="2609711"/>
          </a:xfrm>
        </p:grpSpPr>
        <p:sp>
          <p:nvSpPr>
            <p:cNvPr id="10" name="TextBox 9"/>
            <p:cNvSpPr txBox="1"/>
            <p:nvPr/>
          </p:nvSpPr>
          <p:spPr>
            <a:xfrm>
              <a:off x="539552" y="1868800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EECE1">
                      <a:lumMod val="50000"/>
                    </a:srgbClr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주 하 느 님   성  부 의     아   드    님  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하   느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9552" y="3939902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님  의   어  </a:t>
              </a:r>
              <a:r>
                <a:rPr kumimoji="0" lang="ko-KR" altLang="en-US" sz="30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  </a:t>
              </a:r>
              <a:r>
                <a:rPr kumimoji="0" lang="en-US" altLang="ko-KR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~ ~         ~          ~              ~          ~               ~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린     양                 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</p:grp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987F372-2179-44EC-85D8-E7B8206417C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401645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9" y="771550"/>
            <a:ext cx="9005367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04056" y="1991911"/>
            <a:ext cx="8604448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  애   시 는   주   님     저희에게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05349"/>
            <a:ext cx="860444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 비를  베푸소     서</a:t>
            </a:r>
            <a:r>
              <a:rPr kumimoji="0" lang="ko-KR" altLang="en-US" sz="3300" b="1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1F680BF-BE10-44CA-84EC-959B6DA5A41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9316969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4" y="771550"/>
            <a:ext cx="90297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애 시는 주 님   저희의  기  도를 들어주소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4008135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  부     오  른  편 에  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앉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아    계   신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281521F-3CE3-4797-983D-13A0C3262BC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4878089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771550"/>
            <a:ext cx="90106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51670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저 희 에 게     자    비  를    베 푸 소       서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홀   로     거   룩 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고            홀   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875820F-C047-4D1D-99FE-4DADB98022F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5840130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699542"/>
            <a:ext cx="90868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67544" y="408391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예  수   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성            령  과      함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1940808"/>
            <a:ext cx="86764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이 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며            홀   로     높   으 신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553214D-94EB-485C-BC4C-2C7E1B2657A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5103856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679301"/>
            <a:ext cx="9024417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 </a:t>
            </a:r>
            <a:r>
              <a:rPr kumimoji="0" lang="ko-KR" altLang="en-US" sz="3500" b="1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느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의      </a:t>
            </a:r>
            <a:r>
              <a:rPr kumimoji="0" lang="ko-KR" altLang="en-US" sz="3500" b="1" i="0" u="none" strike="noStrike" kern="1200" cap="none" spc="-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    광     안     에</a:t>
            </a:r>
            <a:endParaRPr kumimoji="0" lang="en-US" sz="3500" b="1" i="0" u="none" strike="noStrike" kern="1200" cap="none" spc="-4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4193381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계    시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나   이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다             아            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E3A592F-0F4A-4C93-BAB6-3D02179AE83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2540167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933313" y="987574"/>
            <a:ext cx="731109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탈출기의 말씀입니다</a:t>
            </a:r>
            <a:r>
              <a:rPr lang="en-US" altLang="ko-KR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sz="3200" spc="78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1FE7A2D-6E85-173A-9162-61B4C6ADC665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123478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무렵 이스라엘 자손들은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시나이 광야에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이르러 그 광야에 진을 쳤다. 이렇게 이스라엘은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그곳 산 앞에 진을 쳤다.</a:t>
            </a:r>
          </a:p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모세가 하느님께 올라가자, 주님께서 산에서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그를 불러 말씀하셨다. “너는 야곱 집안에게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이렇게 말하여라. 이스라엘 자손들에게 알려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주어라.</a:t>
            </a:r>
          </a:p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‘너희는 내가 이집트인들에게 무엇을 하고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어떻게 너희를 독수리 날개에 태워 나에게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281120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123478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데려왔는지 보았다.</a:t>
            </a:r>
          </a:p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이제 너희가 내 말을 듣고 내 계약을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지키면, 너희는 모든 민족들 가운데에서 나의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소유가 될 것이다. 온 세상이 나의 것이다.</a:t>
            </a:r>
          </a:p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너희는 나에게 사제들의 나라가 되고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거룩한 민족이 될 것이다.’”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760001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6407252" y="4804578"/>
            <a:ext cx="2629244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8B57CD69-B6F1-AC3B-8A41-A0099EB3E13A}"/>
              </a:ext>
            </a:extLst>
          </p:cNvPr>
          <p:cNvSpPr txBox="1">
            <a:spLocks/>
          </p:cNvSpPr>
          <p:nvPr/>
        </p:nvSpPr>
        <p:spPr>
          <a:xfrm>
            <a:off x="395536" y="1248311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277317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100(99)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893632"/>
            <a:ext cx="6912768" cy="17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715766"/>
            <a:ext cx="771374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01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온 세상아, 주님께 환성 올려라. 기뻐하며 주님을 섬겨라. 환호하며 그분 앞에 나아가라.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100(99)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100(99)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893632"/>
            <a:ext cx="6912768" cy="17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715766"/>
            <a:ext cx="771374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155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너희는 알아라, 주님은 하느님이시다. 그분이 우리를 지으셨으니 우리는 그분의 것, 그분의 백성, 그분 목장의 양 떼라네. ◎</a:t>
            </a: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100(99)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852181"/>
      </p:ext>
    </p:extLst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100(99)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893632"/>
            <a:ext cx="6912768" cy="17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715766"/>
            <a:ext cx="771374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01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주님은 참으로 좋으시고, 그분 자애는 영원하시며, 그분 진실은 대대에 이르신다. ◎</a:t>
            </a: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100(99)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0767200"/>
      </p:ext>
    </p:extLst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100(99)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893632"/>
            <a:ext cx="6912768" cy="17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715766"/>
            <a:ext cx="771374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36821" y="898723"/>
            <a:ext cx="819967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 바오로의 로마서 말씀입니다.</a:t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6AB4F52-F9F3-2542-300A-B25E6C39DF8B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123478"/>
            <a:ext cx="8928992" cy="372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 여러분,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우리가 아직 나약하던 시절,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그리스도께서는 정해진 때에 불경한 자들을 위하여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돌아가셨습니다.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7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의로운 이를 위해서라도 죽을 사람은 거의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없습니다. 혹시 착한 사람을 위해서라면 누가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죽겠다고 나설지도 모릅니다.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그런데 우리가 아직 죄인이었을 때에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그리스도께서 우리를 위하여 돌아가심으로써,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하느님께서는 우리에 대한 당신의 사랑을 증명해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/>
          </p:cNvSpPr>
          <p:nvPr/>
        </p:nvSpPr>
        <p:spPr>
          <a:xfrm>
            <a:off x="395536" y="1248311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ECED1E6-89A8-EC06-F6EC-0391DC3C42B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428509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876165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9F1B7D1-ED9E-48F2-98A0-A66CD7A16038}"/>
              </a:ext>
            </a:extLst>
          </p:cNvPr>
          <p:cNvSpPr/>
          <p:nvPr/>
        </p:nvSpPr>
        <p:spPr>
          <a:xfrm>
            <a:off x="467544" y="990125"/>
            <a:ext cx="8496944" cy="3223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</a:t>
            </a:r>
            <a:r>
              <a:rPr lang="ko-KR" altLang="en-US" sz="24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en-US" altLang="ko-KR" sz="3200" b="1" dirty="0">
                <a:solidFill>
                  <a:schemeClr val="bg1"/>
                </a:solidFill>
                <a:latin typeface="대한" pitchFamily="50" charset="-127"/>
                <a:ea typeface="대한" pitchFamily="50" charset="-127"/>
              </a:rPr>
              <a:t>○ 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 나라가 가까이 왔다. 회개하고 복음을 믿어라.</a:t>
            </a: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spc="3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A011866-7B88-4DA6-AFBF-292C0A0227E3}"/>
              </a:ext>
            </a:extLst>
          </p:cNvPr>
          <p:cNvSpPr/>
          <p:nvPr/>
        </p:nvSpPr>
        <p:spPr>
          <a:xfrm>
            <a:off x="7812360" y="51470"/>
            <a:ext cx="12961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chemeClr val="accent2"/>
                </a:solidFill>
                <a:ea typeface="dotum" panose="020B0600000101010101" pitchFamily="50" charset="-127"/>
              </a:rPr>
              <a:t>ALLELUIA 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2F2A510-7ED5-A4CF-7469-985B6B9849E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6107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509531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915566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마태오가 전한 거룩한 복음입니다.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F9C1DA0-48E4-0A3D-200E-82D73AC8FE1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23478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예수님께서는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36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군중을 보시고 가엾은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마음이 드셨다. 그들이 목자 없는 양들처럼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시달리며 기가 꺾여 있었기 때문이다.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37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그래서 제자들에게 말씀하셨다. “수확할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것은 많은데 일꾼은 적다.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38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그러니 수확할 밭의 주인님께 일꾼들을 보내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주십사고 청하여라.”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10,1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열두 제자를 가까이 부르시고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그들에게 더러운 영들에 대한 권한을 주시어,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23478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그것들을 쫓아내고 병자와 허약한 이들을 모두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고쳐 주게 하셨다.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열두 사도의 이름은 이러하다. 베드로라고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하는 시몬을 비롯하여 그의 동생 안드레아,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제베대오의 아들 야고보와 그의 동생 요한,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필립보와 바르톨로메오, 토마스와 세리 마태오,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알패오의 아들 야고보와 타대오,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열혈당원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시몬, 그리고 예수님을 팔아넘긴 유다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이스카리옷이다.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99401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1FBAA5B-429A-AC19-8372-13816AAECB75}"/>
              </a:ext>
            </a:extLst>
          </p:cNvPr>
          <p:cNvSpPr txBox="1"/>
          <p:nvPr/>
        </p:nvSpPr>
        <p:spPr>
          <a:xfrm>
            <a:off x="395536" y="1248311"/>
            <a:ext cx="5421432" cy="132343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20000"/>
              </a:lnSpc>
              <a:spcAft>
                <a:spcPts val="36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그리스도님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찬미합니다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574084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993924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08318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D8BB748-A32F-6462-94EB-25D080D502FE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771740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483518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994C5A4-1461-A3A3-A9BC-4287F8AD4792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3268191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83518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8417DFD-D400-3540-EC92-BE58CBA007BF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942631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FE06783-6E3F-F368-C119-CA9158C1C15C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950326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709025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CD40E72-356A-48F9-B4B4-C5DE180779DC}"/>
              </a:ext>
            </a:extLst>
          </p:cNvPr>
          <p:cNvSpPr/>
          <p:nvPr/>
        </p:nvSpPr>
        <p:spPr>
          <a:xfrm>
            <a:off x="1187624" y="2753221"/>
            <a:ext cx="7848872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주  님 저 희  기 도 를   들 어 주 소  서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8007D4A-C025-9699-6ED8-E280F1E92FD5}"/>
              </a:ext>
            </a:extLst>
          </p:cNvPr>
          <p:cNvSpPr/>
          <p:nvPr/>
        </p:nvSpPr>
        <p:spPr>
          <a:xfrm>
            <a:off x="74079" y="21853"/>
            <a:ext cx="35958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보편 지향 기도 응답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370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85698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E68BFCF-6764-BDD5-F1A9-AE13B776D2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990098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봉 헌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513</a:t>
            </a:r>
            <a:endParaRPr kumimoji="0" lang="en-US" sz="4800" b="1" i="0" u="none" strike="noStrike" kern="1200" cap="none" spc="15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748356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513 	</a:t>
            </a:r>
            <a:r>
              <a:rPr kumimoji="0" lang="en-US" altLang="ko-KR" sz="2800" b="0" i="0" u="none" strike="noStrike" kern="0" cap="none" spc="5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	</a:t>
            </a:r>
            <a:r>
              <a:rPr kumimoji="0" lang="ko-KR" altLang="en-US" sz="2800" b="0" i="0" u="none" strike="noStrike" kern="0" cap="none" spc="5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면병과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포도주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594C849-27B9-B04B-583E-2AB1B79330CD}"/>
              </a:ext>
            </a:extLst>
          </p:cNvPr>
          <p:cNvGrpSpPr/>
          <p:nvPr/>
        </p:nvGrpSpPr>
        <p:grpSpPr>
          <a:xfrm>
            <a:off x="109537" y="617984"/>
            <a:ext cx="8924925" cy="4330030"/>
            <a:chOff x="109537" y="483518"/>
            <a:chExt cx="8924925" cy="4330030"/>
          </a:xfrm>
        </p:grpSpPr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6A143E29-FE88-771D-C206-9FAA6972B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="" xmlns:a14="http://schemas.microsoft.com/office/drawing/2010/main">
                    <a14:imgLayer r:embed="rId4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9537" y="483518"/>
              <a:ext cx="8924925" cy="23812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158DC3E6-9307-A581-0FD2-01768CB44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="" xmlns:a14="http://schemas.microsoft.com/office/drawing/2010/main">
                    <a14:imgLayer r:embed="rId6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9537" y="3003798"/>
              <a:ext cx="8924925" cy="180975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298186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513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면병과 포도주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61F7036-C5AA-55FC-2ACE-2AB6856174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300" y="555526"/>
            <a:ext cx="8915400" cy="18573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A4DD72DB-AECE-48B6-C91B-F3371D73C6AC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9445715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513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면병과 포도주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6A143E29-FE88-771D-C206-9FAA6972B2B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b="30449"/>
          <a:stretch/>
        </p:blipFill>
        <p:spPr>
          <a:xfrm>
            <a:off x="109537" y="592485"/>
            <a:ext cx="8924925" cy="16561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158DC3E6-9307-A581-0FD2-01768CB4489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b="40316"/>
          <a:stretch/>
        </p:blipFill>
        <p:spPr>
          <a:xfrm>
            <a:off x="109537" y="3003798"/>
            <a:ext cx="8924925" cy="10801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891BF7A-6DFA-6F2D-0F0B-42F346F814F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7624" y="2137792"/>
            <a:ext cx="6829425" cy="361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52B8CD8-40D4-04F6-6022-A0B5C724B1E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="" xmlns:a14="http://schemas.microsoft.com/office/drawing/2010/main">
                  <a14:imgLayer r:embed="rId10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2537" y="4187924"/>
            <a:ext cx="6638925" cy="4000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35034E1F-20D2-BAAC-0B93-9A7D7F290A81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7761459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513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면병과 포도주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61F7036-C5AA-55FC-2ACE-2AB6856174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b="41847"/>
          <a:stretch/>
        </p:blipFill>
        <p:spPr>
          <a:xfrm>
            <a:off x="114300" y="555527"/>
            <a:ext cx="8915400" cy="1080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1D24623-D290-6568-9AD2-8DF4D34A017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3066" y="1711930"/>
            <a:ext cx="6705600" cy="342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B5B68BE3-339A-9663-8D01-62D29A24A2FF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360957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71550"/>
            <a:ext cx="9144000" cy="317009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사제의 손으로 바치는 이 제사가 </a:t>
            </a:r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이름에는 찬미와 영광이 되고</a:t>
            </a:r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endParaRPr lang="en-US" sz="40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     </a:t>
            </a:r>
          </a:p>
          <a:p>
            <a:pPr algn="ctr"/>
            <a:r>
              <a:rPr lang="ko-KR" altLang="en-US" sz="4000" b="1" spc="-11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저희와 온 교회에는 도움이 되게 하소서</a:t>
            </a:r>
            <a:r>
              <a:rPr lang="en-US" sz="32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en-US" sz="32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04E33DC-A449-C97D-92A8-1B01DC72C67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043608" y="54760"/>
            <a:ext cx="6989440" cy="49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또한 사제의 영과 함께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AU" altLang="ko-KR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마음을 드높이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! </a:t>
            </a: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 올립니다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우리 주 하느님께 감사합시다</a:t>
            </a:r>
            <a:endParaRPr lang="en-US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마땅하고 옳은 일입니다</a:t>
            </a:r>
            <a:r>
              <a:rPr 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05B464F-F4CB-749F-8172-63D5602277FA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82022553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1889125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거룩하시 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거룩하시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  룩  </a:t>
            </a:r>
            <a:endParaRPr lang="en-US" sz="3500" b="1" spc="-2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93990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하시도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다        온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누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리 의  주 하느 님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C852459-1BA5-2B64-83D4-9BC2E487BB2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8832031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771550"/>
            <a:ext cx="9107488" cy="30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하늘과 땅 에 가득찬  그 영  광     높 은   데 서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3905349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호 산    나     주님의   이름으로  오 시는  분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857E380-ED81-9DC7-4EF7-02FC01EC32F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89117898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37598"/>
            <a:ext cx="9073008" cy="111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3568" y="249974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찬미받  으 소   서       높 은  데 서   호 산   나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80DF26E-DE87-5333-B069-751F18A7CF1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310413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65310861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 신앙의 신비여!</a:t>
            </a:r>
          </a:p>
          <a:p>
            <a:r>
              <a:rPr lang="en-A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r>
              <a:rPr lang="ko-KR" altLang="en-US" sz="2500" b="1" dirty="0">
                <a:latin typeface="대한" pitchFamily="50" charset="-127"/>
                <a:ea typeface="대한" pitchFamily="50" charset="-127"/>
              </a:rPr>
              <a:t>                </a:t>
            </a:r>
            <a:endParaRPr lang="en-AU" sz="2500" b="1" dirty="0"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endParaRPr lang="en-AU" sz="2500" b="1" spc="100" dirty="0"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D1B0601-AAD3-4807-A151-5BAAA07508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6804" b="24796"/>
          <a:stretch/>
        </p:blipFill>
        <p:spPr>
          <a:xfrm>
            <a:off x="0" y="3558930"/>
            <a:ext cx="8676456" cy="885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236406A-F09D-448F-BB39-782F856CB5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5641" b="45959"/>
          <a:stretch/>
        </p:blipFill>
        <p:spPr>
          <a:xfrm>
            <a:off x="107504" y="2067694"/>
            <a:ext cx="8568952" cy="1008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80" y="2912599"/>
            <a:ext cx="68407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주  님의  죽 음 을  </a:t>
            </a:r>
            <a:r>
              <a:rPr lang="ko-KR" altLang="en-US" sz="3600" b="1" spc="-500" dirty="0">
                <a:latin typeface="궁서" panose="02030600000101010101" pitchFamily="18" charset="-127"/>
                <a:ea typeface="궁서" panose="02030600000101010101" pitchFamily="18" charset="-127"/>
              </a:rPr>
              <a:t>죽 음 을  전 하 며</a:t>
            </a:r>
            <a:endParaRPr lang="en-US" sz="3600" b="1" spc="-5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664" y="4299942"/>
            <a:ext cx="59766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 부 활  을  선  포   하 나  이     다</a:t>
            </a:r>
            <a:endParaRPr lang="en-US" sz="3600" b="1" spc="-4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63688" y="1546188"/>
            <a:ext cx="60486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300" dirty="0">
                <a:latin typeface="궁서" panose="02030600000101010101" pitchFamily="18" charset="-127"/>
                <a:ea typeface="궁서" panose="02030600000101010101" pitchFamily="18" charset="-127"/>
              </a:rPr>
              <a:t>주 님 께 서    오 실 때 까   지  </a:t>
            </a:r>
            <a:endParaRPr lang="en-US" sz="3600" b="1" spc="-3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A43B463-4EDB-4FC4-A910-12820A5608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6285" t="24478" r="5206" b="67122"/>
          <a:stretch/>
        </p:blipFill>
        <p:spPr>
          <a:xfrm>
            <a:off x="611560" y="750618"/>
            <a:ext cx="7632848" cy="885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6B2038-8497-ACB2-3E10-3E92D66231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539552" y="339502"/>
            <a:ext cx="8208912" cy="234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8163" indent="-430213">
              <a:lnSpc>
                <a:spcPct val="120000"/>
              </a:lnSpc>
              <a:spcAft>
                <a:spcPts val="3600"/>
              </a:spcAft>
            </a:pPr>
            <a:r>
              <a:rPr lang="en-US" altLang="ko-KR" sz="32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altLang="ko-KR" sz="29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그리스도를 통하여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그리스도와 함께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 안에서 성령으로 하나 되어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 모든 영예와 영광을 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영원히 받으소서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0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48E7F1C-F0CD-3DA3-F130-D00474F176E6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06269460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D5DDFB9-E21C-D37A-87E7-3B66B8B6F3F2}"/>
              </a:ext>
            </a:extLst>
          </p:cNvPr>
          <p:cNvSpPr/>
          <p:nvPr/>
        </p:nvSpPr>
        <p:spPr>
          <a:xfrm>
            <a:off x="1179865" y="2787774"/>
            <a:ext cx="771261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아   멘     아   멘     아   </a:t>
            </a:r>
            <a:r>
              <a:rPr lang="en-US" altLang="ko-KR" sz="18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~           ~         ~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멘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26B96C9-24CE-0A31-40E9-58FD37D40612}"/>
              </a:ext>
            </a:extLst>
          </p:cNvPr>
          <p:cNvSpPr/>
          <p:nvPr/>
        </p:nvSpPr>
        <p:spPr>
          <a:xfrm>
            <a:off x="130288" y="21853"/>
            <a:ext cx="1417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아멘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928992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EA6C737-4245-88D5-2153-4DF4A304BCD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2422898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46471659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AF27E5F-1B74-4417-9D70-2ABEC173B2C1}"/>
              </a:ext>
            </a:extLst>
          </p:cNvPr>
          <p:cNvSpPr txBox="1"/>
          <p:nvPr/>
        </p:nvSpPr>
        <p:spPr>
          <a:xfrm>
            <a:off x="323528" y="1961133"/>
            <a:ext cx="842830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 하     늘   에      계     신        우    리  아 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지 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6228354-712F-4C2E-B2EB-1C9BA798BE6C}"/>
              </a:ext>
            </a:extLst>
          </p:cNvPr>
          <p:cNvSpPr txBox="1"/>
          <p:nvPr/>
        </p:nvSpPr>
        <p:spPr>
          <a:xfrm>
            <a:off x="683568" y="3905349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아   버 지 의     이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이        거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룩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히 빛  나 시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D7086DF-2132-C436-E379-9892FE865C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1663022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34425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F03926DC-71D6-4C92-80A9-9DE2543C24B2}"/>
              </a:ext>
            </a:extLst>
          </p:cNvPr>
          <p:cNvSpPr txBox="1"/>
          <p:nvPr/>
        </p:nvSpPr>
        <p:spPr>
          <a:xfrm>
            <a:off x="683568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아버지의 나 라가 오 시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아버지의   뜻     이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A3E0648-C43D-4865-82F7-1A82614548EF}"/>
              </a:ext>
            </a:extLst>
          </p:cNvPr>
          <p:cNvSpPr txBox="1"/>
          <p:nvPr/>
        </p:nvSpPr>
        <p:spPr>
          <a:xfrm>
            <a:off x="658582" y="3689325"/>
            <a:ext cx="837791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하  늘 에서   와  같  이   땅에서도 이 루어 지 소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FD79B0-9210-FA64-A811-F26F6545D16A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14096196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699542"/>
            <a:ext cx="9036496" cy="308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312A9F0-E898-4DDF-B441-5671C22A106D}"/>
              </a:ext>
            </a:extLst>
          </p:cNvPr>
          <p:cNvSpPr txBox="1"/>
          <p:nvPr/>
        </p:nvSpPr>
        <p:spPr>
          <a:xfrm>
            <a:off x="251521" y="1817117"/>
            <a:ext cx="889248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오 늘저 희 에  게   일용할 양식을 주시고   저 희에 게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4B7D8206-85B5-4139-848E-8A5EB9E4E8EA}"/>
              </a:ext>
            </a:extLst>
          </p:cNvPr>
          <p:cNvSpPr txBox="1"/>
          <p:nvPr/>
        </p:nvSpPr>
        <p:spPr>
          <a:xfrm>
            <a:off x="251520" y="3905349"/>
            <a:ext cx="885698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잘  못 한  이를  저 희가  용 서 하 오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니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저   희 죄 를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436FA29-A738-5806-817B-9060E82B0EB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773871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047B756-ED3D-4E1B-B261-9DDC2C67D1BB}"/>
              </a:ext>
            </a:extLst>
          </p:cNvPr>
          <p:cNvSpPr txBox="1"/>
          <p:nvPr/>
        </p:nvSpPr>
        <p:spPr>
          <a:xfrm>
            <a:off x="467544" y="1817117"/>
            <a:ext cx="856895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용   서      하   시     고          저 희 를 유 혹에 빠 지 지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D3B22ED-74A7-4FBD-A101-ACE501EAD579}"/>
              </a:ext>
            </a:extLst>
          </p:cNvPr>
          <p:cNvSpPr txBox="1"/>
          <p:nvPr/>
        </p:nvSpPr>
        <p:spPr>
          <a:xfrm>
            <a:off x="251520" y="3939902"/>
            <a:ext cx="849694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않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게 하 시 고          악  에서  저   희   구  하  소 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3E2CE46-2929-1BDC-D289-18AA5B34F68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9328367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144016" y="411510"/>
            <a:ext cx="8892480" cy="2408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30000"/>
              </a:lnSpc>
              <a:spcAft>
                <a:spcPts val="3600"/>
              </a:spcAft>
            </a:pPr>
            <a:r>
              <a:rPr lang="en-US" altLang="ko-KR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AU" sz="3000" b="1" spc="-15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주님, 저희를 모든 악에서 구하시고 한평생 평화롭게</a:t>
            </a: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하소서. 주님의 자비로 저희를 언제나 죄에서 구원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하시고 모든 시련에서 보호하시어 복된 희망을 품고 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구세주 예수 그리스도의 재림을 기다리게 하소서.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6BB8C2A-F64F-FA22-9110-4F5D99C9C5CC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486801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53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5681AFA-DAF4-47C8-5F78-5673A0D0F35C}"/>
              </a:ext>
            </a:extLst>
          </p:cNvPr>
          <p:cNvSpPr/>
          <p:nvPr/>
        </p:nvSpPr>
        <p:spPr>
          <a:xfrm>
            <a:off x="963841" y="1851670"/>
            <a:ext cx="7928639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주</a:t>
            </a:r>
            <a:r>
              <a:rPr lang="ko-KR" altLang="en-US" sz="10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님      </a:t>
            </a:r>
            <a:r>
              <a:rPr lang="ko-KR" altLang="en-US" sz="3500" b="1" spc="200" dirty="0" err="1">
                <a:latin typeface="궁서" panose="02030600000101010101" pitchFamily="18" charset="-127"/>
                <a:ea typeface="궁서" panose="02030600000101010101" pitchFamily="18" charset="-127"/>
              </a:rPr>
              <a:t>께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 나 라 와 권 능 과</a:t>
            </a:r>
            <a:endParaRPr lang="en-AU" sz="3500" b="1" spc="2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5B0F9A0-1323-B19A-2337-5AB3C7CF734C}"/>
              </a:ext>
            </a:extLst>
          </p:cNvPr>
          <p:cNvSpPr/>
          <p:nvPr/>
        </p:nvSpPr>
        <p:spPr>
          <a:xfrm>
            <a:off x="827585" y="3833341"/>
            <a:ext cx="806489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영  광 이       영 원 히  </a:t>
            </a:r>
            <a:r>
              <a:rPr lang="ko-KR" altLang="en-US" sz="3500" b="1" spc="-100" dirty="0" err="1">
                <a:latin typeface="궁서" panose="02030600000101010101" pitchFamily="18" charset="-127"/>
                <a:ea typeface="궁서" panose="02030600000101010101" pitchFamily="18" charset="-127"/>
              </a:rPr>
              <a:t>있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나   이    다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BBEEAF5-EE5E-B5BD-5EB9-4C7C94E0E8EE}"/>
              </a:ext>
            </a:extLst>
          </p:cNvPr>
          <p:cNvSpPr/>
          <p:nvPr/>
        </p:nvSpPr>
        <p:spPr>
          <a:xfrm>
            <a:off x="74079" y="-20538"/>
            <a:ext cx="3728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주님께 나라와 권능과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389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58C66D2-27A9-B48E-98C7-B914790C179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8978066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E68B9AF-B563-6713-581E-1298FCE24521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894843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632" y="1851670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</a:t>
            </a:r>
            <a:r>
              <a:rPr lang="ko-KR" altLang="en-US" sz="3500" b="1" spc="-300" dirty="0" err="1">
                <a:latin typeface="궁서" pitchFamily="18" charset="-127"/>
                <a:ea typeface="궁서" pitchFamily="18" charset="-127"/>
              </a:rPr>
              <a:t>느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님 의  어 린  양     세 상의 죄 를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867894"/>
            <a:ext cx="831641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 님    자비를   자비를 베푸소  서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반복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)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 </a:t>
            </a:r>
            <a:endParaRPr lang="en-US" sz="20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6DFA53-7C27-A33C-9314-7AA3B902755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0431588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9592" y="1889125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느  님 의   어 린  양    세 상의 죄 를 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939902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님   평화를  평 화를 주    소    서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B32690F-0FC2-E471-1609-101E85A914A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6206364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608" y="-7513"/>
            <a:ext cx="1410056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2CED880-166D-4C65-A35C-79421FDDC11B}"/>
              </a:ext>
            </a:extLst>
          </p:cNvPr>
          <p:cNvSpPr/>
          <p:nvPr/>
        </p:nvSpPr>
        <p:spPr>
          <a:xfrm>
            <a:off x="5904010" y="83408"/>
            <a:ext cx="3291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RECEPTION OF COMMUNION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1146201"/>
            <a:ext cx="8280920" cy="2937717"/>
          </a:xfrm>
          <a:prstGeom prst="rect">
            <a:avLst/>
          </a:prstGeom>
        </p:spPr>
        <p:txBody>
          <a:bodyPr wrap="square" lIns="71555" tIns="35777" rIns="71555" bIns="35777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안에 주님을 모시기에 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합당치 않사오나 한 말씀만 하소서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영혼이 곧 나으리다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F8B8F96-E7C1-8AEB-3C72-35C11F445658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5" name="직사각형 2"/>
          <p:cNvSpPr/>
          <p:nvPr/>
        </p:nvSpPr>
        <p:spPr>
          <a:xfrm>
            <a:off x="827584" y="627534"/>
            <a:ext cx="8064896" cy="4088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주님께 청하는 오직 한 가지, 나 그것을 얻고자 하니, 내 한평생, 주님의 집에 사는 것이라네.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E6D268A-40E2-3725-3CBD-A367BB9CB60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164</a:t>
            </a:r>
            <a:endParaRPr lang="en-US" sz="48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8235154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164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떡과 술의 형상에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C9EF90D7-1B81-BA05-3B09-D3567829940C}"/>
              </a:ext>
            </a:extLst>
          </p:cNvPr>
          <p:cNvGrpSpPr/>
          <p:nvPr/>
        </p:nvGrpSpPr>
        <p:grpSpPr>
          <a:xfrm>
            <a:off x="85725" y="555526"/>
            <a:ext cx="8972550" cy="3878932"/>
            <a:chOff x="85725" y="555526"/>
            <a:chExt cx="8972550" cy="3878932"/>
          </a:xfrm>
        </p:grpSpPr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04141DBB-7672-814B-0F17-1D423E264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012" y="555526"/>
              <a:ext cx="8943975" cy="195262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094A934B-5B82-9913-038A-224BBE394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25" y="2643758"/>
              <a:ext cx="8972550" cy="17907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FF3E918-CABA-20E9-96BE-C7F422955626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9368600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164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떡과 술의 형상에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F4E09A28-9DA7-D276-F060-92B09AABE958}"/>
              </a:ext>
            </a:extLst>
          </p:cNvPr>
          <p:cNvGrpSpPr/>
          <p:nvPr/>
        </p:nvGrpSpPr>
        <p:grpSpPr>
          <a:xfrm>
            <a:off x="100012" y="526926"/>
            <a:ext cx="8943975" cy="3773016"/>
            <a:chOff x="100012" y="526926"/>
            <a:chExt cx="8943975" cy="3773016"/>
          </a:xfrm>
        </p:grpSpPr>
        <p:pic>
          <p:nvPicPr>
            <p:cNvPr id="9" name="Picture 8">
              <a:extLst>
                <a:ext uri="{FF2B5EF4-FFF2-40B4-BE49-F238E27FC236}">
                  <a16:creationId xmlns="" xmlns:a16="http://schemas.microsoft.com/office/drawing/2014/main" id="{0E8DF448-E866-7D67-E249-35775374D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637" y="2518767"/>
              <a:ext cx="8848725" cy="178117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3A6EFD2-CD99-41B2-D235-C7DFC0AE3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012" y="526926"/>
              <a:ext cx="8943975" cy="182880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6AB9450F-187F-A176-0C2F-8A0AAE4A67C6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1855664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164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떡과 술의 형상에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4141DBB-7672-814B-0F17-1D423E2649C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b="40996"/>
          <a:stretch/>
        </p:blipFill>
        <p:spPr>
          <a:xfrm>
            <a:off x="100012" y="555527"/>
            <a:ext cx="8943975" cy="11521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094A934B-5B82-9913-038A-224BBE39487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b="43703"/>
          <a:stretch/>
        </p:blipFill>
        <p:spPr>
          <a:xfrm>
            <a:off x="85725" y="2643758"/>
            <a:ext cx="8972550" cy="10081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76E81C5-D4C0-DF7F-B928-BCF17ADC2519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87624" y="1707654"/>
            <a:ext cx="7334250" cy="4286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A3B3A9D0-D6FF-4C55-1FB3-709D512F5521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7624" y="3717776"/>
            <a:ext cx="7305675" cy="4381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6BFB61A5-4D0C-DA14-1206-6B28B560BFC4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7012433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164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떡과 술의 형상에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0E8DF448-E866-7D67-E249-35775374DD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b="40427"/>
          <a:stretch/>
        </p:blipFill>
        <p:spPr>
          <a:xfrm>
            <a:off x="147637" y="2518768"/>
            <a:ext cx="8848725" cy="10610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D3A6EFD2-CD99-41B2-D235-C7DFC0AE399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b="43312"/>
          <a:stretch/>
        </p:blipFill>
        <p:spPr>
          <a:xfrm>
            <a:off x="100012" y="526926"/>
            <a:ext cx="8943975" cy="10367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6109C44-12F6-AEFF-385F-C2B7757C79B6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12465" y="1563638"/>
            <a:ext cx="7419975" cy="390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18F20B10-A846-EEFD-3DEE-BB3B659486C3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267916" y="3545185"/>
            <a:ext cx="7048500" cy="4667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D363D943-6AAE-92F2-34FF-99E1572828DB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9047120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en-US" altLang="ko-KR" sz="5200" b="1" spc="1000" dirty="0">
                <a:latin typeface="바탕" pitchFamily="18" charset="-127"/>
                <a:ea typeface="바탕" pitchFamily="18" charset="-127"/>
              </a:rPr>
              <a:t>2</a:t>
            </a:r>
            <a:r>
              <a:rPr lang="ko-KR" altLang="en-US" sz="5200" b="1" spc="1000" dirty="0">
                <a:latin typeface="바탕" pitchFamily="18" charset="-127"/>
                <a:ea typeface="바탕" pitchFamily="18" charset="-127"/>
              </a:rPr>
              <a:t>차 봉헌</a:t>
            </a:r>
            <a:endParaRPr lang="en-US" altLang="ko-KR" sz="5200" b="1" spc="10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26</a:t>
            </a:r>
          </a:p>
        </p:txBody>
      </p:sp>
    </p:spTree>
    <p:extLst>
      <p:ext uri="{BB962C8B-B14F-4D97-AF65-F5344CB8AC3E}">
        <p14:creationId xmlns="" xmlns:p14="http://schemas.microsoft.com/office/powerpoint/2010/main" val="333877162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6"/>
            <a:ext cx="8892481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55540095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>
            <a:extLst>
              <a:ext uri="{FF2B5EF4-FFF2-40B4-BE49-F238E27FC236}">
                <a16:creationId xmlns="" xmlns:a16="http://schemas.microsoft.com/office/drawing/2014/main" id="{28BCECC7-2F46-46DE-9D89-81288B45A39D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627534"/>
            <a:ext cx="8928992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56416694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>
            <a:extLst>
              <a:ext uri="{FF2B5EF4-FFF2-40B4-BE49-F238E27FC236}">
                <a16:creationId xmlns="" xmlns:a16="http://schemas.microsoft.com/office/drawing/2014/main" id="{28BCECC7-2F46-46DE-9D89-81288B45A39D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627535"/>
            <a:ext cx="8892480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1559450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7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39976764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D258C682-5C97-43C3-A3B1-01AC24005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C9BDEEEE-91D9-4D89-9F0E-C72D143C6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670487E1-D866-4A95-AE62-421E0E64A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="" xmlns:a16="http://schemas.microsoft.com/office/drawing/2014/main" id="{47201EA8-750A-4C42-AEAF-ADF14FA80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="" xmlns:a16="http://schemas.microsoft.com/office/drawing/2014/main" id="{A6BF0451-5F01-429B-BCCC-AEAF56D2D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84" y="2571739"/>
            <a:ext cx="32" cy="2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="" xmlns:a16="http://schemas.microsoft.com/office/drawing/2014/main" id="{F0C2607E-D4BD-44C3-8218-1FEAD8211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="" xmlns:a16="http://schemas.microsoft.com/office/drawing/2014/main" id="{09F9E461-7D27-4121-A610-5489074D3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sp>
        <p:nvSpPr>
          <p:cNvPr id="35" name="Rectangle 11">
            <a:extLst>
              <a:ext uri="{FF2B5EF4-FFF2-40B4-BE49-F238E27FC236}">
                <a16:creationId xmlns="" xmlns:a16="http://schemas.microsoft.com/office/drawing/2014/main" id="{7B376904-F72E-49C0-AD7E-98E51634849C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496" y="771550"/>
            <a:ext cx="8892480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20474733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>
            <a:extLst>
              <a:ext uri="{FF2B5EF4-FFF2-40B4-BE49-F238E27FC236}">
                <a16:creationId xmlns="" xmlns:a16="http://schemas.microsoft.com/office/drawing/2014/main" id="{28BCECC7-2F46-46DE-9D89-81288B45A39D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7"/>
            <a:ext cx="8928992" cy="2016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18313005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9103444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683568" y="478585"/>
            <a:ext cx="8208912" cy="40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</a:t>
            </a:r>
            <a:r>
              <a:rPr lang="en-AU" altLang="ko-KR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함께</a:t>
            </a:r>
            <a:endParaRPr lang="en-AU" altLang="ko-KR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AU" altLang="ko-KR" sz="4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marL="269875" indent="-269875">
              <a:lnSpc>
                <a:spcPct val="114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성부와 ✜ 성자와 성령께서는    여기 모인 모든 이에게 강복하소서</a:t>
            </a: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US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66693FA-D74F-440F-EB24-A24A50F0C3B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5" y="-7513"/>
            <a:ext cx="1719533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파 견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0" y="83408"/>
            <a:ext cx="3069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813708"/>
            <a:ext cx="8280920" cy="203013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lvl="0">
              <a:lnSpc>
                <a:spcPct val="140000"/>
              </a:lnSpc>
              <a:spcAft>
                <a:spcPts val="3600"/>
              </a:spcAft>
              <a:tabLst>
                <a:tab pos="719138" algn="l"/>
              </a:tabLst>
              <a:defRPr/>
            </a:pP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미사가 끝났으니 가서 복음을 전합시다</a:t>
            </a: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endParaRPr kumimoji="0" lang="en-US" altLang="ko-KR" sz="3200" b="1" i="0" u="none" strike="noStrike" kern="1200" cap="none" spc="100" normalizeH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</a:endParaRPr>
          </a:p>
          <a:p>
            <a:pPr marL="715963" marR="0" lvl="0" indent="-715963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◎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하느님</a:t>
            </a:r>
            <a:r>
              <a:rPr kumimoji="0" lang="en-AU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, 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감사합니다</a:t>
            </a:r>
            <a:r>
              <a:rPr kumimoji="0" lang="en-US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.</a:t>
            </a:r>
            <a:endParaRPr kumimoji="0" lang="en-US" altLang="ko-KR" sz="3500" b="1" i="0" u="none" strike="noStrike" kern="1200" cap="none" spc="3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549EDB5-2CD9-21CC-EB6E-8DF2F301486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5797724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201</a:t>
            </a:r>
          </a:p>
        </p:txBody>
      </p:sp>
    </p:spTree>
    <p:extLst>
      <p:ext uri="{BB962C8B-B14F-4D97-AF65-F5344CB8AC3E}">
        <p14:creationId xmlns="" xmlns:p14="http://schemas.microsoft.com/office/powerpoint/2010/main" val="379495741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은총의 샘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6" name="Picture 5" descr="A sheet music with notes&#10;&#10;Description automatically generated">
            <a:extLst>
              <a:ext uri="{FF2B5EF4-FFF2-40B4-BE49-F238E27FC236}">
                <a16:creationId xmlns="" xmlns:a16="http://schemas.microsoft.com/office/drawing/2014/main" id="{7145F940-4C82-8093-8EC3-1BB8D31EF6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28077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4642059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은총의 샘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7" name="Picture 6" descr="A sheet of music with music notes&#10;&#10;Description automatically generated">
            <a:extLst>
              <a:ext uri="{FF2B5EF4-FFF2-40B4-BE49-F238E27FC236}">
                <a16:creationId xmlns="" xmlns:a16="http://schemas.microsoft.com/office/drawing/2014/main" id="{56ABE801-8850-4FCD-1F6B-AD01DC3C4F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28077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0493685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은총의 샘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6" name="Picture 5" descr="A sheet of music with notes&#10;&#10;Description automatically generated">
            <a:extLst>
              <a:ext uri="{FF2B5EF4-FFF2-40B4-BE49-F238E27FC236}">
                <a16:creationId xmlns="" xmlns:a16="http://schemas.microsoft.com/office/drawing/2014/main" id="{093193C3-1DF2-1EE8-EA76-43F324E4E8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" y="724645"/>
            <a:ext cx="9144000" cy="24085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1965097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66349976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5"/>
            <a:ext cx="8798695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  <a:endParaRPr lang="en-US" altLang="ko-KR" sz="4000" b="1" u="sng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ko-KR" altLang="en-US" sz="16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천사가 마리아께 아뢰니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성령으로 잉태하셨나이다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종이오니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2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그대로 제게 이루어지소서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!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endParaRPr lang="en-US" sz="28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45D9A13-3F59-F542-6D92-D14A3AC40C0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888062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9"/>
            <a:ext cx="8798695" cy="504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en-AU" altLang="ko-KR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    </a:t>
            </a:r>
            <a:r>
              <a:rPr lang="en-AU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 </a:t>
            </a:r>
            <a: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이에 말씀이 사람이 되시어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8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 가운데 계시나이다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</a:t>
            </a: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ko-KR" altLang="en-US" sz="24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</a:p>
          <a:p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천주의 성모님</a:t>
            </a: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</a:p>
          <a:p>
            <a:pPr>
              <a:spcAft>
                <a:spcPts val="1000"/>
              </a:spcAft>
            </a:pP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저희를 위하여 빌어주시어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30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그리스도께서 약속하신 </a:t>
            </a:r>
            <a:endParaRPr lang="en-US" altLang="ko-KR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영원한 생명을 얻게 하소서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81389A-C9F3-9331-04D3-3D9FC43220E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8210258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51520" y="-20538"/>
            <a:ext cx="8604449" cy="515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† </a:t>
            </a: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기도합시다</a:t>
            </a:r>
            <a:endParaRPr lang="en-US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09000"/>
              </a:lnSpc>
              <a:spcAft>
                <a:spcPts val="1200"/>
              </a:spcAft>
            </a:pP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3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하느님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천사의 아룀으로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성자께서 사람이 되심을 알았으니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성자의 수난과 십자가로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부활의 영광에 이르는 은총을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저희에게 내려주소서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우리 주 그리스도를 통하여 비나이다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>
              <a:lnSpc>
                <a:spcPct val="109000"/>
              </a:lnSpc>
            </a:pP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◎ 아 멘</a:t>
            </a:r>
            <a:endParaRPr lang="en-US" sz="33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811EDA-B07E-E0E5-BF81-7CB51F32B96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4401918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428642273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object 3"/>
          <p:cNvSpPr txBox="1">
            <a:spLocks/>
          </p:cNvSpPr>
          <p:nvPr/>
        </p:nvSpPr>
        <p:spPr>
          <a:xfrm>
            <a:off x="179512" y="123478"/>
            <a:ext cx="8928992" cy="372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주셨습니다.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9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그러므로 이제 그분의 피로 의롭게 된 우리가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그분을 통하여 하느님의 진노에서 구원을 받게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되리라는 것은 더욱 분명합니다.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우리가 하느님의 원수였을 때에 그분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아드님의 죽음으로 그분과 화해하게 되었다면,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화해가 이루어진 지금 그 아드님의 생명으로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구원을 받게 되리라는 것은 더욱 분명합니다.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그뿐 아니라 우리는 또한 우리 주 예수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object 3"/>
          <p:cNvSpPr txBox="1">
            <a:spLocks/>
          </p:cNvSpPr>
          <p:nvPr/>
        </p:nvSpPr>
        <p:spPr>
          <a:xfrm>
            <a:off x="179512" y="123478"/>
            <a:ext cx="8928992" cy="372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그리스도를 통하여 하느님을 자랑합니다. 이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그리스도를 통하여 이제 화해가 이루어진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것입니다.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79512" y="123478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이 열두 사람을 보내시며 이렇게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분부하셨다. “다른 민족들에게 가는 길로 가지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말고, 사마리아인들의 고을에도 들어가지 마라.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이스라엘 집안의 길 잃은 양들에게 가라.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7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가서 ‘하늘 나라가 가까이 왔다.’ 하고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선포하여라.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앓는 이들을 고쳐 주고 죽은 이들을 일으켜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주어라. 나병 환자들을 깨끗하게 해 주고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마귀들을 쫓아내어라. 너희가 거저 받았으니 거저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79512" y="123478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주어라.”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40150</TotalTime>
  <Words>2122</Words>
  <Application>Microsoft Office PowerPoint</Application>
  <PresentationFormat>화면 슬라이드 쇼(16:9)</PresentationFormat>
  <Paragraphs>538</Paragraphs>
  <Slides>141</Slides>
  <Notes>84</Notes>
  <HiddenSlides>0</HiddenSlides>
  <MMClips>4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141</vt:i4>
      </vt:variant>
    </vt:vector>
  </HeadingPairs>
  <TitlesOfParts>
    <vt:vector size="14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성모 찬송</vt:lpstr>
      <vt:lpstr>성모 찬송</vt:lpstr>
      <vt:lpstr>성모 찬송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입당송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제 1 독서  신명기의 말씀입니다.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  <vt:lpstr>제 2 독서  사도 바오로의 코린토 1서 말씀입니다.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  <vt:lpstr>슬라이드 67</vt:lpstr>
      <vt:lpstr>슬라이드 68</vt:lpstr>
      <vt:lpstr>슬라이드 69</vt:lpstr>
      <vt:lpstr>슬라이드 70</vt:lpstr>
      <vt:lpstr>슬라이드 71</vt:lpstr>
      <vt:lpstr>슬라이드 72</vt:lpstr>
      <vt:lpstr>슬라이드 73</vt:lpstr>
      <vt:lpstr>슬라이드 74</vt:lpstr>
      <vt:lpstr>슬라이드 75</vt:lpstr>
      <vt:lpstr>슬라이드 76</vt:lpstr>
      <vt:lpstr>슬라이드 77</vt:lpstr>
      <vt:lpstr>슬라이드 78</vt:lpstr>
      <vt:lpstr>슬라이드 79</vt:lpstr>
      <vt:lpstr>슬라이드 80</vt:lpstr>
      <vt:lpstr>슬라이드 81</vt:lpstr>
      <vt:lpstr>슬라이드 82</vt:lpstr>
      <vt:lpstr>슬라이드 83</vt:lpstr>
      <vt:lpstr>슬라이드 84</vt:lpstr>
      <vt:lpstr>슬라이드 85</vt:lpstr>
      <vt:lpstr>슬라이드 86</vt:lpstr>
      <vt:lpstr>슬라이드 87</vt:lpstr>
      <vt:lpstr>슬라이드 88</vt:lpstr>
      <vt:lpstr>슬라이드 89</vt:lpstr>
      <vt:lpstr>슬라이드 90</vt:lpstr>
      <vt:lpstr>슬라이드 91</vt:lpstr>
      <vt:lpstr>슬라이드 92</vt:lpstr>
      <vt:lpstr>슬라이드 93</vt:lpstr>
      <vt:lpstr>슬라이드 94</vt:lpstr>
      <vt:lpstr>슬라이드 95</vt:lpstr>
      <vt:lpstr>슬라이드 96</vt:lpstr>
      <vt:lpstr>슬라이드 97</vt:lpstr>
      <vt:lpstr>슬라이드 98</vt:lpstr>
      <vt:lpstr>슬라이드 99</vt:lpstr>
      <vt:lpstr>슬라이드 100</vt:lpstr>
      <vt:lpstr>슬라이드 101</vt:lpstr>
      <vt:lpstr>슬라이드 102</vt:lpstr>
      <vt:lpstr>슬라이드 103</vt:lpstr>
      <vt:lpstr>슬라이드 104</vt:lpstr>
      <vt:lpstr>슬라이드 105</vt:lpstr>
      <vt:lpstr>슬라이드 106</vt:lpstr>
      <vt:lpstr>슬라이드 107</vt:lpstr>
      <vt:lpstr>슬라이드 108</vt:lpstr>
      <vt:lpstr>슬라이드 109</vt:lpstr>
      <vt:lpstr>슬라이드 110</vt:lpstr>
      <vt:lpstr>영성체</vt:lpstr>
      <vt:lpstr>슬라이드 112</vt:lpstr>
      <vt:lpstr>영성체송</vt:lpstr>
      <vt:lpstr>슬라이드 114</vt:lpstr>
      <vt:lpstr>슬라이드 115</vt:lpstr>
      <vt:lpstr>슬라이드 116</vt:lpstr>
      <vt:lpstr>슬라이드 117</vt:lpstr>
      <vt:lpstr>슬라이드 118</vt:lpstr>
      <vt:lpstr>슬라이드 119</vt:lpstr>
      <vt:lpstr>슬라이드 120</vt:lpstr>
      <vt:lpstr>슬라이드 121</vt:lpstr>
      <vt:lpstr>슬라이드 122</vt:lpstr>
      <vt:lpstr>슬라이드 123</vt:lpstr>
      <vt:lpstr>슬라이드 124</vt:lpstr>
      <vt:lpstr>슬라이드 125</vt:lpstr>
      <vt:lpstr>슬라이드 126</vt:lpstr>
      <vt:lpstr>슬라이드 127</vt:lpstr>
      <vt:lpstr>슬라이드 128</vt:lpstr>
      <vt:lpstr>슬라이드 129</vt:lpstr>
      <vt:lpstr>파 견</vt:lpstr>
      <vt:lpstr>슬라이드 131</vt:lpstr>
      <vt:lpstr>슬라이드 132</vt:lpstr>
      <vt:lpstr>슬라이드 133</vt:lpstr>
      <vt:lpstr>슬라이드 134</vt:lpstr>
      <vt:lpstr>슬라이드 135</vt:lpstr>
      <vt:lpstr>슬라이드 136</vt:lpstr>
      <vt:lpstr>슬라이드 137</vt:lpstr>
      <vt:lpstr>슬라이드 138</vt:lpstr>
      <vt:lpstr>슬라이드 139</vt:lpstr>
      <vt:lpstr>슬라이드 140</vt:lpstr>
      <vt:lpstr>슬라이드 141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2039</cp:revision>
  <dcterms:created xsi:type="dcterms:W3CDTF">2016-08-30T00:06:00Z</dcterms:created>
  <dcterms:modified xsi:type="dcterms:W3CDTF">2026-06-25T22:33:37Z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
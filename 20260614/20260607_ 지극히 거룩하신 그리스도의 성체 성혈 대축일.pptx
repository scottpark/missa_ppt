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slides/slide136.xml" ContentType="application/vnd.openxmlformats-officedocument.presentationml.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Default Extension="png" ContentType="image/png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55.xml" ContentType="application/vnd.openxmlformats-officedocument.presentationml.slide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Default Extension="wdp" ContentType="image/vnd.ms-photo"/>
  <Override PartName="/ppt/slides/slide119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slides/slide115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3"/>
  </p:notesMasterIdLst>
  <p:sldIdLst>
    <p:sldId id="1697" r:id="rId2"/>
    <p:sldId id="1372" r:id="rId3"/>
    <p:sldId id="1373" r:id="rId4"/>
    <p:sldId id="1374" r:id="rId5"/>
    <p:sldId id="1375" r:id="rId6"/>
    <p:sldId id="1376" r:id="rId7"/>
    <p:sldId id="2532" r:id="rId8"/>
    <p:sldId id="2533" r:id="rId9"/>
    <p:sldId id="2534" r:id="rId10"/>
    <p:sldId id="1377" r:id="rId11"/>
    <p:sldId id="1062" r:id="rId12"/>
    <p:sldId id="1063" r:id="rId13"/>
    <p:sldId id="1574" r:id="rId14"/>
    <p:sldId id="3037" r:id="rId15"/>
    <p:sldId id="3038" r:id="rId16"/>
    <p:sldId id="1577" r:id="rId17"/>
    <p:sldId id="1511" r:id="rId18"/>
    <p:sldId id="2068" r:id="rId19"/>
    <p:sldId id="2195" r:id="rId20"/>
    <p:sldId id="2194" r:id="rId21"/>
    <p:sldId id="2483" r:id="rId22"/>
    <p:sldId id="2484" r:id="rId23"/>
    <p:sldId id="2485" r:id="rId24"/>
    <p:sldId id="2486" r:id="rId25"/>
    <p:sldId id="1565" r:id="rId26"/>
    <p:sldId id="1566" r:id="rId27"/>
    <p:sldId id="1575" r:id="rId28"/>
    <p:sldId id="1576" r:id="rId29"/>
    <p:sldId id="1528" r:id="rId30"/>
    <p:sldId id="2337" r:id="rId31"/>
    <p:sldId id="1334" r:id="rId32"/>
    <p:sldId id="2339" r:id="rId33"/>
    <p:sldId id="2340" r:id="rId34"/>
    <p:sldId id="1336" r:id="rId35"/>
    <p:sldId id="2342" r:id="rId36"/>
    <p:sldId id="2343" r:id="rId37"/>
    <p:sldId id="2344" r:id="rId38"/>
    <p:sldId id="2345" r:id="rId39"/>
    <p:sldId id="2346" r:id="rId40"/>
    <p:sldId id="2347" r:id="rId41"/>
    <p:sldId id="2348" r:id="rId42"/>
    <p:sldId id="2349" r:id="rId43"/>
    <p:sldId id="2350" r:id="rId44"/>
    <p:sldId id="2351" r:id="rId45"/>
    <p:sldId id="1670" r:id="rId46"/>
    <p:sldId id="1020" r:id="rId47"/>
    <p:sldId id="1757" r:id="rId48"/>
    <p:sldId id="3039" r:id="rId49"/>
    <p:sldId id="3040" r:id="rId50"/>
    <p:sldId id="1737" r:id="rId51"/>
    <p:sldId id="3019" r:id="rId52"/>
    <p:sldId id="1729" r:id="rId53"/>
    <p:sldId id="3054" r:id="rId54"/>
    <p:sldId id="3042" r:id="rId55"/>
    <p:sldId id="3055" r:id="rId56"/>
    <p:sldId id="3044" r:id="rId57"/>
    <p:sldId id="3056" r:id="rId58"/>
    <p:sldId id="787" r:id="rId59"/>
    <p:sldId id="1138" r:id="rId60"/>
    <p:sldId id="1730" r:id="rId61"/>
    <p:sldId id="1706" r:id="rId62"/>
    <p:sldId id="1427" r:id="rId63"/>
    <p:sldId id="1555" r:id="rId64"/>
    <p:sldId id="3046" r:id="rId65"/>
    <p:sldId id="344" r:id="rId66"/>
    <p:sldId id="1556" r:id="rId67"/>
    <p:sldId id="3047" r:id="rId68"/>
    <p:sldId id="3048" r:id="rId69"/>
    <p:sldId id="1462" r:id="rId70"/>
    <p:sldId id="1770" r:id="rId71"/>
    <p:sldId id="1771" r:id="rId72"/>
    <p:sldId id="1772" r:id="rId73"/>
    <p:sldId id="1773" r:id="rId74"/>
    <p:sldId id="1680" r:id="rId75"/>
    <p:sldId id="1598" r:id="rId76"/>
    <p:sldId id="348" r:id="rId77"/>
    <p:sldId id="2206" r:id="rId78"/>
    <p:sldId id="3050" r:id="rId79"/>
    <p:sldId id="3051" r:id="rId80"/>
    <p:sldId id="3052" r:id="rId81"/>
    <p:sldId id="3053" r:id="rId82"/>
    <p:sldId id="1128" r:id="rId83"/>
    <p:sldId id="1129" r:id="rId84"/>
    <p:sldId id="1130" r:id="rId85"/>
    <p:sldId id="1131" r:id="rId86"/>
    <p:sldId id="1132" r:id="rId87"/>
    <p:sldId id="1599" r:id="rId88"/>
    <p:sldId id="1600" r:id="rId89"/>
    <p:sldId id="1601" r:id="rId90"/>
    <p:sldId id="1602" r:id="rId91"/>
    <p:sldId id="1774" r:id="rId92"/>
    <p:sldId id="286" r:id="rId93"/>
    <p:sldId id="1604" r:id="rId94"/>
    <p:sldId id="1605" r:id="rId95"/>
    <p:sldId id="1606" r:id="rId96"/>
    <p:sldId id="1607" r:id="rId97"/>
    <p:sldId id="1608" r:id="rId98"/>
    <p:sldId id="1609" r:id="rId99"/>
    <p:sldId id="1610" r:id="rId100"/>
    <p:sldId id="1144" r:id="rId101"/>
    <p:sldId id="706" r:id="rId102"/>
    <p:sldId id="1611" r:id="rId103"/>
    <p:sldId id="707" r:id="rId104"/>
    <p:sldId id="497" r:id="rId105"/>
    <p:sldId id="1149" r:id="rId106"/>
    <p:sldId id="739" r:id="rId107"/>
    <p:sldId id="428" r:id="rId108"/>
    <p:sldId id="1612" r:id="rId109"/>
    <p:sldId id="1613" r:id="rId110"/>
    <p:sldId id="1146" r:id="rId111"/>
    <p:sldId id="423" r:id="rId112"/>
    <p:sldId id="424" r:id="rId113"/>
    <p:sldId id="1033" r:id="rId114"/>
    <p:sldId id="302" r:id="rId115"/>
    <p:sldId id="1633" r:id="rId116"/>
    <p:sldId id="1672" r:id="rId117"/>
    <p:sldId id="1673" r:id="rId118"/>
    <p:sldId id="1674" r:id="rId119"/>
    <p:sldId id="1675" r:id="rId120"/>
    <p:sldId id="1701" r:id="rId121"/>
    <p:sldId id="1634" r:id="rId122"/>
    <p:sldId id="1897" r:id="rId123"/>
    <p:sldId id="1898" r:id="rId124"/>
    <p:sldId id="1920" r:id="rId125"/>
    <p:sldId id="1921" r:id="rId126"/>
    <p:sldId id="1899" r:id="rId127"/>
    <p:sldId id="1922" r:id="rId128"/>
    <p:sldId id="1413" r:id="rId129"/>
    <p:sldId id="498" r:id="rId130"/>
    <p:sldId id="1742" r:id="rId131"/>
    <p:sldId id="499" r:id="rId132"/>
    <p:sldId id="1363" r:id="rId133"/>
    <p:sldId id="2479" r:id="rId134"/>
    <p:sldId id="2490" r:id="rId135"/>
    <p:sldId id="2491" r:id="rId136"/>
    <p:sldId id="542" r:id="rId137"/>
    <p:sldId id="1775" r:id="rId138"/>
    <p:sldId id="1776" r:id="rId139"/>
    <p:sldId id="1777" r:id="rId140"/>
    <p:sldId id="1356" r:id="rId141"/>
    <p:sldId id="893" r:id="rId14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9785" autoAdjust="0"/>
  </p:normalViewPr>
  <p:slideViewPr>
    <p:cSldViewPr>
      <p:cViewPr varScale="1">
        <p:scale>
          <a:sx n="79" d="100"/>
          <a:sy n="79" d="100"/>
        </p:scale>
        <p:origin x="-102" y="-1314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microsoft.com/office/2016/11/relationships/changesInfo" Target="changesInfos/changesInfo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8EB410B9-5EBC-420C-8E01-1D28E64F7A8C}"/>
    <pc:docChg chg="undo custSel addSld delSld modSld sldOrd">
      <pc:chgData name="Jacob Yang" userId="96e110e5a1896ef6" providerId="LiveId" clId="{8EB410B9-5EBC-420C-8E01-1D28E64F7A8C}" dt="2026-06-06T22:16:31.429" v="865"/>
      <pc:docMkLst>
        <pc:docMk/>
      </pc:docMkLst>
      <pc:sldChg chg="add del">
        <pc:chgData name="Jacob Yang" userId="96e110e5a1896ef6" providerId="LiveId" clId="{8EB410B9-5EBC-420C-8E01-1D28E64F7A8C}" dt="2026-06-01T11:55:45.499" v="634" actId="47"/>
        <pc:sldMkLst>
          <pc:docMk/>
          <pc:sldMk cId="0" sldId="787"/>
        </pc:sldMkLst>
      </pc:sldChg>
      <pc:sldChg chg="modSp mod">
        <pc:chgData name="Jacob Yang" userId="96e110e5a1896ef6" providerId="LiveId" clId="{8EB410B9-5EBC-420C-8E01-1D28E64F7A8C}" dt="2026-06-01T11:42:36.925" v="61" actId="20577"/>
        <pc:sldMkLst>
          <pc:docMk/>
          <pc:sldMk cId="0" sldId="1020"/>
        </pc:sldMkLst>
        <pc:spChg chg="mod">
          <ac:chgData name="Jacob Yang" userId="96e110e5a1896ef6" providerId="LiveId" clId="{8EB410B9-5EBC-420C-8E01-1D28E64F7A8C}" dt="2026-06-01T11:42:36.925" v="61" actId="20577"/>
          <ac:spMkLst>
            <pc:docMk/>
            <pc:sldMk cId="0" sldId="1020"/>
            <ac:spMk id="10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51:08.132" v="850" actId="14100"/>
        <pc:sldMkLst>
          <pc:docMk/>
          <pc:sldMk cId="0" sldId="1033"/>
        </pc:sldMkLst>
        <pc:spChg chg="mod">
          <ac:chgData name="Jacob Yang" userId="96e110e5a1896ef6" providerId="LiveId" clId="{8EB410B9-5EBC-420C-8E01-1D28E64F7A8C}" dt="2026-06-03T11:51:08.132" v="850" actId="14100"/>
          <ac:spMkLst>
            <pc:docMk/>
            <pc:sldMk cId="0" sldId="1033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07.904" v="647" actId="20577"/>
        <pc:sldMkLst>
          <pc:docMk/>
          <pc:sldMk cId="0" sldId="1138"/>
        </pc:sldMkLst>
        <pc:spChg chg="mod">
          <ac:chgData name="Jacob Yang" userId="96e110e5a1896ef6" providerId="LiveId" clId="{8EB410B9-5EBC-420C-8E01-1D28E64F7A8C}" dt="2026-06-01T11:57:07.904" v="647" actId="20577"/>
          <ac:spMkLst>
            <pc:docMk/>
            <pc:sldMk cId="0" sldId="1138"/>
            <ac:spMk id="10" creationId="{00000000-0000-0000-0000-000000000000}"/>
          </ac:spMkLst>
        </pc:spChg>
      </pc:sldChg>
      <pc:sldChg chg="ord">
        <pc:chgData name="Jacob Yang" userId="96e110e5a1896ef6" providerId="LiveId" clId="{8EB410B9-5EBC-420C-8E01-1D28E64F7A8C}" dt="2026-06-01T12:00:45.735" v="656"/>
        <pc:sldMkLst>
          <pc:docMk/>
          <pc:sldMk cId="4008561108" sldId="1260"/>
        </pc:sldMkLst>
      </pc:sldChg>
      <pc:sldChg chg="modSp mod">
        <pc:chgData name="Jacob Yang" userId="96e110e5a1896ef6" providerId="LiveId" clId="{8EB410B9-5EBC-420C-8E01-1D28E64F7A8C}" dt="2026-06-01T12:08:47.602" v="748" actId="6549"/>
        <pc:sldMkLst>
          <pc:docMk/>
          <pc:sldMk cId="3794957418" sldId="1363"/>
        </pc:sldMkLst>
        <pc:spChg chg="mod">
          <ac:chgData name="Jacob Yang" userId="96e110e5a1896ef6" providerId="LiveId" clId="{8EB410B9-5EBC-420C-8E01-1D28E64F7A8C}" dt="2026-06-01T12:08:47.602" v="748" actId="6549"/>
          <ac:spMkLst>
            <pc:docMk/>
            <pc:sldMk cId="3794957418" sldId="136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1:36.312" v="658" actId="20577"/>
        <pc:sldMkLst>
          <pc:docMk/>
          <pc:sldMk cId="20610786" sldId="1555"/>
        </pc:sldMkLst>
        <pc:spChg chg="mod">
          <ac:chgData name="Jacob Yang" userId="96e110e5a1896ef6" providerId="LiveId" clId="{8EB410B9-5EBC-420C-8E01-1D28E64F7A8C}" dt="2026-06-01T12:01:36.312" v="658" actId="20577"/>
          <ac:spMkLst>
            <pc:docMk/>
            <pc:sldMk cId="20610786" sldId="1555"/>
            <ac:spMk id="4" creationId="{09F1B7D1-ED9E-48F2-98A0-A66CD7A16038}"/>
          </ac:spMkLst>
        </pc:spChg>
      </pc:sldChg>
      <pc:sldChg chg="modSp mod">
        <pc:chgData name="Jacob Yang" userId="96e110e5a1896ef6" providerId="LiveId" clId="{8EB410B9-5EBC-420C-8E01-1D28E64F7A8C}" dt="2026-06-01T12:05:37.569" v="671" actId="6549"/>
        <pc:sldMkLst>
          <pc:docMk/>
          <pc:sldMk cId="180358702" sldId="1556"/>
        </pc:sldMkLst>
        <pc:spChg chg="mod">
          <ac:chgData name="Jacob Yang" userId="96e110e5a1896ef6" providerId="LiveId" clId="{8EB410B9-5EBC-420C-8E01-1D28E64F7A8C}" dt="2026-06-01T12:05:37.569" v="671" actId="6549"/>
          <ac:spMkLst>
            <pc:docMk/>
            <pc:sldMk cId="180358702" sldId="1556"/>
            <ac:spMk id="3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8:02.869" v="731" actId="6549"/>
        <pc:sldMkLst>
          <pc:docMk/>
          <pc:sldMk cId="3882351544" sldId="1633"/>
        </pc:sldMkLst>
        <pc:spChg chg="mod">
          <ac:chgData name="Jacob Yang" userId="96e110e5a1896ef6" providerId="LiveId" clId="{8EB410B9-5EBC-420C-8E01-1D28E64F7A8C}" dt="2026-06-01T12:08:02.869" v="731" actId="6549"/>
          <ac:spMkLst>
            <pc:docMk/>
            <pc:sldMk cId="3882351544" sldId="163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6T22:14:39.154" v="855" actId="6549"/>
        <pc:sldMkLst>
          <pc:docMk/>
          <pc:sldMk cId="3338771621" sldId="1634"/>
        </pc:sldMkLst>
        <pc:spChg chg="mod">
          <ac:chgData name="Jacob Yang" userId="96e110e5a1896ef6" providerId="LiveId" clId="{8EB410B9-5EBC-420C-8E01-1D28E64F7A8C}" dt="2026-06-06T22:14:39.154" v="855" actId="6549"/>
          <ac:spMkLst>
            <pc:docMk/>
            <pc:sldMk cId="3338771621" sldId="1634"/>
            <ac:spMk id="8" creationId="{00000000-0000-0000-0000-000000000000}"/>
          </ac:spMkLst>
        </pc:spChg>
      </pc:sldChg>
      <pc:sldChg chg="modSp del mod">
        <pc:chgData name="Jacob Yang" userId="96e110e5a1896ef6" providerId="LiveId" clId="{8EB410B9-5EBC-420C-8E01-1D28E64F7A8C}" dt="2026-06-06T22:15:56.031" v="856" actId="47"/>
        <pc:sldMkLst>
          <pc:docMk/>
          <pc:sldMk cId="743096849" sldId="1671"/>
        </pc:sldMkLst>
        <pc:spChg chg="mod">
          <ac:chgData name="Jacob Yang" userId="96e110e5a1896ef6" providerId="LiveId" clId="{8EB410B9-5EBC-420C-8E01-1D28E64F7A8C}" dt="2026-06-01T12:10:08.680" v="793" actId="20577"/>
          <ac:spMkLst>
            <pc:docMk/>
            <pc:sldMk cId="743096849" sldId="167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2.412" v="725" actId="47"/>
        <pc:sldMkLst>
          <pc:docMk/>
          <pc:sldMk cId="883721219" sldId="1672"/>
        </pc:sldMkLst>
      </pc:sldChg>
      <pc:sldChg chg="modSp mod">
        <pc:chgData name="Jacob Yang" userId="96e110e5a1896ef6" providerId="LiveId" clId="{8EB410B9-5EBC-420C-8E01-1D28E64F7A8C}" dt="2026-06-01T12:11:08.908" v="805" actId="20577"/>
        <pc:sldMkLst>
          <pc:docMk/>
          <pc:sldMk cId="1393686005" sldId="1672"/>
        </pc:sldMkLst>
        <pc:spChg chg="mod">
          <ac:chgData name="Jacob Yang" userId="96e110e5a1896ef6" providerId="LiveId" clId="{8EB410B9-5EBC-420C-8E01-1D28E64F7A8C}" dt="2026-06-01T12:11:08.908" v="805" actId="20577"/>
          <ac:spMkLst>
            <pc:docMk/>
            <pc:sldMk cId="1393686005" sldId="1672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099" v="726" actId="47"/>
        <pc:sldMkLst>
          <pc:docMk/>
          <pc:sldMk cId="1502360552" sldId="1673"/>
        </pc:sldMkLst>
      </pc:sldChg>
      <pc:sldChg chg="modSp mod">
        <pc:chgData name="Jacob Yang" userId="96e110e5a1896ef6" providerId="LiveId" clId="{8EB410B9-5EBC-420C-8E01-1D28E64F7A8C}" dt="2026-06-01T12:11:20.026" v="806"/>
        <pc:sldMkLst>
          <pc:docMk/>
          <pc:sldMk cId="2218556644" sldId="1673"/>
        </pc:sldMkLst>
        <pc:spChg chg="mod">
          <ac:chgData name="Jacob Yang" userId="96e110e5a1896ef6" providerId="LiveId" clId="{8EB410B9-5EBC-420C-8E01-1D28E64F7A8C}" dt="2026-06-01T12:11:20.026" v="806"/>
          <ac:spMkLst>
            <pc:docMk/>
            <pc:sldMk cId="2218556644" sldId="1673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1:26.083" v="807"/>
        <pc:sldMkLst>
          <pc:docMk/>
          <pc:sldMk cId="770124332" sldId="1674"/>
        </pc:sldMkLst>
        <pc:spChg chg="mod">
          <ac:chgData name="Jacob Yang" userId="96e110e5a1896ef6" providerId="LiveId" clId="{8EB410B9-5EBC-420C-8E01-1D28E64F7A8C}" dt="2026-06-01T12:11:26.083" v="807"/>
          <ac:spMkLst>
            <pc:docMk/>
            <pc:sldMk cId="770124332" sldId="1674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832" v="727" actId="47"/>
        <pc:sldMkLst>
          <pc:docMk/>
          <pc:sldMk cId="3207303563" sldId="1674"/>
        </pc:sldMkLst>
      </pc:sldChg>
      <pc:sldChg chg="modSp mod">
        <pc:chgData name="Jacob Yang" userId="96e110e5a1896ef6" providerId="LiveId" clId="{8EB410B9-5EBC-420C-8E01-1D28E64F7A8C}" dt="2026-06-01T12:11:32.447" v="808"/>
        <pc:sldMkLst>
          <pc:docMk/>
          <pc:sldMk cId="4090471206" sldId="1675"/>
        </pc:sldMkLst>
        <pc:spChg chg="mod">
          <ac:chgData name="Jacob Yang" userId="96e110e5a1896ef6" providerId="LiveId" clId="{8EB410B9-5EBC-420C-8E01-1D28E64F7A8C}" dt="2026-06-01T12:11:32.447" v="808"/>
          <ac:spMkLst>
            <pc:docMk/>
            <pc:sldMk cId="4090471206" sldId="1675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284" v="733" actId="47"/>
        <pc:sldMkLst>
          <pc:docMk/>
          <pc:sldMk cId="2561479705" sldId="1677"/>
        </pc:sldMkLst>
      </pc:sldChg>
      <pc:sldChg chg="modSp del mod">
        <pc:chgData name="Jacob Yang" userId="96e110e5a1896ef6" providerId="LiveId" clId="{8EB410B9-5EBC-420C-8E01-1D28E64F7A8C}" dt="2026-06-06T22:15:56.708" v="857" actId="47"/>
        <pc:sldMkLst>
          <pc:docMk/>
          <pc:sldMk cId="568367058" sldId="1678"/>
        </pc:sldMkLst>
        <pc:spChg chg="mod">
          <ac:chgData name="Jacob Yang" userId="96e110e5a1896ef6" providerId="LiveId" clId="{8EB410B9-5EBC-420C-8E01-1D28E64F7A8C}" dt="2026-06-01T12:10:17.595" v="794"/>
          <ac:spMkLst>
            <pc:docMk/>
            <pc:sldMk cId="568367058" sldId="1678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603" v="734" actId="47"/>
        <pc:sldMkLst>
          <pc:docMk/>
          <pc:sldMk cId="4220702740" sldId="1678"/>
        </pc:sldMkLst>
      </pc:sldChg>
      <pc:sldChg chg="del">
        <pc:chgData name="Jacob Yang" userId="96e110e5a1896ef6" providerId="LiveId" clId="{8EB410B9-5EBC-420C-8E01-1D28E64F7A8C}" dt="2026-06-01T12:08:26.019" v="735" actId="47"/>
        <pc:sldMkLst>
          <pc:docMk/>
          <pc:sldMk cId="2961763039" sldId="1679"/>
        </pc:sldMkLst>
      </pc:sldChg>
      <pc:sldChg chg="modSp del mod">
        <pc:chgData name="Jacob Yang" userId="96e110e5a1896ef6" providerId="LiveId" clId="{8EB410B9-5EBC-420C-8E01-1D28E64F7A8C}" dt="2026-06-06T22:15:58.159" v="859" actId="47"/>
        <pc:sldMkLst>
          <pc:docMk/>
          <pc:sldMk cId="1556432237" sldId="1681"/>
        </pc:sldMkLst>
        <pc:spChg chg="mod">
          <ac:chgData name="Jacob Yang" userId="96e110e5a1896ef6" providerId="LiveId" clId="{8EB410B9-5EBC-420C-8E01-1D28E64F7A8C}" dt="2026-06-01T12:10:24.990" v="796"/>
          <ac:spMkLst>
            <pc:docMk/>
            <pc:sldMk cId="1556432237" sldId="168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38.155" v="740" actId="47"/>
        <pc:sldMkLst>
          <pc:docMk/>
          <pc:sldMk cId="2594146979" sldId="1684"/>
        </pc:sldMkLst>
      </pc:sldChg>
      <pc:sldChg chg="addSp modSp mod">
        <pc:chgData name="Jacob Yang" userId="96e110e5a1896ef6" providerId="LiveId" clId="{8EB410B9-5EBC-420C-8E01-1D28E64F7A8C}" dt="2026-06-01T12:06:36.123" v="687"/>
        <pc:sldMkLst>
          <pc:docMk/>
          <pc:sldMk cId="2534335505" sldId="1697"/>
        </pc:sldMkLst>
        <pc:spChg chg="add mod">
          <ac:chgData name="Jacob Yang" userId="96e110e5a1896ef6" providerId="LiveId" clId="{8EB410B9-5EBC-420C-8E01-1D28E64F7A8C}" dt="2026-06-01T12:06:36.123" v="687"/>
          <ac:spMkLst>
            <pc:docMk/>
            <pc:sldMk cId="2534335505" sldId="1697"/>
            <ac:spMk id="2" creationId="{08C31E0F-AB32-4342-34EC-853DDA162C43}"/>
          </ac:spMkLst>
        </pc:spChg>
        <pc:spChg chg="mod">
          <ac:chgData name="Jacob Yang" userId="96e110e5a1896ef6" providerId="LiveId" clId="{8EB410B9-5EBC-420C-8E01-1D28E64F7A8C}" dt="2026-06-01T11:34:27.634" v="32" actId="20577"/>
          <ac:spMkLst>
            <pc:docMk/>
            <pc:sldMk cId="2534335505" sldId="1697"/>
            <ac:spMk id="9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7:00.489" v="717" actId="47"/>
        <pc:sldMkLst>
          <pc:docMk/>
          <pc:sldMk cId="1018331834" sldId="1714"/>
        </pc:sldMkLst>
      </pc:sldChg>
      <pc:sldChg chg="modSp mod">
        <pc:chgData name="Jacob Yang" userId="96e110e5a1896ef6" providerId="LiveId" clId="{8EB410B9-5EBC-420C-8E01-1D28E64F7A8C}" dt="2026-06-01T11:55:18.355" v="618"/>
        <pc:sldMkLst>
          <pc:docMk/>
          <pc:sldMk cId="4094780995" sldId="1729"/>
        </pc:sldMkLst>
        <pc:spChg chg="mod">
          <ac:chgData name="Jacob Yang" userId="96e110e5a1896ef6" providerId="LiveId" clId="{8EB410B9-5EBC-420C-8E01-1D28E64F7A8C}" dt="2026-06-01T11:55:04.595" v="617" actId="20577"/>
          <ac:spMkLst>
            <pc:docMk/>
            <pc:sldMk cId="4094780995" sldId="1729"/>
            <ac:spMk id="5" creationId="{00000000-0000-0000-0000-000000000000}"/>
          </ac:spMkLst>
        </pc:spChg>
        <pc:spChg chg="mod">
          <ac:chgData name="Jacob Yang" userId="96e110e5a1896ef6" providerId="LiveId" clId="{8EB410B9-5EBC-420C-8E01-1D28E64F7A8C}" dt="2026-06-01T11:55:18.355" v="618"/>
          <ac:spMkLst>
            <pc:docMk/>
            <pc:sldMk cId="4094780995" sldId="1729"/>
            <ac:spMk id="6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41.992" v="653" actId="207"/>
        <pc:sldMkLst>
          <pc:docMk/>
          <pc:sldMk cId="1789485839" sldId="1730"/>
        </pc:sldMkLst>
        <pc:spChg chg="mod">
          <ac:chgData name="Jacob Yang" userId="96e110e5a1896ef6" providerId="LiveId" clId="{8EB410B9-5EBC-420C-8E01-1D28E64F7A8C}" dt="2026-06-01T11:57:41.992" v="653" actId="207"/>
          <ac:spMkLst>
            <pc:docMk/>
            <pc:sldMk cId="1789485839" sldId="1730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44:56.120" v="813"/>
        <pc:sldMkLst>
          <pc:docMk/>
          <pc:sldMk cId="3328112084" sldId="1757"/>
        </pc:sldMkLst>
        <pc:spChg chg="mod">
          <ac:chgData name="Jacob Yang" userId="96e110e5a1896ef6" providerId="LiveId" clId="{8EB410B9-5EBC-420C-8E01-1D28E64F7A8C}" dt="2026-06-03T11:44:56.120" v="813"/>
          <ac:spMkLst>
            <pc:docMk/>
            <pc:sldMk cId="3328112084" sldId="1757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0:21.918" v="46" actId="47"/>
        <pc:sldMkLst>
          <pc:docMk/>
          <pc:sldMk cId="1555400951" sldId="1760"/>
        </pc:sldMkLst>
      </pc:sldChg>
      <pc:sldChg chg="del">
        <pc:chgData name="Jacob Yang" userId="96e110e5a1896ef6" providerId="LiveId" clId="{8EB410B9-5EBC-420C-8E01-1D28E64F7A8C}" dt="2026-06-01T11:40:22.303" v="47" actId="47"/>
        <pc:sldMkLst>
          <pc:docMk/>
          <pc:sldMk cId="564166940" sldId="1761"/>
        </pc:sldMkLst>
      </pc:sldChg>
      <pc:sldChg chg="del">
        <pc:chgData name="Jacob Yang" userId="96e110e5a1896ef6" providerId="LiveId" clId="{8EB410B9-5EBC-420C-8E01-1D28E64F7A8C}" dt="2026-06-01T12:08:39.162" v="742" actId="47"/>
        <pc:sldMkLst>
          <pc:docMk/>
          <pc:sldMk cId="1134527556" sldId="1834"/>
        </pc:sldMkLst>
      </pc:sldChg>
      <pc:sldChg chg="del">
        <pc:chgData name="Jacob Yang" userId="96e110e5a1896ef6" providerId="LiveId" clId="{8EB410B9-5EBC-420C-8E01-1D28E64F7A8C}" dt="2026-06-01T12:08:38.698" v="741" actId="47"/>
        <pc:sldMkLst>
          <pc:docMk/>
          <pc:sldMk cId="1394662154" sldId="1835"/>
        </pc:sldMkLst>
      </pc:sldChg>
      <pc:sldChg chg="del">
        <pc:chgData name="Jacob Yang" userId="96e110e5a1896ef6" providerId="LiveId" clId="{8EB410B9-5EBC-420C-8E01-1D28E64F7A8C}" dt="2026-06-01T12:08:39.736" v="743" actId="47"/>
        <pc:sldMkLst>
          <pc:docMk/>
          <pc:sldMk cId="1118717039" sldId="1836"/>
        </pc:sldMkLst>
      </pc:sldChg>
      <pc:sldChg chg="modSp mod">
        <pc:chgData name="Jacob Yang" userId="96e110e5a1896ef6" providerId="LiveId" clId="{8EB410B9-5EBC-420C-8E01-1D28E64F7A8C}" dt="2026-06-06T22:16:05.596" v="860"/>
        <pc:sldMkLst>
          <pc:docMk/>
          <pc:sldMk cId="1555400951" sldId="1897"/>
        </pc:sldMkLst>
        <pc:spChg chg="mod">
          <ac:chgData name="Jacob Yang" userId="96e110e5a1896ef6" providerId="LiveId" clId="{8EB410B9-5EBC-420C-8E01-1D28E64F7A8C}" dt="2026-06-06T22:16:05.596" v="860"/>
          <ac:spMkLst>
            <pc:docMk/>
            <pc:sldMk cId="1555400951" sldId="1897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10.729" v="861"/>
        <pc:sldMkLst>
          <pc:docMk/>
          <pc:sldMk cId="564166940" sldId="1898"/>
        </pc:sldMkLst>
        <pc:spChg chg="mod">
          <ac:chgData name="Jacob Yang" userId="96e110e5a1896ef6" providerId="LiveId" clId="{8EB410B9-5EBC-420C-8E01-1D28E64F7A8C}" dt="2026-06-06T22:16:10.729" v="861"/>
          <ac:spMkLst>
            <pc:docMk/>
            <pc:sldMk cId="564166940" sldId="1898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6.900" v="864"/>
        <pc:sldMkLst>
          <pc:docMk/>
          <pc:sldMk cId="4204747330" sldId="1899"/>
        </pc:sldMkLst>
        <pc:spChg chg="mod">
          <ac:chgData name="Jacob Yang" userId="96e110e5a1896ef6" providerId="LiveId" clId="{8EB410B9-5EBC-420C-8E01-1D28E64F7A8C}" dt="2026-06-06T22:16:26.900" v="864"/>
          <ac:spMkLst>
            <pc:docMk/>
            <pc:sldMk cId="4204747330" sldId="1899"/>
            <ac:spMk id="35" creationId="{7B376904-F72E-49C0-AD7E-98E51634849C}"/>
          </ac:spMkLst>
        </pc:spChg>
      </pc:sldChg>
      <pc:sldChg chg="modSp mod">
        <pc:chgData name="Jacob Yang" userId="96e110e5a1896ef6" providerId="LiveId" clId="{8EB410B9-5EBC-420C-8E01-1D28E64F7A8C}" dt="2026-06-06T22:16:15.862" v="862"/>
        <pc:sldMkLst>
          <pc:docMk/>
          <pc:sldMk cId="315594505" sldId="1920"/>
        </pc:sldMkLst>
        <pc:spChg chg="mod">
          <ac:chgData name="Jacob Yang" userId="96e110e5a1896ef6" providerId="LiveId" clId="{8EB410B9-5EBC-420C-8E01-1D28E64F7A8C}" dt="2026-06-06T22:16:15.862" v="862"/>
          <ac:spMkLst>
            <pc:docMk/>
            <pc:sldMk cId="315594505" sldId="1920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2.465" v="863"/>
        <pc:sldMkLst>
          <pc:docMk/>
          <pc:sldMk cId="3399767645" sldId="1921"/>
        </pc:sldMkLst>
        <pc:spChg chg="mod">
          <ac:chgData name="Jacob Yang" userId="96e110e5a1896ef6" providerId="LiveId" clId="{8EB410B9-5EBC-420C-8E01-1D28E64F7A8C}" dt="2026-06-06T22:16:22.465" v="863"/>
          <ac:spMkLst>
            <pc:docMk/>
            <pc:sldMk cId="3399767645" sldId="1921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31.429" v="865"/>
        <pc:sldMkLst>
          <pc:docMk/>
          <pc:sldMk cId="4183130055" sldId="1922"/>
        </pc:sldMkLst>
        <pc:spChg chg="mod">
          <ac:chgData name="Jacob Yang" userId="96e110e5a1896ef6" providerId="LiveId" clId="{8EB410B9-5EBC-420C-8E01-1D28E64F7A8C}" dt="2026-06-06T22:16:31.429" v="865"/>
          <ac:spMkLst>
            <pc:docMk/>
            <pc:sldMk cId="4183130055" sldId="1922"/>
            <ac:spMk id="6" creationId="{28BCECC7-2F46-46DE-9D89-81288B45A39D}"/>
          </ac:spMkLst>
        </pc:spChg>
      </pc:sldChg>
      <pc:sldChg chg="del">
        <pc:chgData name="Jacob Yang" userId="96e110e5a1896ef6" providerId="LiveId" clId="{8EB410B9-5EBC-420C-8E01-1D28E64F7A8C}" dt="2026-06-01T11:40:22.812" v="48" actId="47"/>
        <pc:sldMkLst>
          <pc:docMk/>
          <pc:sldMk cId="1639333555" sldId="1990"/>
        </pc:sldMkLst>
      </pc:sldChg>
      <pc:sldChg chg="del">
        <pc:chgData name="Jacob Yang" userId="96e110e5a1896ef6" providerId="LiveId" clId="{8EB410B9-5EBC-420C-8E01-1D28E64F7A8C}" dt="2026-06-01T11:40:23.565" v="49" actId="47"/>
        <pc:sldMkLst>
          <pc:docMk/>
          <pc:sldMk cId="39220166" sldId="1991"/>
        </pc:sldMkLst>
      </pc:sldChg>
      <pc:sldChg chg="modSp mod">
        <pc:chgData name="Jacob Yang" userId="96e110e5a1896ef6" providerId="LiveId" clId="{8EB410B9-5EBC-420C-8E01-1D28E64F7A8C}" dt="2026-06-01T11:39:49.092" v="40" actId="20577"/>
        <pc:sldMkLst>
          <pc:docMk/>
          <pc:sldMk cId="0" sldId="2068"/>
        </pc:sldMkLst>
        <pc:spChg chg="mod">
          <ac:chgData name="Jacob Yang" userId="96e110e5a1896ef6" providerId="LiveId" clId="{8EB410B9-5EBC-420C-8E01-1D28E64F7A8C}" dt="2026-06-01T11:39:49.092" v="40" actId="20577"/>
          <ac:spMkLst>
            <pc:docMk/>
            <pc:sldMk cId="0" sldId="2068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40:15.447" v="45" actId="6549"/>
        <pc:sldMkLst>
          <pc:docMk/>
          <pc:sldMk cId="1576640453" sldId="2194"/>
        </pc:sldMkLst>
        <pc:spChg chg="mod">
          <ac:chgData name="Jacob Yang" userId="96e110e5a1896ef6" providerId="LiveId" clId="{8EB410B9-5EBC-420C-8E01-1D28E64F7A8C}" dt="2026-06-01T11:40:15.447" v="45" actId="6549"/>
          <ac:spMkLst>
            <pc:docMk/>
            <pc:sldMk cId="1576640453" sldId="2194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2:57.883" v="63" actId="47"/>
        <pc:sldMkLst>
          <pc:docMk/>
          <pc:sldMk cId="3712951906" sldId="2196"/>
        </pc:sldMkLst>
      </pc:sldChg>
      <pc:sldChg chg="del">
        <pc:chgData name="Jacob Yang" userId="96e110e5a1896ef6" providerId="LiveId" clId="{8EB410B9-5EBC-420C-8E01-1D28E64F7A8C}" dt="2026-06-01T11:44:27.487" v="124" actId="47"/>
        <pc:sldMkLst>
          <pc:docMk/>
          <pc:sldMk cId="1817576673" sldId="2198"/>
        </pc:sldMkLst>
      </pc:sldChg>
      <pc:sldChg chg="modSp mod">
        <pc:chgData name="Jacob Yang" userId="96e110e5a1896ef6" providerId="LiveId" clId="{8EB410B9-5EBC-420C-8E01-1D28E64F7A8C}" dt="2026-06-01T12:07:27.491" v="723" actId="6549"/>
        <pc:sldMkLst>
          <pc:docMk/>
          <pc:sldMk cId="2074835621" sldId="2206"/>
        </pc:sldMkLst>
        <pc:spChg chg="mod">
          <ac:chgData name="Jacob Yang" userId="96e110e5a1896ef6" providerId="LiveId" clId="{8EB410B9-5EBC-420C-8E01-1D28E64F7A8C}" dt="2026-06-01T12:07:27.491" v="723" actId="6549"/>
          <ac:spMkLst>
            <pc:docMk/>
            <pc:sldMk cId="2074835621" sldId="2206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8:51.238" v="749" actId="47"/>
        <pc:sldMkLst>
          <pc:docMk/>
          <pc:sldMk cId="1145640309" sldId="2508"/>
        </pc:sldMkLst>
      </pc:sldChg>
      <pc:sldChg chg="del">
        <pc:chgData name="Jacob Yang" userId="96e110e5a1896ef6" providerId="LiveId" clId="{8EB410B9-5EBC-420C-8E01-1D28E64F7A8C}" dt="2026-06-01T11:38:24.119" v="33" actId="47"/>
        <pc:sldMkLst>
          <pc:docMk/>
          <pc:sldMk cId="3833832453" sldId="3013"/>
        </pc:sldMkLst>
      </pc:sldChg>
      <pc:sldChg chg="del">
        <pc:chgData name="Jacob Yang" userId="96e110e5a1896ef6" providerId="LiveId" clId="{8EB410B9-5EBC-420C-8E01-1D28E64F7A8C}" dt="2026-06-01T11:38:25.031" v="34" actId="47"/>
        <pc:sldMkLst>
          <pc:docMk/>
          <pc:sldMk cId="4008264119" sldId="3014"/>
        </pc:sldMkLst>
      </pc:sldChg>
      <pc:sldChg chg="del">
        <pc:chgData name="Jacob Yang" userId="96e110e5a1896ef6" providerId="LiveId" clId="{8EB410B9-5EBC-420C-8E01-1D28E64F7A8C}" dt="2026-06-01T11:38:25.976" v="35" actId="47"/>
        <pc:sldMkLst>
          <pc:docMk/>
          <pc:sldMk cId="3916034289" sldId="3015"/>
        </pc:sldMkLst>
      </pc:sldChg>
      <pc:sldChg chg="del">
        <pc:chgData name="Jacob Yang" userId="96e110e5a1896ef6" providerId="LiveId" clId="{8EB410B9-5EBC-420C-8E01-1D28E64F7A8C}" dt="2026-06-01T11:38:26.866" v="36" actId="47"/>
        <pc:sldMkLst>
          <pc:docMk/>
          <pc:sldMk cId="559574533" sldId="3016"/>
        </pc:sldMkLst>
      </pc:sldChg>
      <pc:sldChg chg="del">
        <pc:chgData name="Jacob Yang" userId="96e110e5a1896ef6" providerId="LiveId" clId="{8EB410B9-5EBC-420C-8E01-1D28E64F7A8C}" dt="2026-06-01T11:38:27.833" v="37" actId="47"/>
        <pc:sldMkLst>
          <pc:docMk/>
          <pc:sldMk cId="120918051" sldId="3017"/>
        </pc:sldMkLst>
      </pc:sldChg>
      <pc:sldChg chg="del">
        <pc:chgData name="Jacob Yang" userId="96e110e5a1896ef6" providerId="LiveId" clId="{8EB410B9-5EBC-420C-8E01-1D28E64F7A8C}" dt="2026-06-01T11:38:28.707" v="38" actId="47"/>
        <pc:sldMkLst>
          <pc:docMk/>
          <pc:sldMk cId="455246502" sldId="3018"/>
        </pc:sldMkLst>
      </pc:sldChg>
      <pc:sldChg chg="addSp delSp modSp mod">
        <pc:chgData name="Jacob Yang" userId="96e110e5a1896ef6" providerId="LiveId" clId="{8EB410B9-5EBC-420C-8E01-1D28E64F7A8C}" dt="2026-06-03T11:47:32.029" v="843" actId="1037"/>
        <pc:sldMkLst>
          <pc:docMk/>
          <pc:sldMk cId="974117914" sldId="3019"/>
        </pc:sldMkLst>
        <pc:spChg chg="mod">
          <ac:chgData name="Jacob Yang" userId="96e110e5a1896ef6" providerId="LiveId" clId="{8EB410B9-5EBC-420C-8E01-1D28E64F7A8C}" dt="2026-06-01T11:47:43.312" v="211" actId="6549"/>
          <ac:spMkLst>
            <pc:docMk/>
            <pc:sldMk cId="974117914" sldId="3019"/>
            <ac:spMk id="5" creationId="{E41B86AD-665A-50DD-8DF6-B91BB4908BC9}"/>
          </ac:spMkLst>
        </pc:sp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3" creationId="{9357B9EE-285E-E4F3-AFE2-CCBD0A2D5E88}"/>
          </ac:picMkLst>
        </pc:picChg>
        <pc:picChg chg="add del mod modCrop">
          <ac:chgData name="Jacob Yang" userId="96e110e5a1896ef6" providerId="LiveId" clId="{8EB410B9-5EBC-420C-8E01-1D28E64F7A8C}" dt="2026-06-01T11:52:38.374" v="392" actId="478"/>
          <ac:picMkLst>
            <pc:docMk/>
            <pc:sldMk cId="974117914" sldId="3019"/>
            <ac:picMk id="4" creationId="{E2A0C1F3-9B91-0631-BA35-928BFA0E9949}"/>
          </ac:picMkLst>
        </pc:picChg>
        <pc:picChg chg="add del mod modCrop">
          <ac:chgData name="Jacob Yang" userId="96e110e5a1896ef6" providerId="LiveId" clId="{8EB410B9-5EBC-420C-8E01-1D28E64F7A8C}" dt="2026-06-01T11:52:39.192" v="393" actId="478"/>
          <ac:picMkLst>
            <pc:docMk/>
            <pc:sldMk cId="974117914" sldId="3019"/>
            <ac:picMk id="6" creationId="{C7ED7A3D-8974-F160-F808-778F2DD0D2FE}"/>
          </ac:picMkLst>
        </pc:pic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7" creationId="{3B16EF2E-5615-96CA-4EED-D2B712C3AF71}"/>
          </ac:picMkLst>
        </pc:picChg>
        <pc:picChg chg="add mod modCrop">
          <ac:chgData name="Jacob Yang" userId="96e110e5a1896ef6" providerId="LiveId" clId="{8EB410B9-5EBC-420C-8E01-1D28E64F7A8C}" dt="2026-06-03T11:47:04.372" v="816" actId="14100"/>
          <ac:picMkLst>
            <pc:docMk/>
            <pc:sldMk cId="974117914" sldId="3019"/>
            <ac:picMk id="10" creationId="{1C6A0951-17B3-66FB-1A20-57B4C26B5BA9}"/>
          </ac:picMkLst>
        </pc:picChg>
        <pc:picChg chg="add mod modCrop">
          <ac:chgData name="Jacob Yang" userId="96e110e5a1896ef6" providerId="LiveId" clId="{8EB410B9-5EBC-420C-8E01-1D28E64F7A8C}" dt="2026-06-03T11:47:32.029" v="843" actId="1037"/>
          <ac:picMkLst>
            <pc:docMk/>
            <pc:sldMk cId="974117914" sldId="3019"/>
            <ac:picMk id="12" creationId="{63982018-FC94-6117-A0A6-EA33860288EA}"/>
          </ac:picMkLst>
        </pc:picChg>
      </pc:sldChg>
      <pc:sldChg chg="del">
        <pc:chgData name="Jacob Yang" userId="96e110e5a1896ef6" providerId="LiveId" clId="{8EB410B9-5EBC-420C-8E01-1D28E64F7A8C}" dt="2026-06-01T11:55:34.491" v="623" actId="47"/>
        <pc:sldMkLst>
          <pc:docMk/>
          <pc:sldMk cId="2048444681" sldId="3021"/>
        </pc:sldMkLst>
      </pc:sldChg>
      <pc:sldChg chg="del">
        <pc:chgData name="Jacob Yang" userId="96e110e5a1896ef6" providerId="LiveId" clId="{8EB410B9-5EBC-420C-8E01-1D28E64F7A8C}" dt="2026-06-01T11:55:36.128" v="625" actId="47"/>
        <pc:sldMkLst>
          <pc:docMk/>
          <pc:sldMk cId="1410083024" sldId="3022"/>
        </pc:sldMkLst>
      </pc:sldChg>
      <pc:sldChg chg="del">
        <pc:chgData name="Jacob Yang" userId="96e110e5a1896ef6" providerId="LiveId" clId="{8EB410B9-5EBC-420C-8E01-1D28E64F7A8C}" dt="2026-06-01T11:55:37.578" v="627" actId="47"/>
        <pc:sldMkLst>
          <pc:docMk/>
          <pc:sldMk cId="3356793840" sldId="3023"/>
        </pc:sldMkLst>
      </pc:sldChg>
      <pc:sldChg chg="del">
        <pc:chgData name="Jacob Yang" userId="96e110e5a1896ef6" providerId="LiveId" clId="{8EB410B9-5EBC-420C-8E01-1D28E64F7A8C}" dt="2026-06-01T11:55:39.250" v="629" actId="47"/>
        <pc:sldMkLst>
          <pc:docMk/>
          <pc:sldMk cId="3371243117" sldId="3024"/>
        </pc:sldMkLst>
      </pc:sldChg>
      <pc:sldChg chg="del">
        <pc:chgData name="Jacob Yang" userId="96e110e5a1896ef6" providerId="LiveId" clId="{8EB410B9-5EBC-420C-8E01-1D28E64F7A8C}" dt="2026-06-01T11:55:40.784" v="631" actId="47"/>
        <pc:sldMkLst>
          <pc:docMk/>
          <pc:sldMk cId="4275728786" sldId="3025"/>
        </pc:sldMkLst>
      </pc:sldChg>
      <pc:sldChg chg="del">
        <pc:chgData name="Jacob Yang" userId="96e110e5a1896ef6" providerId="LiveId" clId="{8EB410B9-5EBC-420C-8E01-1D28E64F7A8C}" dt="2026-06-01T12:07:31.677" v="724" actId="47"/>
        <pc:sldMkLst>
          <pc:docMk/>
          <pc:sldMk cId="3327335471" sldId="3026"/>
        </pc:sldMkLst>
      </pc:sldChg>
      <pc:sldChg chg="del">
        <pc:chgData name="Jacob Yang" userId="96e110e5a1896ef6" providerId="LiveId" clId="{8EB410B9-5EBC-420C-8E01-1D28E64F7A8C}" dt="2026-06-01T12:08:51.637" v="750" actId="47"/>
        <pc:sldMkLst>
          <pc:docMk/>
          <pc:sldMk cId="2005723963" sldId="3027"/>
        </pc:sldMkLst>
      </pc:sldChg>
      <pc:sldChg chg="del">
        <pc:chgData name="Jacob Yang" userId="96e110e5a1896ef6" providerId="LiveId" clId="{8EB410B9-5EBC-420C-8E01-1D28E64F7A8C}" dt="2026-06-01T12:08:52.080" v="751" actId="47"/>
        <pc:sldMkLst>
          <pc:docMk/>
          <pc:sldMk cId="3786304501" sldId="3028"/>
        </pc:sldMkLst>
      </pc:sldChg>
      <pc:sldChg chg="del">
        <pc:chgData name="Jacob Yang" userId="96e110e5a1896ef6" providerId="LiveId" clId="{8EB410B9-5EBC-420C-8E01-1D28E64F7A8C}" dt="2026-06-01T12:08:52.573" v="752" actId="47"/>
        <pc:sldMkLst>
          <pc:docMk/>
          <pc:sldMk cId="1025458033" sldId="3029"/>
        </pc:sldMkLst>
      </pc:sldChg>
      <pc:sldChg chg="del">
        <pc:chgData name="Jacob Yang" userId="96e110e5a1896ef6" providerId="LiveId" clId="{8EB410B9-5EBC-420C-8E01-1D28E64F7A8C}" dt="2026-06-01T11:55:31.013" v="622" actId="47"/>
        <pc:sldMkLst>
          <pc:docMk/>
          <pc:sldMk cId="3430225228" sldId="3030"/>
        </pc:sldMkLst>
      </pc:sldChg>
      <pc:sldChg chg="del">
        <pc:chgData name="Jacob Yang" userId="96e110e5a1896ef6" providerId="LiveId" clId="{8EB410B9-5EBC-420C-8E01-1D28E64F7A8C}" dt="2026-06-01T11:55:35.404" v="624" actId="47"/>
        <pc:sldMkLst>
          <pc:docMk/>
          <pc:sldMk cId="3883191667" sldId="3032"/>
        </pc:sldMkLst>
      </pc:sldChg>
      <pc:sldChg chg="del">
        <pc:chgData name="Jacob Yang" userId="96e110e5a1896ef6" providerId="LiveId" clId="{8EB410B9-5EBC-420C-8E01-1D28E64F7A8C}" dt="2026-06-01T11:55:36.838" v="626" actId="47"/>
        <pc:sldMkLst>
          <pc:docMk/>
          <pc:sldMk cId="291395776" sldId="3033"/>
        </pc:sldMkLst>
      </pc:sldChg>
      <pc:sldChg chg="del">
        <pc:chgData name="Jacob Yang" userId="96e110e5a1896ef6" providerId="LiveId" clId="{8EB410B9-5EBC-420C-8E01-1D28E64F7A8C}" dt="2026-06-01T11:55:38.323" v="628" actId="47"/>
        <pc:sldMkLst>
          <pc:docMk/>
          <pc:sldMk cId="3439935831" sldId="3034"/>
        </pc:sldMkLst>
      </pc:sldChg>
      <pc:sldChg chg="del">
        <pc:chgData name="Jacob Yang" userId="96e110e5a1896ef6" providerId="LiveId" clId="{8EB410B9-5EBC-420C-8E01-1D28E64F7A8C}" dt="2026-06-01T11:55:40.001" v="630" actId="47"/>
        <pc:sldMkLst>
          <pc:docMk/>
          <pc:sldMk cId="2650825989" sldId="3035"/>
        </pc:sldMkLst>
      </pc:sldChg>
      <pc:sldChg chg="del">
        <pc:chgData name="Jacob Yang" userId="96e110e5a1896ef6" providerId="LiveId" clId="{8EB410B9-5EBC-420C-8E01-1D28E64F7A8C}" dt="2026-06-01T11:55:41.553" v="632" actId="47"/>
        <pc:sldMkLst>
          <pc:docMk/>
          <pc:sldMk cId="323893693" sldId="3036"/>
        </pc:sldMkLst>
      </pc:sldChg>
      <pc:sldChg chg="modSp add mod">
        <pc:chgData name="Jacob Yang" userId="96e110e5a1896ef6" providerId="LiveId" clId="{8EB410B9-5EBC-420C-8E01-1D28E64F7A8C}" dt="2026-06-03T11:45:27.450" v="814" actId="207"/>
        <pc:sldMkLst>
          <pc:docMk/>
          <pc:sldMk cId="2076000119" sldId="3039"/>
        </pc:sldMkLst>
        <pc:spChg chg="mod">
          <ac:chgData name="Jacob Yang" userId="96e110e5a1896ef6" providerId="LiveId" clId="{8EB410B9-5EBC-420C-8E01-1D28E64F7A8C}" dt="2026-06-03T11:45:27.450" v="814" actId="207"/>
          <ac:spMkLst>
            <pc:docMk/>
            <pc:sldMk cId="2076000119" sldId="3039"/>
            <ac:spMk id="8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1:44:24.138" v="123" actId="1037"/>
        <pc:sldMkLst>
          <pc:docMk/>
          <pc:sldMk cId="1327731717" sldId="3040"/>
        </pc:sldMkLst>
        <pc:spChg chg="add mod">
          <ac:chgData name="Jacob Yang" userId="96e110e5a1896ef6" providerId="LiveId" clId="{8EB410B9-5EBC-420C-8E01-1D28E64F7A8C}" dt="2026-06-01T11:44:24.138" v="123" actId="1037"/>
          <ac:spMkLst>
            <pc:docMk/>
            <pc:sldMk cId="1327731717" sldId="3040"/>
            <ac:spMk id="3" creationId="{8B57CD69-B6F1-AC3B-8A41-A0099EB3E13A}"/>
          </ac:spMkLst>
        </pc:spChg>
        <pc:spChg chg="mod">
          <ac:chgData name="Jacob Yang" userId="96e110e5a1896ef6" providerId="LiveId" clId="{8EB410B9-5EBC-420C-8E01-1D28E64F7A8C}" dt="2026-06-01T11:44:11.571" v="80" actId="207"/>
          <ac:spMkLst>
            <pc:docMk/>
            <pc:sldMk cId="1327731717" sldId="3040"/>
            <ac:spMk id="8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47.023" v="844" actId="47"/>
        <pc:sldMkLst>
          <pc:docMk/>
          <pc:sldMk cId="2841463438" sldId="3041"/>
        </pc:sldMkLst>
      </pc:sldChg>
      <pc:sldChg chg="modSp add mod ord">
        <pc:chgData name="Jacob Yang" userId="96e110e5a1896ef6" providerId="LiveId" clId="{8EB410B9-5EBC-420C-8E01-1D28E64F7A8C}" dt="2026-06-01T11:56:13.107" v="639" actId="20577"/>
        <pc:sldMkLst>
          <pc:docMk/>
          <pc:sldMk cId="244852181" sldId="3042"/>
        </pc:sldMkLst>
        <pc:spChg chg="mod">
          <ac:chgData name="Jacob Yang" userId="96e110e5a1896ef6" providerId="LiveId" clId="{8EB410B9-5EBC-420C-8E01-1D28E64F7A8C}" dt="2026-06-01T11:56:13.107" v="639" actId="20577"/>
          <ac:spMkLst>
            <pc:docMk/>
            <pc:sldMk cId="244852181" sldId="3042"/>
            <ac:spMk id="6" creationId="{00000000-0000-0000-0000-000000000000}"/>
          </ac:spMkLst>
        </pc:spChg>
      </pc:sldChg>
      <pc:sldChg chg="add del">
        <pc:chgData name="Jacob Yang" userId="96e110e5a1896ef6" providerId="LiveId" clId="{8EB410B9-5EBC-420C-8E01-1D28E64F7A8C}" dt="2026-06-03T11:47:52.368" v="845" actId="47"/>
        <pc:sldMkLst>
          <pc:docMk/>
          <pc:sldMk cId="1108114467" sldId="3043"/>
        </pc:sldMkLst>
      </pc:sldChg>
      <pc:sldChg chg="modSp add mod replId">
        <pc:chgData name="Jacob Yang" userId="96e110e5a1896ef6" providerId="LiveId" clId="{8EB410B9-5EBC-420C-8E01-1D28E64F7A8C}" dt="2026-06-01T11:56:38.494" v="642" actId="20577"/>
        <pc:sldMkLst>
          <pc:docMk/>
          <pc:sldMk cId="2590767200" sldId="3044"/>
        </pc:sldMkLst>
        <pc:spChg chg="mod">
          <ac:chgData name="Jacob Yang" userId="96e110e5a1896ef6" providerId="LiveId" clId="{8EB410B9-5EBC-420C-8E01-1D28E64F7A8C}" dt="2026-06-01T11:56:38.494" v="642" actId="20577"/>
          <ac:spMkLst>
            <pc:docMk/>
            <pc:sldMk cId="2590767200" sldId="3044"/>
            <ac:spMk id="6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56.964" v="846" actId="47"/>
        <pc:sldMkLst>
          <pc:docMk/>
          <pc:sldMk cId="1582570374" sldId="3045"/>
        </pc:sldMkLst>
      </pc:sldChg>
      <pc:sldChg chg="add">
        <pc:chgData name="Jacob Yang" userId="96e110e5a1896ef6" providerId="LiveId" clId="{8EB410B9-5EBC-420C-8E01-1D28E64F7A8C}" dt="2026-06-01T12:00:44.132" v="654" actId="2890"/>
        <pc:sldMkLst>
          <pc:docMk/>
          <pc:sldMk cId="3350953169" sldId="3046"/>
        </pc:sldMkLst>
      </pc:sldChg>
      <pc:sldChg chg="modSp add mod">
        <pc:chgData name="Jacob Yang" userId="96e110e5a1896ef6" providerId="LiveId" clId="{8EB410B9-5EBC-420C-8E01-1D28E64F7A8C}" dt="2026-06-01T12:06:15.244" v="684" actId="6549"/>
        <pc:sldMkLst>
          <pc:docMk/>
          <pc:sldMk cId="229940133" sldId="3047"/>
        </pc:sldMkLst>
        <pc:spChg chg="mod">
          <ac:chgData name="Jacob Yang" userId="96e110e5a1896ef6" providerId="LiveId" clId="{8EB410B9-5EBC-420C-8E01-1D28E64F7A8C}" dt="2026-06-01T12:06:15.244" v="684" actId="6549"/>
          <ac:spMkLst>
            <pc:docMk/>
            <pc:sldMk cId="229940133" sldId="3047"/>
            <ac:spMk id="3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2:06:57.854" v="716" actId="1036"/>
        <pc:sldMkLst>
          <pc:docMk/>
          <pc:sldMk cId="3457408445" sldId="3048"/>
        </pc:sldMkLst>
        <pc:spChg chg="mod">
          <ac:chgData name="Jacob Yang" userId="96e110e5a1896ef6" providerId="LiveId" clId="{8EB410B9-5EBC-420C-8E01-1D28E64F7A8C}" dt="2026-06-01T12:06:28.250" v="686" actId="207"/>
          <ac:spMkLst>
            <pc:docMk/>
            <pc:sldMk cId="3457408445" sldId="3048"/>
            <ac:spMk id="3" creationId="{00000000-0000-0000-0000-000000000000}"/>
          </ac:spMkLst>
        </pc:spChg>
        <pc:spChg chg="add mod">
          <ac:chgData name="Jacob Yang" userId="96e110e5a1896ef6" providerId="LiveId" clId="{8EB410B9-5EBC-420C-8E01-1D28E64F7A8C}" dt="2026-06-01T12:06:57.854" v="716" actId="1036"/>
          <ac:spMkLst>
            <pc:docMk/>
            <pc:sldMk cId="3457408445" sldId="3048"/>
            <ac:spMk id="4" creationId="{01FBAA5B-429A-AC19-8372-13816AAECB75}"/>
          </ac:spMkLst>
        </pc:spChg>
      </pc:sldChg>
      <pc:sldChg chg="modSp del mod">
        <pc:chgData name="Jacob Yang" userId="96e110e5a1896ef6" providerId="LiveId" clId="{8EB410B9-5EBC-420C-8E01-1D28E64F7A8C}" dt="2026-06-06T22:15:57.372" v="858" actId="47"/>
        <pc:sldMkLst>
          <pc:docMk/>
          <pc:sldMk cId="3703237098" sldId="3049"/>
        </pc:sldMkLst>
        <pc:spChg chg="mod">
          <ac:chgData name="Jacob Yang" userId="96e110e5a1896ef6" providerId="LiveId" clId="{8EB410B9-5EBC-420C-8E01-1D28E64F7A8C}" dt="2026-06-01T12:10:21.049" v="795"/>
          <ac:spMkLst>
            <pc:docMk/>
            <pc:sldMk cId="3703237098" sldId="3049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2:26.660" v="812" actId="1036"/>
        <pc:sldMkLst>
          <pc:docMk/>
          <pc:sldMk cId="2129818636" sldId="3050"/>
        </pc:sldMkLst>
        <pc:grpChg chg="mod">
          <ac:chgData name="Jacob Yang" userId="96e110e5a1896ef6" providerId="LiveId" clId="{8EB410B9-5EBC-420C-8E01-1D28E64F7A8C}" dt="2026-06-01T12:12:26.660" v="812" actId="1036"/>
          <ac:grpSpMkLst>
            <pc:docMk/>
            <pc:sldMk cId="2129818636" sldId="3050"/>
            <ac:grpSpMk id="13" creationId="{5594C849-27B9-B04B-583E-2AB1B79330CD}"/>
          </ac:grpSpMkLst>
        </pc:grpChg>
      </pc:sldChg>
      <pc:sldChg chg="modSp mod">
        <pc:chgData name="Jacob Yang" userId="96e110e5a1896ef6" providerId="LiveId" clId="{8EB410B9-5EBC-420C-8E01-1D28E64F7A8C}" dt="2026-06-01T12:12:14.256" v="810" actId="1036"/>
        <pc:sldMkLst>
          <pc:docMk/>
          <pc:sldMk cId="3577614596" sldId="3052"/>
        </pc:sldMkLst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3" creationId="{2891BF7A-6DFA-6F2D-0F0B-42F346F814FA}"/>
          </ac:picMkLst>
        </pc:picChg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10" creationId="{6A143E29-FE88-771D-C206-9FAA6972B2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26/06/2026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8783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280144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5567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124916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368191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46607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620614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1032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906149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351358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32084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4433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556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04707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024549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462987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9076738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40644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59077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04639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023964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6406640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420882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5779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7995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3761158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64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169440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697869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421966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8684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640172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894097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098407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959754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029018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89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845074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797166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194681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265455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299005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81905623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8366564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115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0382532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1869272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488865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320006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996332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8502645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129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35107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945218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8516279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377849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4044951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032093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6/26/2026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microsoft.com/office/2007/relationships/hdphoto" Target="../media/hdphoto3.wdp"/></Relationships>
</file>

<file path=ppt/slides/_rels/slide80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11" Type="http://schemas.openxmlformats.org/officeDocument/2006/relationships/image" Target="../media/image14.png"/><Relationship Id="rId5" Type="http://schemas.openxmlformats.org/officeDocument/2006/relationships/image" Target="../media/image35.png"/><Relationship Id="rId10" Type="http://schemas.microsoft.com/office/2007/relationships/hdphoto" Target="../media/hdphoto5.wdp"/><Relationship Id="rId4" Type="http://schemas.microsoft.com/office/2007/relationships/hdphoto" Target="../media/hdphoto1.wdp"/><Relationship Id="rId9" Type="http://schemas.openxmlformats.org/officeDocument/2006/relationships/image" Target="../media/image3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6.wdp"/><Relationship Id="rId5" Type="http://schemas.openxmlformats.org/officeDocument/2006/relationships/image" Target="../media/image39.png"/><Relationship Id="rId4" Type="http://schemas.microsoft.com/office/2007/relationships/hdphoto" Target="../media/hdphoto3.wdp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54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5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4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6.png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Relationship Id="rId6" Type="http://schemas.microsoft.com/office/2007/relationships/hdphoto" Target="../media/hdphoto7.wdp"/><Relationship Id="rId5" Type="http://schemas.openxmlformats.org/officeDocument/2006/relationships/image" Target="../media/image70.png"/><Relationship Id="rId4" Type="http://schemas.openxmlformats.org/officeDocument/2006/relationships/image" Target="../media/image14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Relationship Id="rId6" Type="http://schemas.microsoft.com/office/2007/relationships/hdphoto" Target="../media/hdphoto8.wdp"/><Relationship Id="rId5" Type="http://schemas.openxmlformats.org/officeDocument/2006/relationships/image" Target="../media/image71.png"/><Relationship Id="rId4" Type="http://schemas.openxmlformats.org/officeDocument/2006/relationships/image" Target="../media/image14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9.wdp"/><Relationship Id="rId5" Type="http://schemas.openxmlformats.org/officeDocument/2006/relationships/image" Target="../media/image72.png"/><Relationship Id="rId4" Type="http://schemas.openxmlformats.org/officeDocument/2006/relationships/image" Target="../media/image14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1313069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26</a:t>
            </a: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년 </a:t>
            </a:r>
            <a:r>
              <a:rPr lang="en-AU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6</a:t>
            </a: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월 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7</a:t>
            </a:r>
            <a:r>
              <a:rPr lang="ko-KR" alt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지극히 지극히 거룩하신 성체 성혈 대축일</a:t>
            </a:r>
            <a:endParaRPr lang="en-US" altLang="ko-KR" sz="22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=""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=""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=""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=""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지극히 어지신 구세주 예수님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앞에 꿇어 경배하오니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굽어살피소서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저희는 이미 주님의 백성이오니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언제나 주님과 함께 살아가기를 바라나이다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주님과 하나 되고자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오늘 저희를 주님의 성심께 봉헌하나이다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0" cap="none" spc="77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예수 성심께 천하 만민을 바치는 기도</a:t>
            </a:r>
            <a:endParaRPr kumimoji="0" lang="ko-KR" altLang="en-US" sz="3000" b="0" i="0" u="none" strike="noStrike" kern="0" cap="none" spc="78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33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일찍이 알아 모시지 못한 사람도 많고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알고도 주님의 계명을 저버리고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주님을 떠난 사람도 많사오니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지극히 인자하신 예수님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이런 사람들도 다 불쌍히 여기시어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성심께 이끌어 들이소서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주님께서는 목자이시니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떠나지 않은 사람들을 보살피시고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주님을 떠난 사람들은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다시 아버지 집으로 돌아오게 하시어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굶어 죽는 일이 없게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옹졸한 고집에 사로잡힌 사람들이나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불목하여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갈린 사람들도 부르시어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모두 같은 신앙을 고백하며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한 우리에서 한 목자 밑에 살게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11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거룩한 교회를 평화의 깃발로 세우시고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나라에 참된 평화를 주시어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온 세상 어디서나 입을 모아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구원하신 성부와 성자와 성령께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/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영원히 찬미와 영광과 흠숭을 드리게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◎</a:t>
            </a: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 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예수 성심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세상에 주님의 나라를 세우소서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975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60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1412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806400" marR="0" lvl="0" indent="-71640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내 백성에게 나는 기름진 참밀을 먹이고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바위틈의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석청으로 배부르게 하였노라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98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162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76640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405735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84130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655096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162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 성혈 그 신비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496" y="555526"/>
            <a:ext cx="8928992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84059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101477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056791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4473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6441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06729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20538"/>
            <a:ext cx="9108504" cy="4806372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하느님과 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형제들에게 고백하오니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생각과 말과 행위로 죄를 많이 지었으며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자주 의무를 소홀히 하였나이다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&lt;</a:t>
            </a:r>
            <a:r>
              <a:rPr kumimoji="0" lang="ko-KR" altLang="en-US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가슴을  치며</a:t>
            </a:r>
            <a:r>
              <a:rPr kumimoji="0" lang="en-US" altLang="ko-KR" sz="1800" b="1" i="0" u="none" strike="noStrike" kern="1200" cap="none" spc="-30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&gt;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제 탓이요</a:t>
            </a:r>
            <a:r>
              <a:rPr kumimoji="0" 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200" b="1" i="0" u="sng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저의 큰 탓이옵니다</a:t>
            </a:r>
            <a:endParaRPr kumimoji="0" lang="en-US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그러므로 간절히 바라오니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평생 동정이신 성모 마리아와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천사와 성인과 형제들은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/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저를 위하여 하느님께 빌어주소서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7092280" y="0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PENITENTIAL 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ABAC996-AA42-4F21-942B-574FBF1BFFE3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15007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1704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41" y="411510"/>
            <a:ext cx="8653675" cy="3804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71600" y="2715766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      자비를    자  비를 베푸소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5656" y="1215211"/>
            <a:ext cx="7560840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자비를      자   비를   베푸 소    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4227934"/>
            <a:ext cx="7992888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4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자비를       자   비를   베푸 소  </a:t>
            </a:r>
            <a:r>
              <a:rPr kumimoji="0" lang="en-US" altLang="ko-KR" sz="25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2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서</a:t>
            </a:r>
            <a:endParaRPr kumimoji="0" lang="en-US" sz="32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42881FA-BE69-4B59-9382-5C3F35A8C04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28011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411510"/>
            <a:ext cx="8640959" cy="378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4F1C01B-BEDD-40BC-AF1C-65E4E87EC2AF}"/>
              </a:ext>
            </a:extLst>
          </p:cNvPr>
          <p:cNvSpPr/>
          <p:nvPr/>
        </p:nvSpPr>
        <p:spPr>
          <a:xfrm>
            <a:off x="8210116" y="-50155"/>
            <a:ext cx="8263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Kyrie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06500"/>
            <a:ext cx="828092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3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</a:t>
            </a: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자비를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비를   베푸 소    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4230836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자비를    자  비를  베푸소    서</a:t>
            </a:r>
            <a:endParaRPr kumimoji="0" lang="en-US" sz="35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2764834"/>
            <a:ext cx="8136904" cy="492443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     자비를      자    비를  베푸 소      서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자비송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0AC91CC-0085-4083-A3C7-789DD5EF07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95332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936631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300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05754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712557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69935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440164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931696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487808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4013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385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=""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254016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신명기의 말씀입니다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모세가 백성에게 말하였다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“너희는 이 사십 년 동안 광야에서 주 너희 하느님께서 너희를 인도하신 모든 길을 기억하여라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그것은 너희를 낮추시고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당신의 계명을 지키는지 지키지 않는지 너희 마음속을 알아보시려고 너희를 시험하신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너희를 낮추시고 굶주리게 하신 다음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너희도 모르고 너희 조상들도 몰랐던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281120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만나를 먹게 해 주셨다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그것은 사람이 빵만으로 살지 않고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입에서 나오는 모든 말씀으로 산다는 것을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알게 하시려는 것이었다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너희를 이집트 땅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종살이하던 집에서 이끌어 내신 주 너희 하느님을 잊지 않도록 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그분은 불 뱀과 전갈이 있는 크고 무서운 광야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물 없이 메마른 땅에서 너희를 인도하시고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760001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856984" cy="228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너희를 위하여 차돌 바위에서 물이 솟아나게 하신 분이시다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 그 광야에서 너희 조상들이 몰랐던 만나를 너희가 먹게 해 주신 분이시다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8B57CD69-B6F1-AC3B-8A41-A0099EB3E13A}"/>
              </a:ext>
            </a:extLst>
          </p:cNvPr>
          <p:cNvSpPr txBox="1">
            <a:spLocks/>
          </p:cNvSpPr>
          <p:nvPr/>
        </p:nvSpPr>
        <p:spPr>
          <a:xfrm>
            <a:off x="251520" y="3624575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277317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74762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AU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147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(◎ </a:t>
            </a:r>
            <a:r>
              <a:rPr lang="en-US" altLang="ko-KR" sz="22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12</a:t>
            </a:r>
            <a:r>
              <a:rPr lang="ko-KR" altLang="en-US" sz="22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ㄱ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C6A0951-17B3-66FB-1A20-57B4C26B5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573" r="49792"/>
          <a:stretch/>
        </p:blipFill>
        <p:spPr>
          <a:xfrm>
            <a:off x="97640" y="989722"/>
            <a:ext cx="7109472" cy="18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3982018-FC94-6117-A0A6-EA33860288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0199"/>
          <a:stretch/>
        </p:blipFill>
        <p:spPr>
          <a:xfrm>
            <a:off x="323528" y="2859782"/>
            <a:ext cx="8712968" cy="1800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741179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0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예루살렘아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찬미하여라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시온아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네 하느님을 찬양하여라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그분은 네 성문의 빗장을 튼튼하게 하시고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네 안에 사는 아들들에게 복을 내리신다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AU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147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(◎ 12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ㄱ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47809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AU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147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(◎ 12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ㄱ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C6A0951-17B3-66FB-1A20-57B4C26B5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573" r="49792"/>
          <a:stretch/>
        </p:blipFill>
        <p:spPr>
          <a:xfrm>
            <a:off x="97640" y="989722"/>
            <a:ext cx="7109472" cy="18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3982018-FC94-6117-A0A6-EA33860288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0199"/>
          <a:stretch/>
        </p:blipFill>
        <p:spPr>
          <a:xfrm>
            <a:off x="323528" y="2859782"/>
            <a:ext cx="8712968" cy="1800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324884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네 강토에 평화를 주시고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기름진 밀로 너를 배불리신다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당신 말씀 세상에 보내시니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말씀 빠르게도 달려가네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AU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147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(◎ 12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ㄱ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8521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AU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147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(◎ 12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ㄱ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C6A0951-17B3-66FB-1A20-57B4C26B5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573" r="49792"/>
          <a:stretch/>
        </p:blipFill>
        <p:spPr>
          <a:xfrm>
            <a:off x="97640" y="989722"/>
            <a:ext cx="7109472" cy="18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3982018-FC94-6117-A0A6-EA33860288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0199"/>
          <a:stretch/>
        </p:blipFill>
        <p:spPr>
          <a:xfrm>
            <a:off x="323528" y="2859782"/>
            <a:ext cx="8712968" cy="1800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982365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21010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당신 말씀 야곱에게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규칙과 계명 이스라엘에게 알리신다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어느 민족에게 이같이 하셨던가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?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그들은 계명을 알지 못하네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AU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147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(◎ 12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ㄱ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07672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AU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147 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(◎ 12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ㄱ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C6A0951-17B3-66FB-1A20-57B4C26B5B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573" r="49792"/>
          <a:stretch/>
        </p:blipFill>
        <p:spPr>
          <a:xfrm>
            <a:off x="97640" y="989722"/>
            <a:ext cx="7109472" cy="180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3982018-FC94-6117-A0A6-EA33860288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0199"/>
          <a:stretch/>
        </p:blipFill>
        <p:spPr>
          <a:xfrm>
            <a:off x="323528" y="2859782"/>
            <a:ext cx="8712968" cy="1800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148354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바오로의 코린토 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1</a:t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서 말씀입니다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928992" cy="372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축복하는 그 축복의 잔은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그리스도의 피에 동참하는 것이 아닙니까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?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떼는 빵은 그리스도의 몸에 동참하는 것이 아닙니까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?</a:t>
            </a:r>
          </a:p>
          <a:p>
            <a:pPr lvl="0" defTabSz="914400"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빵이 하나이므로 우리는 여럿일지라도 한 몸입니다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 모두 한 빵을 함께 나누기 때문입니다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7894858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/>
          </p:cNvSpPr>
          <p:nvPr/>
        </p:nvSpPr>
        <p:spPr>
          <a:xfrm>
            <a:off x="395536" y="1248311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ECED1E6-89A8-EC06-F6EC-0391DC3C42B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876165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322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하늘에서 내려온 살아 있는 빵이다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누구든지 이 빵을 먹으면 영원히 살리라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06107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509531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요한이 전한 거룩한 복음입니다</a:t>
            </a:r>
            <a:r>
              <a:rPr lang="en-US" altLang="ko-KR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 유다인들에게 말씀하셨다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51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나는 하늘에서 내려온 살아 있는 빵이다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누구든지 이 빵을 먹으면 영원히 살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줄 빵은 세상에 생명을 주는 나의 살이다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52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그러자 “저 사람이 어떻게 자기 살을 우리에게 먹으라고 줄 수 있단 말인가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?”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하며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유다인들 사이에 말다툼이 벌어졌다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53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그들에게 이르셨다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내가 진실로 진실로 너희에게 말한다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803587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사람의 아들의 살을 먹지 않고 그의 피를 마시지 않으면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생명을 얻지 못한다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54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그러나 내 살을 먹고 내 피를 마시는 사람은 영원한 생명을 얻고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나도 마지막 날에 그를 다시 살릴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55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살은 참된 양식이고 내 피는 참된 음료다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살을 먹고 내 피를 마시는 사람은 내 안에 머무르고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나도 그 사람 안에 머무른다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살아 계신 아버지께서 나를 보내셨고 내가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99401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23478"/>
            <a:ext cx="8928992" cy="31843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아버지로 말미암아 사는 것과 같이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나를 먹는 사람도 나로 말미암아 살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이것이 하늘에서 내려온 빵이다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 조상들이 먹고도 죽은 것과는 달리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 빵을 먹는 사람은 영원히 살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  <a:p>
            <a:pPr>
              <a:lnSpc>
                <a:spcPct val="110000"/>
              </a:lnSpc>
            </a:pP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BAA5B-429A-AC19-8372-13816AAECB75}"/>
              </a:ext>
            </a:extLst>
          </p:cNvPr>
          <p:cNvSpPr txBox="1"/>
          <p:nvPr/>
        </p:nvSpPr>
        <p:spPr>
          <a:xfrm>
            <a:off x="251520" y="3430045"/>
            <a:ext cx="7632848" cy="1661985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574084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993924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771740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3268191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1942631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950326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709025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990098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513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7483562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 	</a:t>
            </a:r>
            <a:r>
              <a:rPr kumimoji="0" lang="en-US" altLang="ko-KR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	</a:t>
            </a:r>
            <a:r>
              <a:rPr kumimoji="0" lang="ko-KR" altLang="en-US" sz="2800" b="0" i="0" u="none" strike="noStrike" kern="0" cap="none" spc="500" normalizeH="0" baseline="0" noProof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5594C849-27B9-B04B-583E-2AB1B79330CD}"/>
              </a:ext>
            </a:extLst>
          </p:cNvPr>
          <p:cNvGrpSpPr/>
          <p:nvPr/>
        </p:nvGrpSpPr>
        <p:grpSpPr>
          <a:xfrm>
            <a:off x="109537" y="617984"/>
            <a:ext cx="8924925" cy="4330030"/>
            <a:chOff x="109537" y="483518"/>
            <a:chExt cx="8924925" cy="4330030"/>
          </a:xfrm>
        </p:grpSpPr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6A143E29-FE88-771D-C206-9FAA6972B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="" xmlns:a14="http://schemas.microsoft.com/office/drawing/2010/main">
                    <a14:imgLayer r:embed="rId4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9537" y="483518"/>
              <a:ext cx="8924925" cy="238125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158DC3E6-9307-A581-0FD2-01768CB44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="" xmlns:a14="http://schemas.microsoft.com/office/drawing/2010/main">
                    <a14:imgLayer r:embed="rId6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9537" y="3003798"/>
              <a:ext cx="8924925" cy="180975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298186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61F7036-C5AA-55FC-2ACE-2AB6856174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300" y="555526"/>
            <a:ext cx="8915400" cy="18573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A4DD72DB-AECE-48B6-C91B-F3371D73C6AC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9445715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6A143E29-FE88-771D-C206-9FAA6972B2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30449"/>
          <a:stretch/>
        </p:blipFill>
        <p:spPr>
          <a:xfrm>
            <a:off x="109537" y="592485"/>
            <a:ext cx="8924925" cy="16561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58DC3E6-9307-A581-0FD2-01768CB4489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40316"/>
          <a:stretch/>
        </p:blipFill>
        <p:spPr>
          <a:xfrm>
            <a:off x="109537" y="3003798"/>
            <a:ext cx="8924925" cy="1080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891BF7A-6DFA-6F2D-0F0B-42F346F814F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=""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7624" y="2137792"/>
            <a:ext cx="6829425" cy="361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52B8CD8-40D4-04F6-6022-A0B5C724B1E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="" xmlns:a14="http://schemas.microsoft.com/office/drawing/2010/main">
                  <a14:imgLayer r:embed="rId10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2537" y="4187924"/>
            <a:ext cx="6638925" cy="4000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35034E1F-20D2-BAAC-0B93-9A7D7F290A81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776145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513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면병과 포도주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061F7036-C5AA-55FC-2ACE-2AB6856174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b="41847"/>
          <a:stretch/>
        </p:blipFill>
        <p:spPr>
          <a:xfrm>
            <a:off x="114300" y="555527"/>
            <a:ext cx="8915400" cy="1080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1D24623-D290-6568-9AD2-8DF4D34A017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3066" y="1711930"/>
            <a:ext cx="6705600" cy="342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B5B68BE3-339A-9663-8D01-62D29A24A2FF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360957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8202255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8883203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89117898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71310413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531086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626946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2422898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4647165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3166302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41409619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773871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932836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6486801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1897806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0431588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=""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66206364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8064896" cy="4088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주님이 말씀하신다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살을 먹고 내 피를 마시는 사람은 내 안에 머무르고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</a:p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나도 그 사람 안에 머무르리라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164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8235154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C9EF90D7-1B81-BA05-3B09-D3567829940C}"/>
              </a:ext>
            </a:extLst>
          </p:cNvPr>
          <p:cNvGrpSpPr/>
          <p:nvPr/>
        </p:nvGrpSpPr>
        <p:grpSpPr>
          <a:xfrm>
            <a:off x="85725" y="555526"/>
            <a:ext cx="8972550" cy="3878932"/>
            <a:chOff x="85725" y="555526"/>
            <a:chExt cx="8972550" cy="3878932"/>
          </a:xfrm>
        </p:grpSpPr>
        <p:pic>
          <p:nvPicPr>
            <p:cNvPr id="6" name="Picture 5">
              <a:extLst>
                <a:ext uri="{FF2B5EF4-FFF2-40B4-BE49-F238E27FC236}">
                  <a16:creationId xmlns="" xmlns:a16="http://schemas.microsoft.com/office/drawing/2014/main" id="{04141DBB-7672-814B-0F17-1D423E264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012" y="555526"/>
              <a:ext cx="8943975" cy="195262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="" xmlns:a16="http://schemas.microsoft.com/office/drawing/2014/main" id="{094A934B-5B82-9913-038A-224BBE394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5" y="2643758"/>
              <a:ext cx="8972550" cy="17907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FF3E918-CABA-20E9-96BE-C7F42295562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9368600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F4E09A28-9DA7-D276-F060-92B09AABE958}"/>
              </a:ext>
            </a:extLst>
          </p:cNvPr>
          <p:cNvGrpSpPr/>
          <p:nvPr/>
        </p:nvGrpSpPr>
        <p:grpSpPr>
          <a:xfrm>
            <a:off x="100012" y="526926"/>
            <a:ext cx="8943975" cy="3773016"/>
            <a:chOff x="100012" y="526926"/>
            <a:chExt cx="8943975" cy="3773016"/>
          </a:xfrm>
        </p:grpSpPr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0E8DF448-E866-7D67-E249-35775374D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637" y="2518767"/>
              <a:ext cx="8848725" cy="178117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D3A6EFD2-CD99-41B2-D235-C7DFC0AE3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012" y="526926"/>
              <a:ext cx="8943975" cy="18288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6AB9450F-187F-A176-0C2F-8A0AAE4A67C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185566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4141DBB-7672-814B-0F17-1D423E2649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40996"/>
          <a:stretch/>
        </p:blipFill>
        <p:spPr>
          <a:xfrm>
            <a:off x="100012" y="555527"/>
            <a:ext cx="8943975" cy="11521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94A934B-5B82-9913-038A-224BBE39487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b="43703"/>
          <a:stretch/>
        </p:blipFill>
        <p:spPr>
          <a:xfrm>
            <a:off x="85725" y="2643758"/>
            <a:ext cx="8972550" cy="1008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76E81C5-D4C0-DF7F-B928-BCF17ADC2519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87624" y="1707654"/>
            <a:ext cx="7334250" cy="428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A3B3A9D0-D6FF-4C55-1FB3-709D512F5521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87624" y="3717776"/>
            <a:ext cx="7305675" cy="438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6BFB61A5-4D0C-DA14-1206-6B28B560BFC4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7012433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164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떡과 술의 형상에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E8DF448-E866-7D67-E249-35775374DD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40427"/>
          <a:stretch/>
        </p:blipFill>
        <p:spPr>
          <a:xfrm>
            <a:off x="147637" y="2518768"/>
            <a:ext cx="8848725" cy="10610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D3A6EFD2-CD99-41B2-D235-C7DFC0AE399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b="43312"/>
          <a:stretch/>
        </p:blipFill>
        <p:spPr>
          <a:xfrm>
            <a:off x="100012" y="526926"/>
            <a:ext cx="8943975" cy="1036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6109C44-12F6-AEFF-385F-C2B7757C79B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12465" y="1563638"/>
            <a:ext cx="7419975" cy="390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8F20B10-A846-EEFD-3DEE-BB3B659486C3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67916" y="3545185"/>
            <a:ext cx="7048500" cy="4667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D363D943-6AAE-92F2-34FF-99E1572828DB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9047120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26</a:t>
            </a:r>
          </a:p>
        </p:txBody>
      </p:sp>
    </p:spTree>
    <p:extLst>
      <p:ext uri="{BB962C8B-B14F-4D97-AF65-F5344CB8AC3E}">
        <p14:creationId xmlns="" xmlns:p14="http://schemas.microsoft.com/office/powerpoint/2010/main" val="333877162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6"/>
            <a:ext cx="8892481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55540095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>
            <a:extLst>
              <a:ext uri="{FF2B5EF4-FFF2-40B4-BE49-F238E27FC236}">
                <a16:creationId xmlns=""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627534"/>
            <a:ext cx="8928992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56416694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>
            <a:extLst>
              <a:ext uri="{FF2B5EF4-FFF2-40B4-BE49-F238E27FC236}">
                <a16:creationId xmlns=""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627535"/>
            <a:ext cx="8892480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1559450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altLang="en-US" sz="2800" b="0" i="0" u="none" strike="noStrike" kern="0" cap="none" spc="3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7" y="555526"/>
            <a:ext cx="8928992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39976764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D258C682-5C97-43C3-A3B1-01AC24005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C9BDEEEE-91D9-4D89-9F0E-C72D143C6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670487E1-D866-4A95-AE62-421E0E64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47201EA8-750A-4C42-AEAF-ADF14FA80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="" xmlns:a16="http://schemas.microsoft.com/office/drawing/2014/main" id="{A6BF0451-5F01-429B-BCCC-AEAF56D2D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84" y="2571739"/>
            <a:ext cx="32" cy="2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="" xmlns:a16="http://schemas.microsoft.com/office/drawing/2014/main" id="{F0C2607E-D4BD-44C3-8218-1FEAD8211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="" xmlns:a16="http://schemas.microsoft.com/office/drawing/2014/main" id="{09F9E461-7D27-4121-A610-5489074D3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5" y="2571745"/>
            <a:ext cx="10" cy="9"/>
          </a:xfrm>
          <a:prstGeom prst="rect">
            <a:avLst/>
          </a:prstGeom>
        </p:spPr>
      </p:pic>
      <p:sp>
        <p:nvSpPr>
          <p:cNvPr id="35" name="Rectangle 11">
            <a:extLst>
              <a:ext uri="{FF2B5EF4-FFF2-40B4-BE49-F238E27FC236}">
                <a16:creationId xmlns="" xmlns:a16="http://schemas.microsoft.com/office/drawing/2014/main" id="{7B376904-F72E-49C0-AD7E-98E51634849C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496" y="771550"/>
            <a:ext cx="889248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20474733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1">
            <a:extLst>
              <a:ext uri="{FF2B5EF4-FFF2-40B4-BE49-F238E27FC236}">
                <a16:creationId xmlns="" xmlns:a16="http://schemas.microsoft.com/office/drawing/2014/main" id="{28BCECC7-2F46-46DE-9D89-81288B45A39D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 </a:t>
            </a:r>
            <a:r>
              <a:rPr kumimoji="0" lang="ko-KR" altLang="en-US" sz="2800" b="0" i="0" u="none" strike="noStrike" kern="0" cap="none" spc="300" normalizeH="0" baseline="0" noProof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26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이끌어 주소서</a:t>
            </a:r>
            <a:endParaRPr kumimoji="0" lang="en-US" sz="2800" b="1" i="0" u="none" strike="noStrike" kern="1200" cap="none" spc="3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912B1E7-90F1-408C-AA25-88BF7E93693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555527"/>
            <a:ext cx="8928992" cy="2016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18313005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9103444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65797724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201</a:t>
            </a:r>
          </a:p>
        </p:txBody>
      </p:sp>
    </p:spTree>
    <p:extLst>
      <p:ext uri="{BB962C8B-B14F-4D97-AF65-F5344CB8AC3E}">
        <p14:creationId xmlns="" xmlns:p14="http://schemas.microsoft.com/office/powerpoint/2010/main" val="379495741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은총의 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6" name="Picture 5" descr="A sheet music with notes&#10;&#10;Description automatically generated">
            <a:extLst>
              <a:ext uri="{FF2B5EF4-FFF2-40B4-BE49-F238E27FC236}">
                <a16:creationId xmlns="" xmlns:a16="http://schemas.microsoft.com/office/drawing/2014/main" id="{7145F940-4C82-8093-8EC3-1BB8D31EF6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2807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4642059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은총의 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7" name="Picture 6" descr="A sheet of music with music notes&#10;&#10;Description automatically generated">
            <a:extLst>
              <a:ext uri="{FF2B5EF4-FFF2-40B4-BE49-F238E27FC236}">
                <a16:creationId xmlns="" xmlns:a16="http://schemas.microsoft.com/office/drawing/2014/main" id="{56ABE801-8850-4FCD-1F6B-AD01DC3C4F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2807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0493685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201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1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은총의 샘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33308F-E102-84BE-9F26-682293ECC1E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6" name="Picture 5" descr="A sheet of music with notes&#10;&#10;Description automatically generated">
            <a:extLst>
              <a:ext uri="{FF2B5EF4-FFF2-40B4-BE49-F238E27FC236}">
                <a16:creationId xmlns="" xmlns:a16="http://schemas.microsoft.com/office/drawing/2014/main" id="{093193C3-1DF2-1EE8-EA76-43F324E4E8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=""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" y="724645"/>
            <a:ext cx="9144000" cy="24085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1965097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66349976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30888062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58210258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44401918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428642273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40150</TotalTime>
  <Words>2122</Words>
  <Application>Microsoft Office PowerPoint</Application>
  <PresentationFormat>화면 슬라이드 쇼(16:9)</PresentationFormat>
  <Paragraphs>538</Paragraphs>
  <Slides>141</Slides>
  <Notes>84</Notes>
  <HiddenSlides>0</HiddenSlides>
  <MMClips>4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141</vt:i4>
      </vt:variant>
    </vt:vector>
  </HeadingPairs>
  <TitlesOfParts>
    <vt:vector size="14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성모 찬송</vt:lpstr>
      <vt:lpstr>성모 찬송</vt:lpstr>
      <vt:lpstr>성모 찬송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입당송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제 1 독서  신명기의 말씀입니다.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슬라이드 56</vt:lpstr>
      <vt:lpstr>슬라이드 57</vt:lpstr>
      <vt:lpstr>슬라이드 58</vt:lpstr>
      <vt:lpstr>제 2 독서  사도 바오로의 코린토 1서 말씀입니다.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  <vt:lpstr>슬라이드 68</vt:lpstr>
      <vt:lpstr>슬라이드 69</vt:lpstr>
      <vt:lpstr>슬라이드 70</vt:lpstr>
      <vt:lpstr>슬라이드 71</vt:lpstr>
      <vt:lpstr>슬라이드 72</vt:lpstr>
      <vt:lpstr>슬라이드 73</vt:lpstr>
      <vt:lpstr>슬라이드 74</vt:lpstr>
      <vt:lpstr>슬라이드 75</vt:lpstr>
      <vt:lpstr>슬라이드 76</vt:lpstr>
      <vt:lpstr>슬라이드 77</vt:lpstr>
      <vt:lpstr>슬라이드 78</vt:lpstr>
      <vt:lpstr>슬라이드 79</vt:lpstr>
      <vt:lpstr>슬라이드 80</vt:lpstr>
      <vt:lpstr>슬라이드 81</vt:lpstr>
      <vt:lpstr>슬라이드 82</vt:lpstr>
      <vt:lpstr>슬라이드 83</vt:lpstr>
      <vt:lpstr>슬라이드 84</vt:lpstr>
      <vt:lpstr>슬라이드 85</vt:lpstr>
      <vt:lpstr>슬라이드 86</vt:lpstr>
      <vt:lpstr>슬라이드 87</vt:lpstr>
      <vt:lpstr>슬라이드 88</vt:lpstr>
      <vt:lpstr>슬라이드 89</vt:lpstr>
      <vt:lpstr>슬라이드 90</vt:lpstr>
      <vt:lpstr>슬라이드 91</vt:lpstr>
      <vt:lpstr>슬라이드 92</vt:lpstr>
      <vt:lpstr>슬라이드 93</vt:lpstr>
      <vt:lpstr>슬라이드 94</vt:lpstr>
      <vt:lpstr>슬라이드 95</vt:lpstr>
      <vt:lpstr>슬라이드 96</vt:lpstr>
      <vt:lpstr>슬라이드 97</vt:lpstr>
      <vt:lpstr>슬라이드 98</vt:lpstr>
      <vt:lpstr>슬라이드 99</vt:lpstr>
      <vt:lpstr>슬라이드 100</vt:lpstr>
      <vt:lpstr>슬라이드 101</vt:lpstr>
      <vt:lpstr>슬라이드 102</vt:lpstr>
      <vt:lpstr>슬라이드 103</vt:lpstr>
      <vt:lpstr>슬라이드 104</vt:lpstr>
      <vt:lpstr>슬라이드 105</vt:lpstr>
      <vt:lpstr>슬라이드 106</vt:lpstr>
      <vt:lpstr>슬라이드 107</vt:lpstr>
      <vt:lpstr>슬라이드 108</vt:lpstr>
      <vt:lpstr>슬라이드 109</vt:lpstr>
      <vt:lpstr>슬라이드 110</vt:lpstr>
      <vt:lpstr>영성체</vt:lpstr>
      <vt:lpstr>슬라이드 112</vt:lpstr>
      <vt:lpstr>영성체송</vt:lpstr>
      <vt:lpstr>슬라이드 114</vt:lpstr>
      <vt:lpstr>슬라이드 115</vt:lpstr>
      <vt:lpstr>슬라이드 116</vt:lpstr>
      <vt:lpstr>슬라이드 117</vt:lpstr>
      <vt:lpstr>슬라이드 118</vt:lpstr>
      <vt:lpstr>슬라이드 119</vt:lpstr>
      <vt:lpstr>슬라이드 120</vt:lpstr>
      <vt:lpstr>슬라이드 121</vt:lpstr>
      <vt:lpstr>슬라이드 122</vt:lpstr>
      <vt:lpstr>슬라이드 123</vt:lpstr>
      <vt:lpstr>슬라이드 124</vt:lpstr>
      <vt:lpstr>슬라이드 125</vt:lpstr>
      <vt:lpstr>슬라이드 126</vt:lpstr>
      <vt:lpstr>슬라이드 127</vt:lpstr>
      <vt:lpstr>슬라이드 128</vt:lpstr>
      <vt:lpstr>슬라이드 129</vt:lpstr>
      <vt:lpstr>파 견</vt:lpstr>
      <vt:lpstr>슬라이드 131</vt:lpstr>
      <vt:lpstr>슬라이드 132</vt:lpstr>
      <vt:lpstr>슬라이드 133</vt:lpstr>
      <vt:lpstr>슬라이드 134</vt:lpstr>
      <vt:lpstr>슬라이드 135</vt:lpstr>
      <vt:lpstr>슬라이드 136</vt:lpstr>
      <vt:lpstr>슬라이드 137</vt:lpstr>
      <vt:lpstr>슬라이드 138</vt:lpstr>
      <vt:lpstr>슬라이드 139</vt:lpstr>
      <vt:lpstr>슬라이드 140</vt:lpstr>
      <vt:lpstr>슬라이드 141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2039</cp:revision>
  <dcterms:created xsi:type="dcterms:W3CDTF">2016-08-30T00:06:00Z</dcterms:created>
  <dcterms:modified xsi:type="dcterms:W3CDTF">2026-06-25T22:33:37Z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
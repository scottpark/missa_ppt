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815" r:id="rId2"/>
    <p:sldId id="1954" r:id="rId3"/>
    <p:sldId id="1955" r:id="rId4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68" d="100"/>
          <a:sy n="68" d="100"/>
        </p:scale>
        <p:origin x="102" y="19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15/09/2023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38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3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DB70B-22E5-EFA4-ADC4-CCA82AF5F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0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311D7-5B28-16B2-7E2A-FD1A1CE4D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3220"/>
            <a:ext cx="9144001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09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772DD-70A5-9B25-CFB4-77C673444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35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10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17367</TotalTime>
  <Words>30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Gulim</vt:lpstr>
      <vt:lpstr>궁서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1842</cp:revision>
  <dcterms:created xsi:type="dcterms:W3CDTF">2016-08-30T00:06:00Z</dcterms:created>
  <dcterms:modified xsi:type="dcterms:W3CDTF">2023-09-15T05:00:45Z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
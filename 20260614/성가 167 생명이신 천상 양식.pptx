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671" r:id="rId2"/>
    <p:sldId id="1677" r:id="rId3"/>
    <p:sldId id="1675" r:id="rId4"/>
    <p:sldId id="1673" r:id="rId5"/>
    <p:sldId id="1672" r:id="rId6"/>
    <p:sldId id="1676" r:id="rId7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74" d="100"/>
          <a:sy n="74" d="100"/>
        </p:scale>
        <p:origin x="426" y="66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27/06/2023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6033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852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868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6234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4552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6/27/2023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6/27/2023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6/27/2023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6/27/2023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6/27/2023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6/27/2023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생명이신 천상 양식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810BCC-703F-4B78-E52B-9FCAADCA74D8}"/>
              </a:ext>
            </a:extLst>
          </p:cNvPr>
          <p:cNvGrpSpPr/>
          <p:nvPr/>
        </p:nvGrpSpPr>
        <p:grpSpPr>
          <a:xfrm>
            <a:off x="66675" y="555526"/>
            <a:ext cx="9010650" cy="3960440"/>
            <a:chOff x="66675" y="555526"/>
            <a:chExt cx="9010650" cy="396044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366A74E-E257-3D22-0225-BBFB1919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37" y="555526"/>
              <a:ext cx="9001125" cy="1981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AA2D5C-3199-A164-3EFC-8C4611A1B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75" y="2820516"/>
              <a:ext cx="9010650" cy="16954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CD53ADD-B2F6-AFC6-23C2-1F25B0FC6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9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생명이신 천상 양식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8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생명이신 천상 양식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0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생명이신 천상 양식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66A74E-E257-3D22-0225-BBFB1919B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578"/>
          <a:stretch/>
        </p:blipFill>
        <p:spPr>
          <a:xfrm>
            <a:off x="71437" y="555526"/>
            <a:ext cx="9001125" cy="1296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AA2D5C-3199-A164-3EFC-8C4611A1B4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471"/>
          <a:stretch/>
        </p:blipFill>
        <p:spPr>
          <a:xfrm>
            <a:off x="66675" y="2820516"/>
            <a:ext cx="9010650" cy="975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E1F931-C35C-65C1-1A30-7E9CD474F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1840235"/>
            <a:ext cx="800100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3088F-C6CC-3010-F5D2-E2429C55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96" y="3865984"/>
            <a:ext cx="65532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2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생명이신 천상 양식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16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2800" kern="0" spc="300" dirty="0">
                <a:solidFill>
                  <a:schemeClr val="bg1"/>
                </a:solidFill>
                <a:latin typeface="궁서" pitchFamily="18" charset="-127"/>
                <a:ea typeface="궁서" pitchFamily="18" charset="-127"/>
              </a:rPr>
              <a:t>봉헌</a:t>
            </a:r>
            <a:r>
              <a:rPr lang="ko-KR" altLang="en-US" sz="2800" kern="0" spc="30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</a:rPr>
              <a:t> </a:t>
            </a:r>
            <a:r>
              <a:rPr lang="en-US" altLang="ko-KR" sz="2800" kern="0" spc="3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167</a:t>
            </a:r>
            <a:r>
              <a:rPr lang="en-US" altLang="ko-KR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      </a:t>
            </a:r>
            <a:r>
              <a:rPr lang="ko-KR" altLang="en-US" sz="2800" kern="0" spc="50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생명이신 천상 양식</a:t>
            </a:r>
            <a:endParaRPr lang="en-US" sz="2800" b="1" dirty="0">
              <a:solidFill>
                <a:schemeClr val="bg2">
                  <a:lumMod val="25000"/>
                </a:schemeClr>
              </a:solidFill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73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17370</TotalTime>
  <Words>36</Words>
  <Application>Microsoft Office PowerPoint</Application>
  <PresentationFormat>On-screen Show (16:9)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1844</cp:revision>
  <dcterms:created xsi:type="dcterms:W3CDTF">2016-08-30T00:06:00Z</dcterms:created>
  <dcterms:modified xsi:type="dcterms:W3CDTF">2023-06-27T11:59:24Z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
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795" r:id="rId2"/>
    <p:sldId id="1554" r:id="rId3"/>
    <p:sldId id="1548" r:id="rId4"/>
    <p:sldId id="1549" r:id="rId5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99" autoAdjust="0"/>
    <p:restoredTop sz="92015" autoAdjust="0"/>
  </p:normalViewPr>
  <p:slideViewPr>
    <p:cSldViewPr>
      <p:cViewPr varScale="1">
        <p:scale>
          <a:sx n="87" d="100"/>
          <a:sy n="87" d="100"/>
        </p:scale>
        <p:origin x="114" y="7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28/07/2025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093665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9235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i="0" dirty="0">
              <a:solidFill>
                <a:srgbClr val="DDD9C3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19024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30818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58540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  <a:endParaRPr lang="en-US" altLang="ko-KR" sz="3200" b="1" i="0" dirty="0">
              <a:solidFill>
                <a:schemeClr val="bg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8563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20409</TotalTime>
  <Words>154</Words>
  <Application>Microsoft Office PowerPoint</Application>
  <PresentationFormat>On-screen Show (16:9)</PresentationFormat>
  <Paragraphs>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Nanum Gothic Thin</vt:lpstr>
      <vt:lpstr>Gulim</vt:lpstr>
      <vt:lpstr>궁서</vt:lpstr>
      <vt:lpstr>Malgun Gothic</vt:lpstr>
      <vt:lpstr>Batang</vt:lpstr>
      <vt:lpstr>Batang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1797</cp:revision>
  <dcterms:created xsi:type="dcterms:W3CDTF">2016-08-30T00:06:00Z</dcterms:created>
  <dcterms:modified xsi:type="dcterms:W3CDTF">2025-07-28T10:04:41Z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
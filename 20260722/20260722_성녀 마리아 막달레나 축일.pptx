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</p:sldMasterIdLst>
  <p:notesMasterIdLst>
    <p:notesMasterId r:id="rId72"/>
  </p:notesMasterIdLst>
  <p:sldIdLst>
    <p:sldId id="1842" r:id="rId5"/>
    <p:sldId id="1377" r:id="rId6"/>
    <p:sldId id="1062" r:id="rId7"/>
    <p:sldId id="1063" r:id="rId8"/>
    <p:sldId id="2518" r:id="rId9"/>
    <p:sldId id="2519" r:id="rId10"/>
    <p:sldId id="2520" r:id="rId11"/>
    <p:sldId id="2521" r:id="rId12"/>
    <p:sldId id="1332" r:id="rId13"/>
    <p:sldId id="2079" r:id="rId14"/>
    <p:sldId id="2067" r:id="rId15"/>
    <p:sldId id="1438" r:id="rId16"/>
    <p:sldId id="896" r:id="rId17"/>
    <p:sldId id="2064" r:id="rId18"/>
    <p:sldId id="2065" r:id="rId19"/>
    <p:sldId id="2066" r:id="rId20"/>
    <p:sldId id="2078" r:id="rId21"/>
    <p:sldId id="1796" r:id="rId22"/>
    <p:sldId id="2016" r:id="rId23"/>
    <p:sldId id="2522" r:id="rId24"/>
    <p:sldId id="1520" r:id="rId27"/>
    <p:sldId id="2536" r:id="rId26"/>
    <p:sldId id="2537" r:id="rId25"/>
    <p:sldId id="2538" r:id="rId77"/>
    <p:sldId id="2539" r:id="rId78"/>
    <p:sldId id="2080" r:id="rId39"/>
    <p:sldId id="2036" r:id="rId40"/>
    <p:sldId id="1507" r:id="rId41"/>
    <p:sldId id="344" r:id="rId42"/>
    <p:sldId id="2070" r:id="rId43"/>
    <p:sldId id="2530" r:id="rId44"/>
    <p:sldId id="2540" r:id="rId38"/>
    <p:sldId id="2541" r:id="rId37"/>
    <p:sldId id="2542" r:id="rId36"/>
    <p:sldId id="2086" r:id="rId46"/>
    <p:sldId id="2087" r:id="rId47"/>
    <p:sldId id="2088" r:id="rId48"/>
    <p:sldId id="2089" r:id="rId49"/>
    <p:sldId id="2090" r:id="rId50"/>
    <p:sldId id="1514" r:id="rId51"/>
    <p:sldId id="1962" r:id="rId52"/>
    <p:sldId id="1128" r:id="rId53"/>
    <p:sldId id="2037" r:id="rId54"/>
    <p:sldId id="286" r:id="rId55"/>
    <p:sldId id="1815" r:id="rId56"/>
    <p:sldId id="1149" r:id="rId57"/>
    <p:sldId id="739" r:id="rId58"/>
    <p:sldId id="428" r:id="rId59"/>
    <p:sldId id="1965" r:id="rId60"/>
    <p:sldId id="302" r:id="rId61"/>
    <p:sldId id="1963" r:id="rId62"/>
    <p:sldId id="1379" r:id="rId63"/>
    <p:sldId id="1441" r:id="rId64"/>
    <p:sldId id="1492" r:id="rId65"/>
    <p:sldId id="2543" r:id="rId66"/>
    <p:sldId id="2544" r:id="rId67"/>
    <p:sldId id="2545" r:id="rId68"/>
    <p:sldId id="2546" r:id="rId69"/>
    <p:sldId id="2505" r:id="rId70"/>
    <p:sldId id="893" r:id="rId71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23" autoAdjust="0"/>
    <p:restoredTop sz="92015" autoAdjust="0"/>
  </p:normalViewPr>
  <p:slideViewPr>
    <p:cSldViewPr>
      <p:cViewPr varScale="1">
        <p:scale>
          <a:sx n="87" d="100"/>
          <a:sy n="87" d="100"/>
        </p:scale>
        <p:origin x="-84" y="-1110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41.xml"/><Relationship Id="rId67" Type="http://schemas.openxmlformats.org/officeDocument/2006/relationships/slide" Target="slides/slide31.xml"/><Relationship Id="rId68" Type="http://schemas.openxmlformats.org/officeDocument/2006/relationships/slide" Target="slides/slide30.xml"/><Relationship Id="rId69" Type="http://schemas.openxmlformats.org/officeDocument/2006/relationships/slide" Target="slides/slide29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openxmlformats.org/officeDocument/2006/relationships/slide" Target="slides/slide68.xml"/><Relationship Id="rId78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10/06/2026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87839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28014413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556744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2245972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77285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56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202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118444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139796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2162040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1877994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="" xmlns:p14="http://schemas.microsoft.com/office/powerpoint/2010/main" val="38073467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9340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96400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82630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31035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14029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41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6/10/2026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511477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746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6/10/2026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e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="" xmlns:a16="http://schemas.microsoft.com/office/drawing/2014/main" id="{1040A872-B93C-48D8-996A-17DB865F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9" y="0"/>
            <a:ext cx="9174600" cy="5141564"/>
          </a:xfrm>
          <a:prstGeom prst="rect">
            <a:avLst/>
          </a:prstGeom>
        </p:spPr>
      </p:pic>
      <p:pic>
        <p:nvPicPr>
          <p:cNvPr id="12" name="Picture 12" descr="broken-bay_logo.jpg">
            <a:extLst>
              <a:ext uri="{FF2B5EF4-FFF2-40B4-BE49-F238E27FC236}">
                <a16:creationId xmlns="" xmlns:a16="http://schemas.microsoft.com/office/drawing/2014/main" id="{E7D6E599-A4AD-4277-9AC8-6DF6337F15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63905" y="386614"/>
            <a:ext cx="1182298" cy="816984"/>
          </a:xfrm>
          <a:prstGeom prst="rect">
            <a:avLst/>
          </a:prstGeom>
        </p:spPr>
      </p:pic>
      <p:sp>
        <p:nvSpPr>
          <p:cNvPr id="6" name="object 5">
            <a:extLst>
              <a:ext uri="{FF2B5EF4-FFF2-40B4-BE49-F238E27FC236}">
                <a16:creationId xmlns="" xmlns:a16="http://schemas.microsoft.com/office/drawing/2014/main" id="{DA01D17A-8E05-4F9A-BAE4-F0B9DA2A8D38}"/>
              </a:ext>
            </a:extLst>
          </p:cNvPr>
          <p:cNvSpPr txBox="1"/>
          <p:nvPr/>
        </p:nvSpPr>
        <p:spPr>
          <a:xfrm>
            <a:off x="-36512" y="3650914"/>
            <a:ext cx="9174600" cy="1513124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200" b="1" spc="200" dirty="0" smtClean="0">
                <a:latin typeface="궁서" pitchFamily="18" charset="-127"/>
                <a:ea typeface="궁서" pitchFamily="18" charset="-127"/>
                <a:cs typeface="Malgun Gothic"/>
              </a:rPr>
              <a:t>2026년 7월 22일</a:t>
            </a:r>
            <a:endParaRPr lang="en-US" altLang="ko-KR" sz="2200" b="1" spc="2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성녀 마리아 막달레나 축일</a:t>
            </a:r>
            <a:endParaRPr lang="en-US" altLang="ko-KR" sz="2800" b="1" spc="500" dirty="0">
              <a:latin typeface="궁서" pitchFamily="18" charset="-127"/>
              <a:ea typeface="궁서" pitchFamily="18" charset="-127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사제 성화의 날</a:t>
            </a: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)</a:t>
            </a:r>
            <a:endParaRPr lang="en-US" altLang="en-US" sz="2800" b="1" spc="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2258171" y="483518"/>
            <a:ext cx="6130253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lang="en-GB" sz="2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rial" panose="020B0604020202020204" pitchFamily="34" charset="0"/>
              </a:rPr>
              <a:t>Korean Chaplaincy </a:t>
            </a:r>
            <a:r>
              <a:rPr lang="en-GB" sz="1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ppleSystemUIFont"/>
              </a:rPr>
              <a:t>CATHOLIC DIOCESE OF BROKEN BAY </a:t>
            </a:r>
            <a:endParaRPr lang="en-AU" sz="1300" dirty="0">
              <a:latin typeface="Calibri" panose="020F0502020204030204" pitchFamily="34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 marL="9784" algn="ctr"/>
            <a:endParaRPr sz="1800" dirty="0"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17130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9331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6202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1167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09755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74095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755576" y="915566"/>
            <a:ext cx="7272808" cy="378565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	주님이 마리아 막달레나에게 말씀하셨다. 내 형제들에게 가서 전하여라. 나는 내 아버지시며 너희의 아버지신 분, 내 하느님이시며 너희의 하느님이신 분께 올라간다.</a:t>
            </a:r>
            <a:endParaRPr lang="en-US" altLang="ko-KR" sz="40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입 당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66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91297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29137"/>
            <a:ext cx="9108504" cy="4185753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하늘 높은데서는 하느님께 영광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땅에서는 주님께서 사랑하시는 사람들에게 평화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하늘의 임금님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아버지 하느님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기리나이다 찬미하나이다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흠숭하나이다 찬양하나이다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 영광 크시오니 감사하나이다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483518"/>
            <a:ext cx="9108504" cy="4678196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외아들 주 예수 그리스도님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성부의 아드님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하느님의 어린양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저희의 기도를 들어 주소서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71486"/>
            <a:ext cx="9108504" cy="4170364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성부 오른편에 앉아 계신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거룩하시고 홀로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주님이시며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높으신 예수 그리스도님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성령과 함께 아버지 하느님의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영광안에 계시나이다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아멘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61305" y="987574"/>
            <a:ext cx="810318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50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아가의 말씀입니다.</a:t>
            </a:r>
            <a:r>
              <a:rPr lang="en-US" altLang="ko-KR" sz="3200" spc="5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828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신부가 이렇게 말한다.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“나는 잠자리에서 밤새도록 내가 사랑하는 이를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찾아다녔네. 그이를 찾으려 하였건만 찾아내지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못하였다네.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‘나 일어나 성읍을 돌아다니리라. 거리와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광장마다 돌아다니며 내가 사랑하는 이를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찾으리라.’ 그이를 찾으려 하였건만 찾아내지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못하였다네.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성읍을 돌아다니는 야경꾼들이 나를 보았네.</a:t>
            </a:r>
          </a:p>
        </p:txBody>
      </p:sp>
    </p:spTree>
    <p:extLst>
      <p:ext uri="{BB962C8B-B14F-4D97-AF65-F5344CB8AC3E}">
        <p14:creationId xmlns="" xmlns:p14="http://schemas.microsoft.com/office/powerpoint/2010/main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6747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‘내가 사랑하는 이를 보셨나요?’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그들을 지나치자마자 나는 내가 사랑하는 이를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찾았네.”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C9C3D184-83EF-43D4-8CC2-744C154AE418}"/>
              </a:ext>
            </a:extLst>
          </p:cNvPr>
          <p:cNvSpPr txBox="1">
            <a:spLocks/>
          </p:cNvSpPr>
          <p:nvPr/>
        </p:nvSpPr>
        <p:spPr>
          <a:xfrm>
            <a:off x="683568" y="2648545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감사합니다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당신의 권능과 영광을 보려고, 성소에서 당신을 바라보나이다. 당신 자애가 생명보다 낫기에, 제 입술이 당신을 찬미하나이다.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하느님, 당신은 저의 하느님. 저는 새벽부터 당신을 찾나이다. 제 영혼 당신을 목말라하나이다. 물기 없이 마르고 메마른 땅에서, 이 몸은 당신을 애타게 그리나이다.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7348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/>
          <p:nvPr/>
        </p:nvSpPr>
        <p:spPr>
          <a:xfrm>
            <a:off x="35496" y="102371"/>
            <a:ext cx="9073008" cy="4816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2400"/>
              </a:spcAft>
            </a:pP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r>
              <a:rPr lang="en-AU" altLang="ko-KR" sz="4000" dirty="0">
                <a:solidFill>
                  <a:srgbClr val="444444"/>
                </a:solidFill>
                <a:latin typeface="Nanum Gothic Thin"/>
                <a:ea typeface="Batang" panose="02030600000101010101" pitchFamily="18" charset="-127"/>
              </a:rPr>
              <a:t>	</a:t>
            </a:r>
            <a:r>
              <a:rPr lang="ko-KR" altLang="en-US" sz="3200" b="1" spc="-50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저희는 가경자 최양업 신부의 시복 시성의 은총을 빌며 그의 전구에 힘입어 브로큰베이 한인천주교회를 위하여 기도드리오니 들어주소서</a:t>
            </a:r>
            <a:r>
              <a:rPr lang="en-US" altLang="ko-KR" sz="3200" b="1" spc="-50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 </a:t>
            </a:r>
            <a:r>
              <a:rPr lang="ko-KR" altLang="en-US" sz="3200" b="1" spc="-50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우리 주 그리스도를 통하여 비나이다</a:t>
            </a:r>
            <a:r>
              <a:rPr lang="en-US" altLang="ko-KR" sz="3200" b="1" spc="-50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r>
              <a:rPr lang="en-US" altLang="ko-KR" sz="32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    </a:t>
            </a:r>
            <a:endParaRPr lang="en-US" altLang="ko-KR" sz="3200" b="1" i="0" dirty="0">
              <a:solidFill>
                <a:schemeClr val="bg1"/>
              </a:solidFill>
              <a:effectLst/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pPr marL="625475" indent="-625475">
              <a:spcAft>
                <a:spcPts val="1200"/>
              </a:spcAft>
            </a:pPr>
            <a:r>
              <a:rPr lang="ko-KR" altLang="en-US" sz="35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◎</a:t>
            </a:r>
            <a:r>
              <a:rPr lang="en-US" altLang="ko-KR" sz="35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	</a:t>
            </a:r>
            <a:r>
              <a:rPr lang="ko-KR" altLang="en-US" sz="35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r>
              <a:rPr lang="en-US" altLang="ko-KR" sz="35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196F71-023D-4BE4-8EE4-DF4BF5614C9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/>
          <p:nvPr/>
        </p:nvSpPr>
        <p:spPr>
          <a:xfrm>
            <a:off x="179512" y="537763"/>
            <a:ext cx="8784976" cy="3701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17550" indent="-717550">
              <a:lnSpc>
                <a:spcPct val="125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 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자비로우신 하느님 아버지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간절히 청하오니 가경자 최양업 토마스 신부에게 시복 시성의 은혜를 허락하시어 그에게 주셨던 굳건한 믿음과 온전한 헌신의 정신을 본받아 오늘 저희도 한마음으로 복음을 살고 전하는 일꾼이 되게 하소서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schemeClr val="bg1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C8B50A-87C0-41C7-83D4-96B95F8F1E2D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/>
          <p:nvPr/>
        </p:nvSpPr>
        <p:spPr>
          <a:xfrm>
            <a:off x="78049" y="252036"/>
            <a:ext cx="8991076" cy="4563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	</a:t>
            </a:r>
            <a:r>
              <a:rPr lang="ko-KR" altLang="en-US" sz="32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모든 교우들이 오로지 하느님 자비에 희망을 두고 박해를 피해 산골 깊이 숨어 신앙을 지켜야 했던 시대에 최양업 토마스 신부는 주님을 닮은 착한 목자로 목숨이 다할 때까지 쉼 없이 양들을 찾아 복음을 전하고 주님께서 이루신 구원의 은총을 전했나이다</a:t>
            </a:r>
            <a:r>
              <a:rPr lang="en-AU" altLang="ko-KR" sz="32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schemeClr val="bg1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A94FA-B5D4-48DC-994C-9FCB87C8A2E9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51470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자기에게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하신 이 말씀을 전하였다.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790905A-732B-67D9-B6C3-204998005360}"/>
              </a:ext>
            </a:extLst>
          </p:cNvPr>
          <p:cNvSpPr txBox="1"/>
          <p:nvPr/>
        </p:nvSpPr>
        <p:spPr>
          <a:xfrm>
            <a:off x="179512" y="1758599"/>
            <a:ext cx="7272808" cy="361944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800" b="1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lang="en-US" altLang="ko-KR" sz="2800" b="1" dirty="0" smtClean="0">
              <a:solidFill>
                <a:prstClr val="white"/>
              </a:solidFill>
              <a:latin typeface="바탕" pitchFamily="18" charset="-127"/>
              <a:ea typeface="바탕" pitchFamily="18" charset="-127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그리스도님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찬미합니다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AU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51470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불렀다. 이는 ‘스승님!’이라는 뜻이다.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17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마리아에게 말씀하셨다. “내가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아직 아버지께 올라가지 않았으니 나를 더 이상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붙들지 마라. 내 형제들에게 가서, ‘나는 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아버지시며 너희의 아버지신 분, 내 하느님이시며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너희의 하느님이신 분께 올라간다.’ 하고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전하여라.”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 막달레나는 제자들에게 가서 “제가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뵈었습니다.” 하면서, 예수님께서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51470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예수님이신 줄은 몰랐다.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마리아에게 “여인아, 왜 우느냐?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누구를 찾느냐?” 하고 물으셨다. 마리아는 그분을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정원지기로 생각하고, “선생님, 선생님께서 그분을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옮겨 가셨으면 어디에 모셨는지 저에게 말씀해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주십시오. 제가 모셔 가겠습니다.” 하고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“마리아야!” 하고 부르셨다.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마리아는 돌아서서 히브리 말로 “라뿌니!” 하고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285720" y="963405"/>
            <a:ext cx="8316416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fontAlgn="base">
              <a:lnSpc>
                <a:spcPct val="110000"/>
              </a:lnSpc>
              <a:spcBef>
                <a:spcPct val="0"/>
              </a:spcBef>
              <a:spcAft>
                <a:spcPts val="2400"/>
              </a:spcAft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Batang" pitchFamily="18" charset="-127"/>
              <a:ea typeface="Batang" pitchFamily="18" charset="-127"/>
            </a:endParaRPr>
          </a:p>
          <a:p>
            <a:pPr marL="715963" lvl="0" indent="-625475" defTabSz="914400" fontAlgn="base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tabLst>
                <a:tab pos="715963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대한" pitchFamily="50" charset="-127"/>
                <a:ea typeface="대한" pitchFamily="50" charset="-127"/>
                <a:cs typeface="+mn-cs"/>
              </a:rPr>
              <a:t>○ 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말하여라, 마리아, 길에서 무엇을 보았느냐? 살아나신 그리스도의 무덤, 부활하신 그분 영광 나는 보았네.</a:t>
            </a:r>
          </a:p>
          <a:p>
            <a:pPr marL="715963" marR="0" lvl="0" indent="-625475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buClrTx/>
              <a:buSzTx/>
              <a:buFontTx/>
              <a:buNone/>
              <a:tabLst>
                <a:tab pos="715963" algn="l"/>
              </a:tabLst>
              <a:defRPr/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 smtClean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8028384" y="51470"/>
            <a:ext cx="10118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Alleluia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99605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612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843558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 smtClean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요한이 전한 거룩한 복음입니다.</a:t>
            </a:r>
          </a:p>
          <a:p>
            <a:pPr lvl="1"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DD7C9BC-E46D-4133-ACD4-C347F251CFC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51470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주간 첫날 이른 아침, 아직도 어두울 때에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 막달레나가 무덤에 가서 보니, 무덤을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막았던 돌이 치워져 있었다.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그래서 그 여자는 시몬 베드로와 예수님께서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사랑하신 다른 제자에게 달려가서 말하였다. “누가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무덤에서 꺼내 갔습니다. 어디에 모셨는지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모르겠습니다.”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마리아는 무덤 밖에 서서 울고 있었다.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그렇게 울면서 무덤 쪽으로 몸을 굽혀 </a:t>
            </a: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</a:t>
            </a:r>
          </a:p>
        </p:txBody>
      </p:sp>
    </p:spTree>
    <p:extLst>
      <p:ext uri="{BB962C8B-B14F-4D97-AF65-F5344CB8AC3E}">
        <p14:creationId xmlns="" xmlns:p14="http://schemas.microsoft.com/office/powerpoint/2010/main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51470"/>
            <a:ext cx="8928992" cy="5044450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들여다보니 하얀 옷을 입은 두 천사가 앉아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있었다. 한 천사는 예수님의 시신이 놓였던 자리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머리맡에, 다른 천사는 발치에 있었다.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그들이 마리아에게 “여인아, 왜 우느냐?”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하고 묻자, 마리아가 그들에게 대답하였다. “누가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저의 주님을 꺼내 갔습니다. 어디에 모셨는지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모르겠습니다.”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이렇게 말하고 나서 뒤로 돌아선 마리아는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서 계신 것을 보았다. 그러나</a:t>
            </a:r>
          </a:p>
        </p:txBody>
      </p:sp>
    </p:spTree>
    <p:extLst>
      <p:ext uri="{BB962C8B-B14F-4D97-AF65-F5344CB8AC3E}">
        <p14:creationId xmlns="" xmlns:p14="http://schemas.microsoft.com/office/powerpoint/2010/main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/>
          <p:nvPr/>
        </p:nvSpPr>
        <p:spPr>
          <a:xfrm>
            <a:off x="209273" y="1079191"/>
            <a:ext cx="8856984" cy="386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지극히 좋으신 하느님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</a:p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최양업 토마스 신부를 박해로 고통받는 교회의 든든한 목자로 세워 주셨음에 감사드리나이다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</a:p>
          <a:p>
            <a:pPr marL="625475" indent="-625475">
              <a:lnSpc>
                <a:spcPct val="120000"/>
              </a:lnSpc>
              <a:spcAft>
                <a:spcPts val="1200"/>
              </a:spcAft>
            </a:pPr>
            <a:endParaRPr lang="en-US" altLang="ko-KR" sz="3200" b="1" i="0" dirty="0">
              <a:solidFill>
                <a:srgbClr val="DDD9C3"/>
              </a:solidFill>
              <a:effectLst/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196647"/>
            <a:ext cx="727280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/>
            <a:r>
              <a:rPr lang="ko-KR" altLang="en-US" sz="2800" kern="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가경자 최양업 토마스 신부 시복 시성 기도문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8DF541-2D9C-4FDB-BFB1-A59A4B9A1C8F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82773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267494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A9AD5D6-333F-45AB-A982-0ACAA71FF6F3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8696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398311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FA60F507-E3A1-4108-B3AD-3848C73E0BDC}"/>
              </a:ext>
            </a:extLst>
          </p:cNvPr>
          <p:cNvSpPr txBox="1"/>
          <p:nvPr/>
        </p:nvSpPr>
        <p:spPr>
          <a:xfrm>
            <a:off x="6265794" y="4844532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52838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60959"/>
            <a:ext cx="9112468" cy="4415047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C7F51F4-96F1-45D7-B57E-F3B2B4267BBF}"/>
              </a:ext>
            </a:extLst>
          </p:cNvPr>
          <p:cNvSpPr txBox="1"/>
          <p:nvPr/>
        </p:nvSpPr>
        <p:spPr>
          <a:xfrm>
            <a:off x="6300192" y="4876561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68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4623FE5-67F7-4449-AAED-492277CDF490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698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5665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봉 헌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210</a:t>
            </a:r>
            <a:endParaRPr lang="en-US" altLang="ko-KR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11116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신앙의 신비여!</a:t>
            </a:r>
            <a:endParaRPr lang="en-AU" sz="25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직사각형 2"/>
          <p:cNvSpPr/>
          <p:nvPr/>
        </p:nvSpPr>
        <p:spPr>
          <a:xfrm>
            <a:off x="1115616" y="966146"/>
            <a:ext cx="7056784" cy="26807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5000"/>
              </a:lnSpc>
              <a:spcAft>
                <a:spcPts val="1200"/>
              </a:spcAft>
            </a:pPr>
            <a:r>
              <a:rPr lang="ko-KR" alt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주님께서 오실 때까지 주님의 죽음을 전하며 부활을 선포하나이다</a:t>
            </a:r>
            <a:r>
              <a:rPr lang="en-US" altLang="ko-KR" sz="4400" b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4200" b="1" spc="154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D737ADA-6B20-4417-B6EE-13E6EB644697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5" name="직사각형 2">
            <a:extLst>
              <a:ext uri="{FF2B5EF4-FFF2-40B4-BE49-F238E27FC236}">
                <a16:creationId xmlns="" xmlns:a16="http://schemas.microsoft.com/office/drawing/2014/main" id="{5256002D-F60C-20F2-45FC-2D07654A49CB}"/>
              </a:ext>
            </a:extLst>
          </p:cNvPr>
          <p:cNvSpPr/>
          <p:nvPr/>
        </p:nvSpPr>
        <p:spPr>
          <a:xfrm>
            <a:off x="395536" y="1059582"/>
            <a:ext cx="7992888" cy="31591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그리스도의 사랑이 우리를 다그치네. 살아 있는 우리가 이제는 자신을 위하여 살지 않고, 우리를 위하여 돌아가셨다가 부활하신 분을 위하여 살게 하셨네.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166</a:t>
            </a:r>
            <a:endParaRPr lang="ko-KR" altLang="en-US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333743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33770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61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824450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875219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="" xmlns:a16="http://schemas.microsoft.com/office/drawing/2014/main" id="{9423646B-4619-4289-9220-025A9EFB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897210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이렇듯 제 한평생 당신을 찬미하고, 당신 이름 부르며 두 손 높이 올리오리다. 제 영혼이 기름진 음식으로 배불러, 제 입술이 환호하며 당신을 찬양하나이다.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정녕 당신은 저를 도우셨으니, 당신 날개 그늘에서 환호하나이다. 제 영혼 당신께 매달리오면, 당신 오른손이 저를 붙드나이다.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20057</TotalTime>
  <Words>1077</Words>
  <Application>Microsoft Office PowerPoint</Application>
  <PresentationFormat>화면 슬라이드 쇼(16:9)</PresentationFormat>
  <Paragraphs>271</Paragraphs>
  <Slides>60</Slides>
  <Notes>35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67</vt:i4>
      </vt:variant>
    </vt:vector>
  </HeadingPairs>
  <TitlesOfParts>
    <vt:vector size="71" baseType="lpstr">
      <vt:lpstr>Office Theme</vt:lpstr>
      <vt:lpstr>1_Office Theme</vt:lpstr>
      <vt:lpstr>2_Office Theme</vt:lpstr>
      <vt:lpstr>3_Office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입당송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제 1 독서  신명기의 말씀입니다.  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제 2 독서  요한 1서의 말씀입니다.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영성체송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  <vt:lpstr>슬라이드 64</vt:lpstr>
      <vt:lpstr>슬라이드 65</vt:lpstr>
      <vt:lpstr>슬라이드 66</vt:lpstr>
      <vt:lpstr>슬라이드 67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1953</cp:revision>
  <dcterms:created xsi:type="dcterms:W3CDTF">2016-08-30T00:06:00Z</dcterms:created>
  <dcterms:modified xsi:type="dcterms:W3CDTF">2026-06-09T22:38:52Z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
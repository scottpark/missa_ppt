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7" r:id="rId2"/>
    <p:sldMasterId id="2147483674" r:id="rId3"/>
    <p:sldMasterId id="2147483681" r:id="rId4"/>
  </p:sldMasterIdLst>
  <p:notesMasterIdLst>
    <p:notesMasterId r:id="rId72"/>
  </p:notesMasterIdLst>
  <p:sldIdLst>
    <p:sldId id="1842" r:id="rId5"/>
    <p:sldId id="1377" r:id="rId6"/>
    <p:sldId id="1062" r:id="rId7"/>
    <p:sldId id="1063" r:id="rId8"/>
    <p:sldId id="2518" r:id="rId9"/>
    <p:sldId id="2519" r:id="rId10"/>
    <p:sldId id="2520" r:id="rId11"/>
    <p:sldId id="2521" r:id="rId12"/>
    <p:sldId id="1332" r:id="rId13"/>
    <p:sldId id="2079" r:id="rId14"/>
    <p:sldId id="2067" r:id="rId15"/>
    <p:sldId id="1438" r:id="rId16"/>
    <p:sldId id="896" r:id="rId17"/>
    <p:sldId id="2064" r:id="rId18"/>
    <p:sldId id="2065" r:id="rId19"/>
    <p:sldId id="2066" r:id="rId20"/>
    <p:sldId id="2078" r:id="rId21"/>
    <p:sldId id="1796" r:id="rId22"/>
    <p:sldId id="2016" r:id="rId23"/>
    <p:sldId id="2522" r:id="rId24"/>
    <p:sldId id="1520" r:id="rId27"/>
    <p:sldId id="2536" r:id="rId26"/>
    <p:sldId id="2537" r:id="rId25"/>
    <p:sldId id="2538" r:id="rId77"/>
    <p:sldId id="2539" r:id="rId78"/>
    <p:sldId id="2080" r:id="rId39"/>
    <p:sldId id="2036" r:id="rId40"/>
    <p:sldId id="1507" r:id="rId41"/>
    <p:sldId id="344" r:id="rId42"/>
    <p:sldId id="2070" r:id="rId43"/>
    <p:sldId id="2530" r:id="rId44"/>
    <p:sldId id="2540" r:id="rId38"/>
    <p:sldId id="2541" r:id="rId37"/>
    <p:sldId id="2542" r:id="rId36"/>
    <p:sldId id="2086" r:id="rId46"/>
    <p:sldId id="2087" r:id="rId47"/>
    <p:sldId id="2088" r:id="rId48"/>
    <p:sldId id="2089" r:id="rId49"/>
    <p:sldId id="2090" r:id="rId50"/>
    <p:sldId id="1514" r:id="rId51"/>
    <p:sldId id="1962" r:id="rId52"/>
    <p:sldId id="1128" r:id="rId53"/>
    <p:sldId id="2037" r:id="rId54"/>
    <p:sldId id="286" r:id="rId55"/>
    <p:sldId id="1815" r:id="rId56"/>
    <p:sldId id="1149" r:id="rId57"/>
    <p:sldId id="739" r:id="rId58"/>
    <p:sldId id="428" r:id="rId59"/>
    <p:sldId id="1965" r:id="rId60"/>
    <p:sldId id="302" r:id="rId61"/>
    <p:sldId id="1963" r:id="rId62"/>
    <p:sldId id="1379" r:id="rId63"/>
    <p:sldId id="1441" r:id="rId64"/>
    <p:sldId id="1492" r:id="rId65"/>
    <p:sldId id="2532" r:id="rId66"/>
    <p:sldId id="2533" r:id="rId67"/>
    <p:sldId id="2534" r:id="rId68"/>
    <p:sldId id="2535" r:id="rId69"/>
    <p:sldId id="2505" r:id="rId70"/>
    <p:sldId id="893" r:id="rId71"/>
  </p:sldIdLst>
  <p:sldSz cx="9144000" cy="5143500" type="screen16x9"/>
  <p:notesSz cx="10693400" cy="7562850"/>
  <p:defaultTextStyle>
    <a:defPPr>
      <a:defRPr lang="en-US"/>
    </a:defPPr>
    <a:lvl1pPr marL="0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1959">
          <p15:clr>
            <a:srgbClr val="A4A3A4"/>
          </p15:clr>
        </p15:guide>
        <p15:guide id="2" pos="184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="" xmlns:p14="http://schemas.microsoft.com/office/powerpoint/2010/main">
          <a:srgbClr val="FF0000"/>
        </p14:laserClr>
      </p:ext>
      <p:ext uri="{2FDB2607-1784-4EEB-B798-7EB5836EED8A}">
        <p14:showMediaCtrls xmlns="" xmlns:p14="http://schemas.microsoft.com/office/powerpoint/2010/main" val="1"/>
      </p:ext>
    </p:extLst>
  </p:showPr>
  <p:clrMru>
    <a:srgbClr val="FFFFCC"/>
    <a:srgbClr val="FFFFFF"/>
    <a:srgbClr val="FFFF99"/>
    <a:srgbClr val="FFFF66"/>
  </p:clrMru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7023" autoAdjust="0"/>
    <p:restoredTop sz="92015" autoAdjust="0"/>
  </p:normalViewPr>
  <p:slideViewPr>
    <p:cSldViewPr>
      <p:cViewPr varScale="1">
        <p:scale>
          <a:sx n="87" d="100"/>
          <a:sy n="87" d="100"/>
        </p:scale>
        <p:origin x="-84" y="-1110"/>
      </p:cViewPr>
      <p:guideLst>
        <p:guide orient="horz" pos="1959"/>
        <p:guide pos="1847"/>
      </p:guideLst>
    </p:cSldViewPr>
  </p:slideViewPr>
  <p:outlineViewPr>
    <p:cViewPr>
      <p:scale>
        <a:sx n="33" d="100"/>
        <a:sy n="33" d="100"/>
      </p:scale>
      <p:origin x="0" y="8358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slide" Target="slides/slide57.xml"/><Relationship Id="rId62" Type="http://schemas.openxmlformats.org/officeDocument/2006/relationships/slide" Target="slides/slide58.xml"/><Relationship Id="rId63" Type="http://schemas.openxmlformats.org/officeDocument/2006/relationships/slide" Target="slides/slide59.xml"/><Relationship Id="rId64" Type="http://schemas.openxmlformats.org/officeDocument/2006/relationships/slide" Target="slides/slide60.xml"/><Relationship Id="rId65" Type="http://schemas.openxmlformats.org/officeDocument/2006/relationships/slide" Target="slides/slide61.xml"/><Relationship Id="rId66" Type="http://schemas.openxmlformats.org/officeDocument/2006/relationships/slide" Target="slides/slide62.xml"/><Relationship Id="rId67" Type="http://schemas.openxmlformats.org/officeDocument/2006/relationships/slide" Target="slides/slide63.xml"/><Relationship Id="rId68" Type="http://schemas.openxmlformats.org/officeDocument/2006/relationships/slide" Target="slides/slide64.xml"/><Relationship Id="rId69" Type="http://schemas.openxmlformats.org/officeDocument/2006/relationships/slide" Target="slides/slide65.xml"/><Relationship Id="rId70" Type="http://schemas.openxmlformats.org/officeDocument/2006/relationships/slide" Target="slides/slide66.xml"/><Relationship Id="rId71" Type="http://schemas.openxmlformats.org/officeDocument/2006/relationships/slide" Target="slides/slide67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Relationship Id="rId77" Type="http://schemas.openxmlformats.org/officeDocument/2006/relationships/slide" Target="slides/slide68.xml"/><Relationship Id="rId78" Type="http://schemas.openxmlformats.org/officeDocument/2006/relationships/slide" Target="slides/slide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057900" y="0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8ACA7C-5262-4C8E-AE19-3DA31B6A1CDA}" type="datetimeFigureOut">
              <a:rPr lang="en-AU" smtClean="0"/>
              <a:pPr/>
              <a:t>10/06/2026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5750" y="566738"/>
            <a:ext cx="5041900" cy="28368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69975" y="3592513"/>
            <a:ext cx="8553450" cy="3403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183438"/>
            <a:ext cx="4633913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057900" y="7183438"/>
            <a:ext cx="4632325" cy="3778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B3FD64-BF31-4C61-B552-27E91C04657E}" type="slidenum">
              <a:rPr lang="en-AU" smtClean="0"/>
              <a:pPr/>
              <a:t>‹#›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5940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57779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715558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73337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431116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88895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14667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504453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862232" algn="l" defTabSz="715558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0147705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9455489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34301058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878399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28014413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="" xmlns:p14="http://schemas.microsoft.com/office/powerpoint/2010/main" val="15567447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12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106155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18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2492192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sz="9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20B3FD64-BF31-4C61-B552-27E91C04657E}" type="slidenum">
              <a:rPr kumimoji="0" lang="en-A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715558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AU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1143554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37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22459720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48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150772857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56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5590429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58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0B3FD64-BF31-4C61-B552-27E91C04657E}" type="slidenum">
              <a:rPr lang="en-AU" smtClean="0"/>
              <a:pPr/>
              <a:t>60</a:t>
            </a:fld>
            <a:endParaRPr lang="en-AU" dirty="0"/>
          </a:p>
        </p:txBody>
      </p:sp>
    </p:spTree>
    <p:extLst>
      <p:ext uri="{BB962C8B-B14F-4D97-AF65-F5344CB8AC3E}">
        <p14:creationId xmlns="" xmlns:p14="http://schemas.microsoft.com/office/powerpoint/2010/main" val="41189702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43010580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43010580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09366576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r>
              <a:rPr lang="ko-KR" altLang="en-US" dirty="0"/>
              <a:t/>
            </a:r>
            <a:br>
              <a:rPr lang="ko-KR" altLang="en-US" dirty="0"/>
            </a:br>
            <a:r>
              <a:rPr lang="ko-KR" altLang="en-US" dirty="0"/>
              <a:t/>
            </a:r>
            <a:br>
              <a:rPr lang="ko-KR" altLang="en-US" dirty="0"/>
            </a:br>
            <a:endParaRPr lang="en-AU" altLang="ko-KR" dirty="0"/>
          </a:p>
        </p:txBody>
      </p:sp>
    </p:spTree>
    <p:extLst>
      <p:ext uri="{BB962C8B-B14F-4D97-AF65-F5344CB8AC3E}">
        <p14:creationId xmlns:p14="http://schemas.microsoft.com/office/powerpoint/2010/main" xmlns="" val="392355683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4.jpe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jpe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jpe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202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118444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13979654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216204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18779947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="" xmlns:p14="http://schemas.microsoft.com/office/powerpoint/2010/main" val="3807346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9340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396400134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382630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310352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151402919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20414454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679502" y="681930"/>
            <a:ext cx="7783803" cy="76007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7" name="bk object 17"/>
          <p:cNvSpPr/>
          <p:nvPr/>
        </p:nvSpPr>
        <p:spPr>
          <a:xfrm>
            <a:off x="680860" y="2166917"/>
            <a:ext cx="6019076" cy="6358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8" name="bk object 18"/>
          <p:cNvSpPr/>
          <p:nvPr/>
        </p:nvSpPr>
        <p:spPr>
          <a:xfrm>
            <a:off x="1402117" y="1480654"/>
            <a:ext cx="6972029" cy="34549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19" name="bk object 19"/>
          <p:cNvSpPr/>
          <p:nvPr/>
        </p:nvSpPr>
        <p:spPr>
          <a:xfrm>
            <a:off x="2137460" y="1562761"/>
            <a:ext cx="178101" cy="74712"/>
          </a:xfrm>
          <a:custGeom>
            <a:avLst/>
            <a:gdLst/>
            <a:ahLst/>
            <a:cxnLst/>
            <a:rect l="l" t="t" r="r" b="b"/>
            <a:pathLst>
              <a:path w="208280" h="109855">
                <a:moveTo>
                  <a:pt x="182460" y="16078"/>
                </a:moveTo>
                <a:lnTo>
                  <a:pt x="193528" y="23836"/>
                </a:lnTo>
                <a:lnTo>
                  <a:pt x="201434" y="32821"/>
                </a:lnTo>
                <a:lnTo>
                  <a:pt x="206178" y="43033"/>
                </a:lnTo>
                <a:lnTo>
                  <a:pt x="207759" y="54470"/>
                </a:lnTo>
                <a:lnTo>
                  <a:pt x="206178" y="65805"/>
                </a:lnTo>
                <a:lnTo>
                  <a:pt x="167168" y="100035"/>
                </a:lnTo>
                <a:lnTo>
                  <a:pt x="127879" y="108221"/>
                </a:lnTo>
                <a:lnTo>
                  <a:pt x="103885" y="109245"/>
                </a:lnTo>
                <a:lnTo>
                  <a:pt x="79754" y="108221"/>
                </a:lnTo>
                <a:lnTo>
                  <a:pt x="40315" y="100035"/>
                </a:lnTo>
                <a:lnTo>
                  <a:pt x="6249" y="75982"/>
                </a:lnTo>
                <a:lnTo>
                  <a:pt x="0" y="54470"/>
                </a:lnTo>
                <a:lnTo>
                  <a:pt x="1562" y="43033"/>
                </a:lnTo>
                <a:lnTo>
                  <a:pt x="40201" y="9043"/>
                </a:lnTo>
                <a:lnTo>
                  <a:pt x="79639" y="1004"/>
                </a:lnTo>
                <a:lnTo>
                  <a:pt x="103885" y="0"/>
                </a:lnTo>
                <a:lnTo>
                  <a:pt x="127991" y="1004"/>
                </a:lnTo>
                <a:lnTo>
                  <a:pt x="149121" y="4019"/>
                </a:lnTo>
                <a:lnTo>
                  <a:pt x="167277" y="9043"/>
                </a:lnTo>
                <a:lnTo>
                  <a:pt x="182460" y="1607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0" name="bk object 20"/>
          <p:cNvSpPr/>
          <p:nvPr/>
        </p:nvSpPr>
        <p:spPr>
          <a:xfrm>
            <a:off x="2152218" y="1573091"/>
            <a:ext cx="148237" cy="53551"/>
          </a:xfrm>
          <a:custGeom>
            <a:avLst/>
            <a:gdLst/>
            <a:ahLst/>
            <a:cxnLst/>
            <a:rect l="l" t="t" r="r" b="b"/>
            <a:pathLst>
              <a:path w="173355" h="78739">
                <a:moveTo>
                  <a:pt x="20840" y="11302"/>
                </a:moveTo>
                <a:lnTo>
                  <a:pt x="11722" y="16960"/>
                </a:lnTo>
                <a:lnTo>
                  <a:pt x="5210" y="23510"/>
                </a:lnTo>
                <a:lnTo>
                  <a:pt x="1302" y="30951"/>
                </a:lnTo>
                <a:lnTo>
                  <a:pt x="0" y="39281"/>
                </a:lnTo>
                <a:lnTo>
                  <a:pt x="1302" y="47489"/>
                </a:lnTo>
                <a:lnTo>
                  <a:pt x="33432" y="72043"/>
                </a:lnTo>
                <a:lnTo>
                  <a:pt x="86626" y="78574"/>
                </a:lnTo>
                <a:lnTo>
                  <a:pt x="106786" y="77848"/>
                </a:lnTo>
                <a:lnTo>
                  <a:pt x="152107" y="66967"/>
                </a:lnTo>
                <a:lnTo>
                  <a:pt x="173240" y="39281"/>
                </a:lnTo>
                <a:lnTo>
                  <a:pt x="171919" y="30951"/>
                </a:lnTo>
                <a:lnTo>
                  <a:pt x="139415" y="6359"/>
                </a:lnTo>
                <a:lnTo>
                  <a:pt x="86626" y="0"/>
                </a:lnTo>
                <a:lnTo>
                  <a:pt x="66435" y="707"/>
                </a:lnTo>
                <a:lnTo>
                  <a:pt x="48742" y="2827"/>
                </a:lnTo>
                <a:lnTo>
                  <a:pt x="33545" y="6359"/>
                </a:lnTo>
                <a:lnTo>
                  <a:pt x="20840" y="1130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1" name="bk object 21"/>
          <p:cNvSpPr/>
          <p:nvPr/>
        </p:nvSpPr>
        <p:spPr>
          <a:xfrm>
            <a:off x="2119552" y="1660543"/>
            <a:ext cx="213395" cy="69098"/>
          </a:xfrm>
          <a:custGeom>
            <a:avLst/>
            <a:gdLst/>
            <a:ahLst/>
            <a:cxnLst/>
            <a:rect l="l" t="t" r="r" b="b"/>
            <a:pathLst>
              <a:path w="249555" h="101600">
                <a:moveTo>
                  <a:pt x="249237" y="7442"/>
                </a:moveTo>
                <a:lnTo>
                  <a:pt x="249237" y="12598"/>
                </a:lnTo>
                <a:lnTo>
                  <a:pt x="246760" y="15176"/>
                </a:lnTo>
                <a:lnTo>
                  <a:pt x="241795" y="15176"/>
                </a:lnTo>
                <a:lnTo>
                  <a:pt x="194170" y="15176"/>
                </a:lnTo>
                <a:lnTo>
                  <a:pt x="194170" y="91973"/>
                </a:lnTo>
                <a:lnTo>
                  <a:pt x="194170" y="94754"/>
                </a:lnTo>
                <a:lnTo>
                  <a:pt x="193179" y="97027"/>
                </a:lnTo>
                <a:lnTo>
                  <a:pt x="191198" y="98818"/>
                </a:lnTo>
                <a:lnTo>
                  <a:pt x="189610" y="100406"/>
                </a:lnTo>
                <a:lnTo>
                  <a:pt x="187629" y="101193"/>
                </a:lnTo>
                <a:lnTo>
                  <a:pt x="185242" y="101193"/>
                </a:lnTo>
                <a:lnTo>
                  <a:pt x="182867" y="101193"/>
                </a:lnTo>
                <a:lnTo>
                  <a:pt x="180873" y="100507"/>
                </a:lnTo>
                <a:lnTo>
                  <a:pt x="179298" y="99110"/>
                </a:lnTo>
                <a:lnTo>
                  <a:pt x="177507" y="97332"/>
                </a:lnTo>
                <a:lnTo>
                  <a:pt x="176618" y="95046"/>
                </a:lnTo>
                <a:lnTo>
                  <a:pt x="176618" y="92265"/>
                </a:lnTo>
                <a:lnTo>
                  <a:pt x="176618" y="15176"/>
                </a:lnTo>
                <a:lnTo>
                  <a:pt x="81660" y="15176"/>
                </a:lnTo>
                <a:lnTo>
                  <a:pt x="81660" y="38696"/>
                </a:lnTo>
                <a:lnTo>
                  <a:pt x="81270" y="46692"/>
                </a:lnTo>
                <a:lnTo>
                  <a:pt x="68487" y="83932"/>
                </a:lnTo>
                <a:lnTo>
                  <a:pt x="55473" y="97828"/>
                </a:lnTo>
                <a:lnTo>
                  <a:pt x="53085" y="97624"/>
                </a:lnTo>
                <a:lnTo>
                  <a:pt x="43560" y="88988"/>
                </a:lnTo>
                <a:lnTo>
                  <a:pt x="43167" y="86410"/>
                </a:lnTo>
                <a:lnTo>
                  <a:pt x="43954" y="84226"/>
                </a:lnTo>
                <a:lnTo>
                  <a:pt x="45948" y="82448"/>
                </a:lnTo>
                <a:lnTo>
                  <a:pt x="51701" y="76695"/>
                </a:lnTo>
                <a:lnTo>
                  <a:pt x="56057" y="70243"/>
                </a:lnTo>
                <a:lnTo>
                  <a:pt x="59042" y="63093"/>
                </a:lnTo>
                <a:lnTo>
                  <a:pt x="62217" y="55359"/>
                </a:lnTo>
                <a:lnTo>
                  <a:pt x="63804" y="47129"/>
                </a:lnTo>
                <a:lnTo>
                  <a:pt x="63804" y="38392"/>
                </a:lnTo>
                <a:lnTo>
                  <a:pt x="63804" y="15176"/>
                </a:lnTo>
                <a:lnTo>
                  <a:pt x="7848" y="15176"/>
                </a:lnTo>
                <a:lnTo>
                  <a:pt x="2489" y="15176"/>
                </a:lnTo>
                <a:lnTo>
                  <a:pt x="0" y="12598"/>
                </a:lnTo>
                <a:lnTo>
                  <a:pt x="406" y="7442"/>
                </a:lnTo>
                <a:lnTo>
                  <a:pt x="596" y="2476"/>
                </a:lnTo>
                <a:lnTo>
                  <a:pt x="3568" y="0"/>
                </a:lnTo>
                <a:lnTo>
                  <a:pt x="9334" y="0"/>
                </a:lnTo>
                <a:lnTo>
                  <a:pt x="241211" y="0"/>
                </a:lnTo>
                <a:lnTo>
                  <a:pt x="246367" y="0"/>
                </a:lnTo>
                <a:lnTo>
                  <a:pt x="249046" y="2476"/>
                </a:lnTo>
                <a:lnTo>
                  <a:pt x="249237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2" name="bk object 22"/>
          <p:cNvSpPr/>
          <p:nvPr/>
        </p:nvSpPr>
        <p:spPr>
          <a:xfrm>
            <a:off x="2567606" y="1581590"/>
            <a:ext cx="186246" cy="10365"/>
          </a:xfrm>
          <a:custGeom>
            <a:avLst/>
            <a:gdLst/>
            <a:ahLst/>
            <a:cxnLst/>
            <a:rect l="l" t="t" r="r" b="b"/>
            <a:pathLst>
              <a:path w="217805" h="15239">
                <a:moveTo>
                  <a:pt x="217284" y="7442"/>
                </a:moveTo>
                <a:lnTo>
                  <a:pt x="217474" y="12598"/>
                </a:lnTo>
                <a:lnTo>
                  <a:pt x="215099" y="15176"/>
                </a:lnTo>
                <a:lnTo>
                  <a:pt x="210146" y="15176"/>
                </a:lnTo>
                <a:lnTo>
                  <a:pt x="8331" y="15176"/>
                </a:lnTo>
                <a:lnTo>
                  <a:pt x="2768" y="15176"/>
                </a:lnTo>
                <a:lnTo>
                  <a:pt x="0" y="12598"/>
                </a:lnTo>
                <a:lnTo>
                  <a:pt x="0" y="7442"/>
                </a:lnTo>
                <a:lnTo>
                  <a:pt x="0" y="2489"/>
                </a:lnTo>
                <a:lnTo>
                  <a:pt x="2768" y="0"/>
                </a:lnTo>
                <a:lnTo>
                  <a:pt x="8331" y="0"/>
                </a:lnTo>
                <a:lnTo>
                  <a:pt x="209245" y="0"/>
                </a:lnTo>
                <a:lnTo>
                  <a:pt x="214401" y="0"/>
                </a:lnTo>
                <a:lnTo>
                  <a:pt x="217081" y="2489"/>
                </a:lnTo>
                <a:lnTo>
                  <a:pt x="217284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3" name="bk object 23"/>
          <p:cNvSpPr/>
          <p:nvPr/>
        </p:nvSpPr>
        <p:spPr>
          <a:xfrm>
            <a:off x="2607310" y="1560541"/>
            <a:ext cx="106970" cy="10365"/>
          </a:xfrm>
          <a:custGeom>
            <a:avLst/>
            <a:gdLst/>
            <a:ahLst/>
            <a:cxnLst/>
            <a:rect l="l" t="t" r="r" b="b"/>
            <a:pathLst>
              <a:path w="125094" h="15239">
                <a:moveTo>
                  <a:pt x="124421" y="7429"/>
                </a:moveTo>
                <a:lnTo>
                  <a:pt x="124612" y="12598"/>
                </a:lnTo>
                <a:lnTo>
                  <a:pt x="122339" y="15176"/>
                </a:lnTo>
                <a:lnTo>
                  <a:pt x="117576" y="15176"/>
                </a:lnTo>
                <a:lnTo>
                  <a:pt x="8331" y="15176"/>
                </a:lnTo>
                <a:lnTo>
                  <a:pt x="2781" y="15176"/>
                </a:lnTo>
                <a:lnTo>
                  <a:pt x="0" y="12598"/>
                </a:lnTo>
                <a:lnTo>
                  <a:pt x="0" y="7429"/>
                </a:lnTo>
                <a:lnTo>
                  <a:pt x="0" y="2476"/>
                </a:lnTo>
                <a:lnTo>
                  <a:pt x="2781" y="0"/>
                </a:lnTo>
                <a:lnTo>
                  <a:pt x="8331" y="0"/>
                </a:lnTo>
                <a:lnTo>
                  <a:pt x="116382" y="0"/>
                </a:lnTo>
                <a:lnTo>
                  <a:pt x="121539" y="0"/>
                </a:lnTo>
                <a:lnTo>
                  <a:pt x="124218" y="2476"/>
                </a:lnTo>
                <a:lnTo>
                  <a:pt x="124421" y="742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4" name="bk object 24"/>
          <p:cNvSpPr/>
          <p:nvPr/>
        </p:nvSpPr>
        <p:spPr>
          <a:xfrm>
            <a:off x="2579054" y="1599003"/>
            <a:ext cx="163441" cy="42755"/>
          </a:xfrm>
          <a:custGeom>
            <a:avLst/>
            <a:gdLst/>
            <a:ahLst/>
            <a:cxnLst/>
            <a:rect l="l" t="t" r="r" b="b"/>
            <a:pathLst>
              <a:path w="191135" h="62864">
                <a:moveTo>
                  <a:pt x="166687" y="8928"/>
                </a:moveTo>
                <a:lnTo>
                  <a:pt x="177238" y="13445"/>
                </a:lnTo>
                <a:lnTo>
                  <a:pt x="184775" y="18672"/>
                </a:lnTo>
                <a:lnTo>
                  <a:pt x="189297" y="24608"/>
                </a:lnTo>
                <a:lnTo>
                  <a:pt x="190804" y="31254"/>
                </a:lnTo>
                <a:lnTo>
                  <a:pt x="189297" y="37779"/>
                </a:lnTo>
                <a:lnTo>
                  <a:pt x="152514" y="57609"/>
                </a:lnTo>
                <a:lnTo>
                  <a:pt x="95250" y="62801"/>
                </a:lnTo>
                <a:lnTo>
                  <a:pt x="73597" y="62225"/>
                </a:lnTo>
                <a:lnTo>
                  <a:pt x="23812" y="53568"/>
                </a:lnTo>
                <a:lnTo>
                  <a:pt x="0" y="31254"/>
                </a:lnTo>
                <a:lnTo>
                  <a:pt x="1488" y="24608"/>
                </a:lnTo>
                <a:lnTo>
                  <a:pt x="37878" y="5020"/>
                </a:lnTo>
                <a:lnTo>
                  <a:pt x="95250" y="0"/>
                </a:lnTo>
                <a:lnTo>
                  <a:pt x="116795" y="557"/>
                </a:lnTo>
                <a:lnTo>
                  <a:pt x="135883" y="2230"/>
                </a:lnTo>
                <a:lnTo>
                  <a:pt x="152514" y="5020"/>
                </a:lnTo>
                <a:lnTo>
                  <a:pt x="166687" y="892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5" name="bk object 25"/>
          <p:cNvSpPr/>
          <p:nvPr/>
        </p:nvSpPr>
        <p:spPr>
          <a:xfrm>
            <a:off x="2594583" y="1609325"/>
            <a:ext cx="132490" cy="22024"/>
          </a:xfrm>
          <a:custGeom>
            <a:avLst/>
            <a:gdLst/>
            <a:ahLst/>
            <a:cxnLst/>
            <a:rect l="l" t="t" r="r" b="b"/>
            <a:pathLst>
              <a:path w="154939" h="32385">
                <a:moveTo>
                  <a:pt x="19050" y="4470"/>
                </a:moveTo>
                <a:lnTo>
                  <a:pt x="6350" y="7251"/>
                </a:lnTo>
                <a:lnTo>
                  <a:pt x="0" y="11112"/>
                </a:lnTo>
                <a:lnTo>
                  <a:pt x="0" y="16078"/>
                </a:lnTo>
                <a:lnTo>
                  <a:pt x="0" y="20840"/>
                </a:lnTo>
                <a:lnTo>
                  <a:pt x="43678" y="30953"/>
                </a:lnTo>
                <a:lnTo>
                  <a:pt x="77089" y="32143"/>
                </a:lnTo>
                <a:lnTo>
                  <a:pt x="94783" y="31846"/>
                </a:lnTo>
                <a:lnTo>
                  <a:pt x="135140" y="27381"/>
                </a:lnTo>
                <a:lnTo>
                  <a:pt x="154482" y="20840"/>
                </a:lnTo>
                <a:lnTo>
                  <a:pt x="154482" y="16078"/>
                </a:lnTo>
                <a:lnTo>
                  <a:pt x="154482" y="11112"/>
                </a:lnTo>
                <a:lnTo>
                  <a:pt x="110501" y="1116"/>
                </a:lnTo>
                <a:lnTo>
                  <a:pt x="77089" y="0"/>
                </a:lnTo>
                <a:lnTo>
                  <a:pt x="59287" y="278"/>
                </a:lnTo>
                <a:lnTo>
                  <a:pt x="43678" y="1116"/>
                </a:lnTo>
                <a:lnTo>
                  <a:pt x="30265" y="2512"/>
                </a:lnTo>
                <a:lnTo>
                  <a:pt x="19050" y="44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6" name="bk object 26"/>
          <p:cNvSpPr/>
          <p:nvPr/>
        </p:nvSpPr>
        <p:spPr>
          <a:xfrm>
            <a:off x="2553945" y="1638277"/>
            <a:ext cx="213395" cy="25480"/>
          </a:xfrm>
          <a:custGeom>
            <a:avLst/>
            <a:gdLst/>
            <a:ahLst/>
            <a:cxnLst/>
            <a:rect l="l" t="t" r="r" b="b"/>
            <a:pathLst>
              <a:path w="249555" h="37464">
                <a:moveTo>
                  <a:pt x="240106" y="21717"/>
                </a:moveTo>
                <a:lnTo>
                  <a:pt x="242887" y="21717"/>
                </a:lnTo>
                <a:lnTo>
                  <a:pt x="245059" y="22517"/>
                </a:lnTo>
                <a:lnTo>
                  <a:pt x="246659" y="24104"/>
                </a:lnTo>
                <a:lnTo>
                  <a:pt x="248246" y="25488"/>
                </a:lnTo>
                <a:lnTo>
                  <a:pt x="249034" y="27279"/>
                </a:lnTo>
                <a:lnTo>
                  <a:pt x="249034" y="29464"/>
                </a:lnTo>
                <a:lnTo>
                  <a:pt x="249034" y="31445"/>
                </a:lnTo>
                <a:lnTo>
                  <a:pt x="248335" y="33134"/>
                </a:lnTo>
                <a:lnTo>
                  <a:pt x="246951" y="34518"/>
                </a:lnTo>
                <a:lnTo>
                  <a:pt x="245567" y="36309"/>
                </a:lnTo>
                <a:lnTo>
                  <a:pt x="243573" y="37198"/>
                </a:lnTo>
                <a:lnTo>
                  <a:pt x="240995" y="37198"/>
                </a:lnTo>
                <a:lnTo>
                  <a:pt x="8229" y="37198"/>
                </a:lnTo>
                <a:lnTo>
                  <a:pt x="2679" y="37198"/>
                </a:lnTo>
                <a:lnTo>
                  <a:pt x="0" y="34620"/>
                </a:lnTo>
                <a:lnTo>
                  <a:pt x="190" y="29464"/>
                </a:lnTo>
                <a:lnTo>
                  <a:pt x="393" y="24307"/>
                </a:lnTo>
                <a:lnTo>
                  <a:pt x="3365" y="21717"/>
                </a:lnTo>
                <a:lnTo>
                  <a:pt x="9131" y="21717"/>
                </a:lnTo>
                <a:lnTo>
                  <a:pt x="115684" y="21717"/>
                </a:lnTo>
                <a:lnTo>
                  <a:pt x="115684" y="0"/>
                </a:lnTo>
                <a:lnTo>
                  <a:pt x="132956" y="0"/>
                </a:lnTo>
                <a:lnTo>
                  <a:pt x="132956" y="21717"/>
                </a:lnTo>
                <a:lnTo>
                  <a:pt x="240106" y="21717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7" name="bk object 27"/>
          <p:cNvSpPr/>
          <p:nvPr/>
        </p:nvSpPr>
        <p:spPr>
          <a:xfrm>
            <a:off x="2571505" y="1680780"/>
            <a:ext cx="175386" cy="48369"/>
          </a:xfrm>
          <a:custGeom>
            <a:avLst/>
            <a:gdLst/>
            <a:ahLst/>
            <a:cxnLst/>
            <a:rect l="l" t="t" r="r" b="b"/>
            <a:pathLst>
              <a:path w="205105" h="71119">
                <a:moveTo>
                  <a:pt x="196646" y="6261"/>
                </a:moveTo>
                <a:lnTo>
                  <a:pt x="202006" y="10617"/>
                </a:lnTo>
                <a:lnTo>
                  <a:pt x="204685" y="16573"/>
                </a:lnTo>
                <a:lnTo>
                  <a:pt x="204685" y="24117"/>
                </a:lnTo>
                <a:lnTo>
                  <a:pt x="204685" y="61328"/>
                </a:lnTo>
                <a:lnTo>
                  <a:pt x="204685" y="64300"/>
                </a:lnTo>
                <a:lnTo>
                  <a:pt x="203695" y="66674"/>
                </a:lnTo>
                <a:lnTo>
                  <a:pt x="201714" y="68465"/>
                </a:lnTo>
                <a:lnTo>
                  <a:pt x="200126" y="70053"/>
                </a:lnTo>
                <a:lnTo>
                  <a:pt x="198145" y="70853"/>
                </a:lnTo>
                <a:lnTo>
                  <a:pt x="195757" y="70853"/>
                </a:lnTo>
                <a:lnTo>
                  <a:pt x="193179" y="70853"/>
                </a:lnTo>
                <a:lnTo>
                  <a:pt x="191096" y="69951"/>
                </a:lnTo>
                <a:lnTo>
                  <a:pt x="189509" y="68173"/>
                </a:lnTo>
                <a:lnTo>
                  <a:pt x="187718" y="66382"/>
                </a:lnTo>
                <a:lnTo>
                  <a:pt x="186829" y="64007"/>
                </a:lnTo>
                <a:lnTo>
                  <a:pt x="186829" y="61023"/>
                </a:lnTo>
                <a:lnTo>
                  <a:pt x="186829" y="26200"/>
                </a:lnTo>
                <a:lnTo>
                  <a:pt x="186829" y="22428"/>
                </a:lnTo>
                <a:lnTo>
                  <a:pt x="185940" y="19748"/>
                </a:lnTo>
                <a:lnTo>
                  <a:pt x="184150" y="18160"/>
                </a:lnTo>
                <a:lnTo>
                  <a:pt x="182168" y="16382"/>
                </a:lnTo>
                <a:lnTo>
                  <a:pt x="178892" y="15481"/>
                </a:lnTo>
                <a:lnTo>
                  <a:pt x="174332" y="15481"/>
                </a:lnTo>
                <a:lnTo>
                  <a:pt x="8229" y="15481"/>
                </a:lnTo>
                <a:lnTo>
                  <a:pt x="2882" y="15481"/>
                </a:lnTo>
                <a:lnTo>
                  <a:pt x="203" y="12903"/>
                </a:lnTo>
                <a:lnTo>
                  <a:pt x="203" y="7746"/>
                </a:lnTo>
                <a:lnTo>
                  <a:pt x="0" y="2590"/>
                </a:lnTo>
                <a:lnTo>
                  <a:pt x="2679" y="0"/>
                </a:lnTo>
                <a:lnTo>
                  <a:pt x="8229" y="0"/>
                </a:lnTo>
                <a:lnTo>
                  <a:pt x="174917" y="0"/>
                </a:lnTo>
                <a:lnTo>
                  <a:pt x="184048" y="0"/>
                </a:lnTo>
                <a:lnTo>
                  <a:pt x="191300" y="2095"/>
                </a:lnTo>
                <a:lnTo>
                  <a:pt x="196646" y="6261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8" name="bk object 28"/>
          <p:cNvSpPr/>
          <p:nvPr/>
        </p:nvSpPr>
        <p:spPr>
          <a:xfrm>
            <a:off x="2909943" y="1565187"/>
            <a:ext cx="93938" cy="148561"/>
          </a:xfrm>
          <a:custGeom>
            <a:avLst/>
            <a:gdLst/>
            <a:ahLst/>
            <a:cxnLst/>
            <a:rect l="l" t="t" r="r" b="b"/>
            <a:pathLst>
              <a:path w="109854" h="218439">
                <a:moveTo>
                  <a:pt x="96735" y="33045"/>
                </a:moveTo>
                <a:lnTo>
                  <a:pt x="102462" y="48859"/>
                </a:lnTo>
                <a:lnTo>
                  <a:pt x="106554" y="66830"/>
                </a:lnTo>
                <a:lnTo>
                  <a:pt x="109010" y="86959"/>
                </a:lnTo>
                <a:lnTo>
                  <a:pt x="109829" y="109245"/>
                </a:lnTo>
                <a:lnTo>
                  <a:pt x="109010" y="131255"/>
                </a:lnTo>
                <a:lnTo>
                  <a:pt x="102462" y="168911"/>
                </a:lnTo>
                <a:lnTo>
                  <a:pt x="78949" y="209559"/>
                </a:lnTo>
                <a:lnTo>
                  <a:pt x="54762" y="217893"/>
                </a:lnTo>
                <a:lnTo>
                  <a:pt x="41873" y="215810"/>
                </a:lnTo>
                <a:lnTo>
                  <a:pt x="12801" y="184556"/>
                </a:lnTo>
                <a:lnTo>
                  <a:pt x="800" y="131255"/>
                </a:lnTo>
                <a:lnTo>
                  <a:pt x="0" y="109245"/>
                </a:lnTo>
                <a:lnTo>
                  <a:pt x="800" y="86959"/>
                </a:lnTo>
                <a:lnTo>
                  <a:pt x="7200" y="48859"/>
                </a:lnTo>
                <a:lnTo>
                  <a:pt x="30581" y="8264"/>
                </a:lnTo>
                <a:lnTo>
                  <a:pt x="54762" y="0"/>
                </a:lnTo>
                <a:lnTo>
                  <a:pt x="67657" y="2066"/>
                </a:lnTo>
                <a:lnTo>
                  <a:pt x="78949" y="8264"/>
                </a:lnTo>
                <a:lnTo>
                  <a:pt x="88641" y="18591"/>
                </a:lnTo>
                <a:lnTo>
                  <a:pt x="96735" y="3304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9" name="bk object 29"/>
          <p:cNvSpPr/>
          <p:nvPr/>
        </p:nvSpPr>
        <p:spPr>
          <a:xfrm>
            <a:off x="2925212" y="1575517"/>
            <a:ext cx="63530" cy="127832"/>
          </a:xfrm>
          <a:custGeom>
            <a:avLst/>
            <a:gdLst/>
            <a:ahLst/>
            <a:cxnLst/>
            <a:rect l="l" t="t" r="r" b="b"/>
            <a:pathLst>
              <a:path w="74295" h="187960">
                <a:moveTo>
                  <a:pt x="8331" y="28270"/>
                </a:moveTo>
                <a:lnTo>
                  <a:pt x="4688" y="41760"/>
                </a:lnTo>
                <a:lnTo>
                  <a:pt x="2084" y="57219"/>
                </a:lnTo>
                <a:lnTo>
                  <a:pt x="521" y="74650"/>
                </a:lnTo>
                <a:lnTo>
                  <a:pt x="0" y="94056"/>
                </a:lnTo>
                <a:lnTo>
                  <a:pt x="521" y="113196"/>
                </a:lnTo>
                <a:lnTo>
                  <a:pt x="8331" y="159245"/>
                </a:lnTo>
                <a:lnTo>
                  <a:pt x="36906" y="187820"/>
                </a:lnTo>
                <a:lnTo>
                  <a:pt x="45728" y="186034"/>
                </a:lnTo>
                <a:lnTo>
                  <a:pt x="69257" y="145791"/>
                </a:lnTo>
                <a:lnTo>
                  <a:pt x="74117" y="94056"/>
                </a:lnTo>
                <a:lnTo>
                  <a:pt x="73576" y="74542"/>
                </a:lnTo>
                <a:lnTo>
                  <a:pt x="65481" y="28270"/>
                </a:lnTo>
                <a:lnTo>
                  <a:pt x="36906" y="0"/>
                </a:lnTo>
                <a:lnTo>
                  <a:pt x="27976" y="1766"/>
                </a:lnTo>
                <a:lnTo>
                  <a:pt x="20237" y="7067"/>
                </a:lnTo>
                <a:lnTo>
                  <a:pt x="13689" y="15901"/>
                </a:lnTo>
                <a:lnTo>
                  <a:pt x="8331" y="2827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0" name="bk object 30"/>
          <p:cNvSpPr/>
          <p:nvPr/>
        </p:nvSpPr>
        <p:spPr>
          <a:xfrm>
            <a:off x="2991131" y="1559996"/>
            <a:ext cx="57557" cy="169722"/>
          </a:xfrm>
          <a:custGeom>
            <a:avLst/>
            <a:gdLst/>
            <a:ahLst/>
            <a:cxnLst/>
            <a:rect l="l" t="t" r="r" b="b"/>
            <a:pathLst>
              <a:path w="67310" h="249555">
                <a:moveTo>
                  <a:pt x="52095" y="2285"/>
                </a:moveTo>
                <a:lnTo>
                  <a:pt x="53682" y="888"/>
                </a:lnTo>
                <a:lnTo>
                  <a:pt x="55765" y="190"/>
                </a:lnTo>
                <a:lnTo>
                  <a:pt x="58343" y="190"/>
                </a:lnTo>
                <a:lnTo>
                  <a:pt x="60731" y="0"/>
                </a:lnTo>
                <a:lnTo>
                  <a:pt x="62712" y="596"/>
                </a:lnTo>
                <a:lnTo>
                  <a:pt x="64300" y="1981"/>
                </a:lnTo>
                <a:lnTo>
                  <a:pt x="66281" y="3378"/>
                </a:lnTo>
                <a:lnTo>
                  <a:pt x="67271" y="5359"/>
                </a:lnTo>
                <a:lnTo>
                  <a:pt x="67271" y="7937"/>
                </a:lnTo>
                <a:lnTo>
                  <a:pt x="67271" y="239814"/>
                </a:lnTo>
                <a:lnTo>
                  <a:pt x="67271" y="242582"/>
                </a:lnTo>
                <a:lnTo>
                  <a:pt x="66281" y="244868"/>
                </a:lnTo>
                <a:lnTo>
                  <a:pt x="64300" y="246659"/>
                </a:lnTo>
                <a:lnTo>
                  <a:pt x="62712" y="248246"/>
                </a:lnTo>
                <a:lnTo>
                  <a:pt x="60731" y="249034"/>
                </a:lnTo>
                <a:lnTo>
                  <a:pt x="58343" y="249034"/>
                </a:lnTo>
                <a:lnTo>
                  <a:pt x="55765" y="249034"/>
                </a:lnTo>
                <a:lnTo>
                  <a:pt x="53682" y="248246"/>
                </a:lnTo>
                <a:lnTo>
                  <a:pt x="52095" y="246659"/>
                </a:lnTo>
                <a:lnTo>
                  <a:pt x="50304" y="244868"/>
                </a:lnTo>
                <a:lnTo>
                  <a:pt x="49415" y="242582"/>
                </a:lnTo>
                <a:lnTo>
                  <a:pt x="49415" y="239814"/>
                </a:lnTo>
                <a:lnTo>
                  <a:pt x="49415" y="118668"/>
                </a:lnTo>
                <a:lnTo>
                  <a:pt x="9232" y="118668"/>
                </a:lnTo>
                <a:lnTo>
                  <a:pt x="6261" y="118668"/>
                </a:lnTo>
                <a:lnTo>
                  <a:pt x="3975" y="117767"/>
                </a:lnTo>
                <a:lnTo>
                  <a:pt x="2387" y="115989"/>
                </a:lnTo>
                <a:lnTo>
                  <a:pt x="800" y="114604"/>
                </a:lnTo>
                <a:lnTo>
                  <a:pt x="0" y="112915"/>
                </a:lnTo>
                <a:lnTo>
                  <a:pt x="0" y="110921"/>
                </a:lnTo>
                <a:lnTo>
                  <a:pt x="0" y="108737"/>
                </a:lnTo>
                <a:lnTo>
                  <a:pt x="800" y="106959"/>
                </a:lnTo>
                <a:lnTo>
                  <a:pt x="2387" y="105562"/>
                </a:lnTo>
                <a:lnTo>
                  <a:pt x="3975" y="103974"/>
                </a:lnTo>
                <a:lnTo>
                  <a:pt x="6159" y="103187"/>
                </a:lnTo>
                <a:lnTo>
                  <a:pt x="8928" y="103187"/>
                </a:lnTo>
                <a:lnTo>
                  <a:pt x="49415" y="103187"/>
                </a:lnTo>
                <a:lnTo>
                  <a:pt x="49415" y="8534"/>
                </a:lnTo>
                <a:lnTo>
                  <a:pt x="49415" y="5753"/>
                </a:lnTo>
                <a:lnTo>
                  <a:pt x="50304" y="3670"/>
                </a:lnTo>
                <a:lnTo>
                  <a:pt x="52095" y="2285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1" name="bk object 31"/>
          <p:cNvSpPr/>
          <p:nvPr/>
        </p:nvSpPr>
        <p:spPr>
          <a:xfrm>
            <a:off x="3081744" y="1560126"/>
            <a:ext cx="15204" cy="169291"/>
          </a:xfrm>
          <a:custGeom>
            <a:avLst/>
            <a:gdLst/>
            <a:ahLst/>
            <a:cxnLst/>
            <a:rect l="l" t="t" r="r" b="b"/>
            <a:pathLst>
              <a:path w="17779" h="248919">
                <a:moveTo>
                  <a:pt x="14287" y="246468"/>
                </a:moveTo>
                <a:lnTo>
                  <a:pt x="12700" y="248056"/>
                </a:lnTo>
                <a:lnTo>
                  <a:pt x="10820" y="248843"/>
                </a:lnTo>
                <a:lnTo>
                  <a:pt x="8636" y="248843"/>
                </a:lnTo>
                <a:lnTo>
                  <a:pt x="6248" y="248843"/>
                </a:lnTo>
                <a:lnTo>
                  <a:pt x="4267" y="248056"/>
                </a:lnTo>
                <a:lnTo>
                  <a:pt x="2679" y="246468"/>
                </a:lnTo>
                <a:lnTo>
                  <a:pt x="889" y="244678"/>
                </a:lnTo>
                <a:lnTo>
                  <a:pt x="0" y="242404"/>
                </a:lnTo>
                <a:lnTo>
                  <a:pt x="0" y="239623"/>
                </a:lnTo>
                <a:lnTo>
                  <a:pt x="0" y="8331"/>
                </a:lnTo>
                <a:lnTo>
                  <a:pt x="0" y="5753"/>
                </a:lnTo>
                <a:lnTo>
                  <a:pt x="889" y="3670"/>
                </a:lnTo>
                <a:lnTo>
                  <a:pt x="2679" y="2082"/>
                </a:lnTo>
                <a:lnTo>
                  <a:pt x="4267" y="698"/>
                </a:lnTo>
                <a:lnTo>
                  <a:pt x="6248" y="0"/>
                </a:lnTo>
                <a:lnTo>
                  <a:pt x="8636" y="0"/>
                </a:lnTo>
                <a:lnTo>
                  <a:pt x="10820" y="0"/>
                </a:lnTo>
                <a:lnTo>
                  <a:pt x="12700" y="698"/>
                </a:lnTo>
                <a:lnTo>
                  <a:pt x="14287" y="2082"/>
                </a:lnTo>
                <a:lnTo>
                  <a:pt x="16268" y="3479"/>
                </a:lnTo>
                <a:lnTo>
                  <a:pt x="17272" y="5460"/>
                </a:lnTo>
                <a:lnTo>
                  <a:pt x="17272" y="8039"/>
                </a:lnTo>
                <a:lnTo>
                  <a:pt x="17272" y="239623"/>
                </a:lnTo>
                <a:lnTo>
                  <a:pt x="17272" y="242404"/>
                </a:lnTo>
                <a:lnTo>
                  <a:pt x="16268" y="244678"/>
                </a:lnTo>
                <a:lnTo>
                  <a:pt x="14287" y="246468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2" name="bk object 32"/>
          <p:cNvSpPr/>
          <p:nvPr/>
        </p:nvSpPr>
        <p:spPr>
          <a:xfrm>
            <a:off x="3275442" y="1631384"/>
            <a:ext cx="24435" cy="70825"/>
          </a:xfrm>
          <a:custGeom>
            <a:avLst/>
            <a:gdLst/>
            <a:ahLst/>
            <a:cxnLst/>
            <a:rect l="l" t="t" r="r" b="b"/>
            <a:pathLst>
              <a:path w="28575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787" y="99618"/>
                </a:lnTo>
                <a:lnTo>
                  <a:pt x="2374" y="101206"/>
                </a:lnTo>
                <a:lnTo>
                  <a:pt x="3771" y="102793"/>
                </a:lnTo>
                <a:lnTo>
                  <a:pt x="5549" y="103581"/>
                </a:lnTo>
                <a:lnTo>
                  <a:pt x="7734" y="103581"/>
                </a:lnTo>
                <a:lnTo>
                  <a:pt x="18757" y="103581"/>
                </a:lnTo>
                <a:lnTo>
                  <a:pt x="21729" y="103581"/>
                </a:lnTo>
                <a:lnTo>
                  <a:pt x="24003" y="102692"/>
                </a:lnTo>
                <a:lnTo>
                  <a:pt x="25603" y="100901"/>
                </a:lnTo>
                <a:lnTo>
                  <a:pt x="27190" y="99123"/>
                </a:lnTo>
                <a:lnTo>
                  <a:pt x="27978" y="96545"/>
                </a:lnTo>
                <a:lnTo>
                  <a:pt x="27978" y="93167"/>
                </a:lnTo>
                <a:lnTo>
                  <a:pt x="27978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3" name="bk object 33"/>
          <p:cNvSpPr/>
          <p:nvPr/>
        </p:nvSpPr>
        <p:spPr>
          <a:xfrm>
            <a:off x="3260423" y="1564783"/>
            <a:ext cx="54299" cy="147697"/>
          </a:xfrm>
          <a:custGeom>
            <a:avLst/>
            <a:gdLst/>
            <a:ahLst/>
            <a:cxnLst/>
            <a:rect l="l" t="t" r="r" b="b"/>
            <a:pathLst>
              <a:path w="63500" h="217169">
                <a:moveTo>
                  <a:pt x="48221" y="2082"/>
                </a:moveTo>
                <a:lnTo>
                  <a:pt x="49809" y="698"/>
                </a:lnTo>
                <a:lnTo>
                  <a:pt x="51790" y="0"/>
                </a:lnTo>
                <a:lnTo>
                  <a:pt x="54178" y="0"/>
                </a:lnTo>
                <a:lnTo>
                  <a:pt x="56553" y="0"/>
                </a:lnTo>
                <a:lnTo>
                  <a:pt x="58534" y="698"/>
                </a:lnTo>
                <a:lnTo>
                  <a:pt x="60134" y="2082"/>
                </a:lnTo>
                <a:lnTo>
                  <a:pt x="62115" y="3479"/>
                </a:lnTo>
                <a:lnTo>
                  <a:pt x="63106" y="5562"/>
                </a:lnTo>
                <a:lnTo>
                  <a:pt x="63106" y="8331"/>
                </a:lnTo>
                <a:lnTo>
                  <a:pt x="63106" y="195262"/>
                </a:lnTo>
                <a:lnTo>
                  <a:pt x="63106" y="202006"/>
                </a:lnTo>
                <a:lnTo>
                  <a:pt x="60921" y="207276"/>
                </a:lnTo>
                <a:lnTo>
                  <a:pt x="56553" y="211035"/>
                </a:lnTo>
                <a:lnTo>
                  <a:pt x="52387" y="214807"/>
                </a:lnTo>
                <a:lnTo>
                  <a:pt x="46735" y="216700"/>
                </a:lnTo>
                <a:lnTo>
                  <a:pt x="39585" y="216700"/>
                </a:lnTo>
                <a:lnTo>
                  <a:pt x="22034" y="216700"/>
                </a:lnTo>
                <a:lnTo>
                  <a:pt x="15671" y="216700"/>
                </a:lnTo>
                <a:lnTo>
                  <a:pt x="10426" y="214807"/>
                </a:lnTo>
                <a:lnTo>
                  <a:pt x="6248" y="211035"/>
                </a:lnTo>
                <a:lnTo>
                  <a:pt x="2082" y="207073"/>
                </a:lnTo>
                <a:lnTo>
                  <a:pt x="0" y="201917"/>
                </a:lnTo>
                <a:lnTo>
                  <a:pt x="0" y="195554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48" y="304"/>
                </a:lnTo>
                <a:lnTo>
                  <a:pt x="8635" y="304"/>
                </a:lnTo>
                <a:lnTo>
                  <a:pt x="11010" y="304"/>
                </a:lnTo>
                <a:lnTo>
                  <a:pt x="12992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5542" y="82753"/>
                </a:lnTo>
                <a:lnTo>
                  <a:pt x="45542" y="8331"/>
                </a:lnTo>
                <a:lnTo>
                  <a:pt x="45542" y="5562"/>
                </a:lnTo>
                <a:lnTo>
                  <a:pt x="46431" y="3479"/>
                </a:lnTo>
                <a:lnTo>
                  <a:pt x="48221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4" name="bk object 34"/>
          <p:cNvSpPr/>
          <p:nvPr/>
        </p:nvSpPr>
        <p:spPr>
          <a:xfrm>
            <a:off x="3332706" y="1564783"/>
            <a:ext cx="55384" cy="147697"/>
          </a:xfrm>
          <a:custGeom>
            <a:avLst/>
            <a:gdLst/>
            <a:ahLst/>
            <a:cxnLst/>
            <a:rect l="l" t="t" r="r" b="b"/>
            <a:pathLst>
              <a:path w="64770" h="217169">
                <a:moveTo>
                  <a:pt x="49123" y="2082"/>
                </a:moveTo>
                <a:lnTo>
                  <a:pt x="50711" y="698"/>
                </a:lnTo>
                <a:lnTo>
                  <a:pt x="52793" y="0"/>
                </a:lnTo>
                <a:lnTo>
                  <a:pt x="55371" y="0"/>
                </a:lnTo>
                <a:lnTo>
                  <a:pt x="57746" y="0"/>
                </a:lnTo>
                <a:lnTo>
                  <a:pt x="59728" y="698"/>
                </a:lnTo>
                <a:lnTo>
                  <a:pt x="61328" y="2082"/>
                </a:lnTo>
                <a:lnTo>
                  <a:pt x="63309" y="3479"/>
                </a:lnTo>
                <a:lnTo>
                  <a:pt x="64300" y="5562"/>
                </a:lnTo>
                <a:lnTo>
                  <a:pt x="64300" y="8331"/>
                </a:lnTo>
                <a:lnTo>
                  <a:pt x="64300" y="196748"/>
                </a:lnTo>
                <a:lnTo>
                  <a:pt x="64300" y="202514"/>
                </a:lnTo>
                <a:lnTo>
                  <a:pt x="62217" y="207276"/>
                </a:lnTo>
                <a:lnTo>
                  <a:pt x="58051" y="211035"/>
                </a:lnTo>
                <a:lnTo>
                  <a:pt x="54076" y="214807"/>
                </a:lnTo>
                <a:lnTo>
                  <a:pt x="49123" y="216700"/>
                </a:lnTo>
                <a:lnTo>
                  <a:pt x="43167" y="216700"/>
                </a:lnTo>
                <a:lnTo>
                  <a:pt x="21729" y="216700"/>
                </a:lnTo>
                <a:lnTo>
                  <a:pt x="15786" y="216700"/>
                </a:lnTo>
                <a:lnTo>
                  <a:pt x="10718" y="214807"/>
                </a:lnTo>
                <a:lnTo>
                  <a:pt x="6553" y="211035"/>
                </a:lnTo>
                <a:lnTo>
                  <a:pt x="2184" y="207073"/>
                </a:lnTo>
                <a:lnTo>
                  <a:pt x="0" y="202209"/>
                </a:lnTo>
                <a:lnTo>
                  <a:pt x="0" y="196456"/>
                </a:lnTo>
                <a:lnTo>
                  <a:pt x="0" y="9829"/>
                </a:lnTo>
                <a:lnTo>
                  <a:pt x="0" y="6845"/>
                </a:lnTo>
                <a:lnTo>
                  <a:pt x="901" y="4470"/>
                </a:lnTo>
                <a:lnTo>
                  <a:pt x="2679" y="2679"/>
                </a:lnTo>
                <a:lnTo>
                  <a:pt x="4267" y="1092"/>
                </a:lnTo>
                <a:lnTo>
                  <a:pt x="6261" y="304"/>
                </a:lnTo>
                <a:lnTo>
                  <a:pt x="8635" y="304"/>
                </a:lnTo>
                <a:lnTo>
                  <a:pt x="11023" y="304"/>
                </a:lnTo>
                <a:lnTo>
                  <a:pt x="13004" y="990"/>
                </a:lnTo>
                <a:lnTo>
                  <a:pt x="14592" y="2387"/>
                </a:lnTo>
                <a:lnTo>
                  <a:pt x="16573" y="4165"/>
                </a:lnTo>
                <a:lnTo>
                  <a:pt x="17564" y="6553"/>
                </a:lnTo>
                <a:lnTo>
                  <a:pt x="17564" y="9525"/>
                </a:lnTo>
                <a:lnTo>
                  <a:pt x="17564" y="82753"/>
                </a:lnTo>
                <a:lnTo>
                  <a:pt x="46443" y="82753"/>
                </a:lnTo>
                <a:lnTo>
                  <a:pt x="46443" y="8331"/>
                </a:lnTo>
                <a:lnTo>
                  <a:pt x="46443" y="5562"/>
                </a:lnTo>
                <a:lnTo>
                  <a:pt x="47332" y="3479"/>
                </a:lnTo>
                <a:lnTo>
                  <a:pt x="49123" y="208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5" name="bk object 35"/>
          <p:cNvSpPr/>
          <p:nvPr/>
        </p:nvSpPr>
        <p:spPr>
          <a:xfrm>
            <a:off x="3347726" y="1631384"/>
            <a:ext cx="24977" cy="70825"/>
          </a:xfrm>
          <a:custGeom>
            <a:avLst/>
            <a:gdLst/>
            <a:ahLst/>
            <a:cxnLst/>
            <a:rect l="l" t="t" r="r" b="b"/>
            <a:pathLst>
              <a:path w="29210" h="104139">
                <a:moveTo>
                  <a:pt x="0" y="0"/>
                </a:moveTo>
                <a:lnTo>
                  <a:pt x="0" y="94056"/>
                </a:lnTo>
                <a:lnTo>
                  <a:pt x="0" y="97231"/>
                </a:lnTo>
                <a:lnTo>
                  <a:pt x="901" y="99618"/>
                </a:lnTo>
                <a:lnTo>
                  <a:pt x="2679" y="101206"/>
                </a:lnTo>
                <a:lnTo>
                  <a:pt x="4063" y="102793"/>
                </a:lnTo>
                <a:lnTo>
                  <a:pt x="6146" y="103581"/>
                </a:lnTo>
                <a:lnTo>
                  <a:pt x="8928" y="103581"/>
                </a:lnTo>
                <a:lnTo>
                  <a:pt x="18453" y="103581"/>
                </a:lnTo>
                <a:lnTo>
                  <a:pt x="22034" y="103581"/>
                </a:lnTo>
                <a:lnTo>
                  <a:pt x="24612" y="102692"/>
                </a:lnTo>
                <a:lnTo>
                  <a:pt x="26200" y="100901"/>
                </a:lnTo>
                <a:lnTo>
                  <a:pt x="27978" y="99314"/>
                </a:lnTo>
                <a:lnTo>
                  <a:pt x="28879" y="96735"/>
                </a:lnTo>
                <a:lnTo>
                  <a:pt x="28879" y="93167"/>
                </a:lnTo>
                <a:lnTo>
                  <a:pt x="28879" y="0"/>
                </a:lnTo>
                <a:lnTo>
                  <a:pt x="0" y="0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6" name="bk object 36"/>
          <p:cNvSpPr/>
          <p:nvPr/>
        </p:nvSpPr>
        <p:spPr>
          <a:xfrm>
            <a:off x="3414665" y="1560126"/>
            <a:ext cx="49954" cy="169291"/>
          </a:xfrm>
          <a:custGeom>
            <a:avLst/>
            <a:gdLst/>
            <a:ahLst/>
            <a:cxnLst/>
            <a:rect l="l" t="t" r="r" b="b"/>
            <a:pathLst>
              <a:path w="58420" h="248919">
                <a:moveTo>
                  <a:pt x="50012" y="116979"/>
                </a:moveTo>
                <a:lnTo>
                  <a:pt x="55168" y="116979"/>
                </a:lnTo>
                <a:lnTo>
                  <a:pt x="57746" y="119354"/>
                </a:lnTo>
                <a:lnTo>
                  <a:pt x="57746" y="124117"/>
                </a:lnTo>
                <a:lnTo>
                  <a:pt x="57950" y="129082"/>
                </a:lnTo>
                <a:lnTo>
                  <a:pt x="55562" y="131559"/>
                </a:lnTo>
                <a:lnTo>
                  <a:pt x="50609" y="131559"/>
                </a:lnTo>
                <a:lnTo>
                  <a:pt x="17564" y="131559"/>
                </a:lnTo>
                <a:lnTo>
                  <a:pt x="17564" y="240207"/>
                </a:lnTo>
                <a:lnTo>
                  <a:pt x="17564" y="242785"/>
                </a:lnTo>
                <a:lnTo>
                  <a:pt x="16573" y="244868"/>
                </a:lnTo>
                <a:lnTo>
                  <a:pt x="14592" y="246456"/>
                </a:lnTo>
                <a:lnTo>
                  <a:pt x="13004" y="248043"/>
                </a:lnTo>
                <a:lnTo>
                  <a:pt x="11023" y="248843"/>
                </a:lnTo>
                <a:lnTo>
                  <a:pt x="8636" y="248843"/>
                </a:lnTo>
                <a:lnTo>
                  <a:pt x="6261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901" y="244868"/>
                </a:lnTo>
                <a:lnTo>
                  <a:pt x="0" y="242684"/>
                </a:lnTo>
                <a:lnTo>
                  <a:pt x="0" y="239915"/>
                </a:lnTo>
                <a:lnTo>
                  <a:pt x="0" y="8039"/>
                </a:lnTo>
                <a:lnTo>
                  <a:pt x="0" y="5460"/>
                </a:lnTo>
                <a:lnTo>
                  <a:pt x="901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261" y="0"/>
                </a:lnTo>
                <a:lnTo>
                  <a:pt x="8636" y="0"/>
                </a:lnTo>
                <a:lnTo>
                  <a:pt x="11023" y="0"/>
                </a:lnTo>
                <a:lnTo>
                  <a:pt x="13004" y="596"/>
                </a:lnTo>
                <a:lnTo>
                  <a:pt x="14592" y="1790"/>
                </a:lnTo>
                <a:lnTo>
                  <a:pt x="16573" y="3378"/>
                </a:lnTo>
                <a:lnTo>
                  <a:pt x="17564" y="5460"/>
                </a:lnTo>
                <a:lnTo>
                  <a:pt x="17564" y="8039"/>
                </a:lnTo>
                <a:lnTo>
                  <a:pt x="17564" y="116979"/>
                </a:lnTo>
                <a:lnTo>
                  <a:pt x="50012" y="116979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7" name="bk object 37"/>
          <p:cNvSpPr/>
          <p:nvPr/>
        </p:nvSpPr>
        <p:spPr>
          <a:xfrm>
            <a:off x="3601226" y="1566199"/>
            <a:ext cx="143350" cy="149425"/>
          </a:xfrm>
          <a:custGeom>
            <a:avLst/>
            <a:gdLst/>
            <a:ahLst/>
            <a:cxnLst/>
            <a:rect l="l" t="t" r="r" b="b"/>
            <a:pathLst>
              <a:path w="167639" h="219710">
                <a:moveTo>
                  <a:pt x="158648" y="7442"/>
                </a:moveTo>
                <a:lnTo>
                  <a:pt x="158648" y="12598"/>
                </a:lnTo>
                <a:lnTo>
                  <a:pt x="156159" y="15176"/>
                </a:lnTo>
                <a:lnTo>
                  <a:pt x="151206" y="15176"/>
                </a:lnTo>
                <a:lnTo>
                  <a:pt x="92265" y="15176"/>
                </a:lnTo>
                <a:lnTo>
                  <a:pt x="92265" y="63398"/>
                </a:lnTo>
                <a:lnTo>
                  <a:pt x="93494" y="86098"/>
                </a:lnTo>
                <a:lnTo>
                  <a:pt x="103318" y="128370"/>
                </a:lnTo>
                <a:lnTo>
                  <a:pt x="122201" y="165165"/>
                </a:lnTo>
                <a:lnTo>
                  <a:pt x="162217" y="202107"/>
                </a:lnTo>
                <a:lnTo>
                  <a:pt x="164795" y="203504"/>
                </a:lnTo>
                <a:lnTo>
                  <a:pt x="166382" y="205384"/>
                </a:lnTo>
                <a:lnTo>
                  <a:pt x="166979" y="207759"/>
                </a:lnTo>
                <a:lnTo>
                  <a:pt x="167576" y="210146"/>
                </a:lnTo>
                <a:lnTo>
                  <a:pt x="167373" y="212331"/>
                </a:lnTo>
                <a:lnTo>
                  <a:pt x="166382" y="214312"/>
                </a:lnTo>
                <a:lnTo>
                  <a:pt x="165201" y="216496"/>
                </a:lnTo>
                <a:lnTo>
                  <a:pt x="163410" y="217881"/>
                </a:lnTo>
                <a:lnTo>
                  <a:pt x="161023" y="218478"/>
                </a:lnTo>
                <a:lnTo>
                  <a:pt x="158445" y="219278"/>
                </a:lnTo>
                <a:lnTo>
                  <a:pt x="118982" y="188884"/>
                </a:lnTo>
                <a:lnTo>
                  <a:pt x="92195" y="145403"/>
                </a:lnTo>
                <a:lnTo>
                  <a:pt x="83337" y="115189"/>
                </a:lnTo>
                <a:lnTo>
                  <a:pt x="79508" y="130669"/>
                </a:lnTo>
                <a:lnTo>
                  <a:pt x="57746" y="175323"/>
                </a:lnTo>
                <a:lnTo>
                  <a:pt x="24983" y="209976"/>
                </a:lnTo>
                <a:lnTo>
                  <a:pt x="8128" y="218579"/>
                </a:lnTo>
                <a:lnTo>
                  <a:pt x="5956" y="217589"/>
                </a:lnTo>
                <a:lnTo>
                  <a:pt x="3962" y="216801"/>
                </a:lnTo>
                <a:lnTo>
                  <a:pt x="2476" y="215404"/>
                </a:lnTo>
                <a:lnTo>
                  <a:pt x="1485" y="213423"/>
                </a:lnTo>
                <a:lnTo>
                  <a:pt x="292" y="211239"/>
                </a:lnTo>
                <a:lnTo>
                  <a:pt x="5651" y="201510"/>
                </a:lnTo>
                <a:lnTo>
                  <a:pt x="19993" y="192398"/>
                </a:lnTo>
                <a:lnTo>
                  <a:pt x="54762" y="148526"/>
                </a:lnTo>
                <a:lnTo>
                  <a:pt x="69724" y="108124"/>
                </a:lnTo>
                <a:lnTo>
                  <a:pt x="74714" y="63703"/>
                </a:lnTo>
                <a:lnTo>
                  <a:pt x="74714" y="15176"/>
                </a:lnTo>
                <a:lnTo>
                  <a:pt x="15773" y="15176"/>
                </a:lnTo>
                <a:lnTo>
                  <a:pt x="10210" y="15176"/>
                </a:lnTo>
                <a:lnTo>
                  <a:pt x="7531" y="12598"/>
                </a:lnTo>
                <a:lnTo>
                  <a:pt x="7734" y="7442"/>
                </a:lnTo>
                <a:lnTo>
                  <a:pt x="7734" y="2489"/>
                </a:lnTo>
                <a:lnTo>
                  <a:pt x="10515" y="0"/>
                </a:lnTo>
                <a:lnTo>
                  <a:pt x="16065" y="0"/>
                </a:lnTo>
                <a:lnTo>
                  <a:pt x="151206" y="0"/>
                </a:lnTo>
                <a:lnTo>
                  <a:pt x="156159" y="0"/>
                </a:lnTo>
                <a:lnTo>
                  <a:pt x="158648" y="2489"/>
                </a:lnTo>
                <a:lnTo>
                  <a:pt x="158648" y="7442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38" name="bk object 38"/>
          <p:cNvSpPr/>
          <p:nvPr/>
        </p:nvSpPr>
        <p:spPr>
          <a:xfrm>
            <a:off x="3769468" y="1560126"/>
            <a:ext cx="15747" cy="169291"/>
          </a:xfrm>
          <a:custGeom>
            <a:avLst/>
            <a:gdLst/>
            <a:ahLst/>
            <a:cxnLst/>
            <a:rect l="l" t="t" r="r" b="b"/>
            <a:pathLst>
              <a:path w="18414" h="248919">
                <a:moveTo>
                  <a:pt x="14884" y="246456"/>
                </a:moveTo>
                <a:lnTo>
                  <a:pt x="13296" y="248043"/>
                </a:lnTo>
                <a:lnTo>
                  <a:pt x="11315" y="248843"/>
                </a:lnTo>
                <a:lnTo>
                  <a:pt x="8928" y="248843"/>
                </a:lnTo>
                <a:lnTo>
                  <a:pt x="6350" y="248843"/>
                </a:lnTo>
                <a:lnTo>
                  <a:pt x="4267" y="248043"/>
                </a:lnTo>
                <a:lnTo>
                  <a:pt x="2679" y="246456"/>
                </a:lnTo>
                <a:lnTo>
                  <a:pt x="888" y="244678"/>
                </a:lnTo>
                <a:lnTo>
                  <a:pt x="0" y="242392"/>
                </a:lnTo>
                <a:lnTo>
                  <a:pt x="0" y="239610"/>
                </a:lnTo>
                <a:lnTo>
                  <a:pt x="0" y="8039"/>
                </a:lnTo>
                <a:lnTo>
                  <a:pt x="0" y="5460"/>
                </a:lnTo>
                <a:lnTo>
                  <a:pt x="888" y="3378"/>
                </a:lnTo>
                <a:lnTo>
                  <a:pt x="2679" y="1790"/>
                </a:lnTo>
                <a:lnTo>
                  <a:pt x="4267" y="596"/>
                </a:lnTo>
                <a:lnTo>
                  <a:pt x="6350" y="0"/>
                </a:lnTo>
                <a:lnTo>
                  <a:pt x="8928" y="0"/>
                </a:lnTo>
                <a:lnTo>
                  <a:pt x="11315" y="0"/>
                </a:lnTo>
                <a:lnTo>
                  <a:pt x="13296" y="596"/>
                </a:lnTo>
                <a:lnTo>
                  <a:pt x="14884" y="1790"/>
                </a:lnTo>
                <a:lnTo>
                  <a:pt x="16865" y="3378"/>
                </a:lnTo>
                <a:lnTo>
                  <a:pt x="17856" y="5460"/>
                </a:lnTo>
                <a:lnTo>
                  <a:pt x="17856" y="8039"/>
                </a:lnTo>
                <a:lnTo>
                  <a:pt x="17856" y="239610"/>
                </a:lnTo>
                <a:lnTo>
                  <a:pt x="17856" y="242392"/>
                </a:lnTo>
                <a:lnTo>
                  <a:pt x="16865" y="244678"/>
                </a:lnTo>
                <a:lnTo>
                  <a:pt x="14884" y="246456"/>
                </a:lnTo>
                <a:close/>
              </a:path>
            </a:pathLst>
          </a:custGeom>
          <a:ln w="731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27661" y="1511748"/>
            <a:ext cx="7488676" cy="29238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0" i="0">
                <a:solidFill>
                  <a:schemeClr val="tx1"/>
                </a:solidFill>
                <a:latin typeface="Gulim"/>
                <a:cs typeface="Gulim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1"/>
            <a:ext cx="640080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384721"/>
          </a:xfrm>
        </p:spPr>
        <p:txBody>
          <a:bodyPr lIns="0" tIns="0" rIns="0" bIns="0"/>
          <a:lstStyle>
            <a:lvl1pPr>
              <a:defRPr sz="25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6"/>
            <a:ext cx="397764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1" y="8"/>
            <a:ext cx="9139167" cy="514155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07777"/>
          </a:xfrm>
        </p:spPr>
        <p:txBody>
          <a:bodyPr lIns="0" tIns="0" rIns="0" bIns="0"/>
          <a:lstStyle>
            <a:lvl1pPr>
              <a:defRPr sz="20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8"/>
            <a:ext cx="9142914" cy="5141772"/>
          </a:xfrm>
          <a:custGeom>
            <a:avLst/>
            <a:gdLst/>
            <a:ahLst/>
            <a:cxnLst/>
            <a:rect l="l" t="t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dirty="0">
              <a:solidFill>
                <a:prstClr val="black"/>
              </a:solidFill>
            </a:endParaRPr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9898E7-6803-442A-B25E-9443EE4D21A3}" type="slidenum">
              <a:rPr lang="en-US" altLang="ko-KR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‹#›</a:t>
            </a:fld>
            <a:endParaRPr lang="en-US" altLang="ko-KR"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Layout" Target="../slideLayouts/slideLayout8.xml"/><Relationship Id="rId3" Type="http://schemas.openxmlformats.org/officeDocument/2006/relationships/slideLayout" Target="../slideLayouts/slideLayout9.xml"/><Relationship Id="rId4" Type="http://schemas.openxmlformats.org/officeDocument/2006/relationships/slideLayout" Target="../slideLayouts/slideLayout10.xml"/><Relationship Id="rId5" Type="http://schemas.openxmlformats.org/officeDocument/2006/relationships/slideLayout" Target="../slideLayouts/slideLayout11.xml"/><Relationship Id="rId6" Type="http://schemas.openxmlformats.org/officeDocument/2006/relationships/slideLayout" Target="../slideLayouts/slideLayout12.xml"/><Relationship Id="rId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8.xml"/><Relationship Id="rId7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slideLayout" Target="../slideLayouts/slideLayout20.xml"/><Relationship Id="rId3" Type="http://schemas.openxmlformats.org/officeDocument/2006/relationships/slideLayout" Target="../slideLayouts/slideLayout21.xml"/><Relationship Id="rId4" Type="http://schemas.openxmlformats.org/officeDocument/2006/relationships/slideLayout" Target="../slideLayouts/slideLayout22.xml"/><Relationship Id="rId5" Type="http://schemas.openxmlformats.org/officeDocument/2006/relationships/slideLayout" Target="../slideLayouts/slideLayout23.xml"/><Relationship Id="rId6" Type="http://schemas.openxmlformats.org/officeDocument/2006/relationships/slideLayout" Target="../slideLayouts/slideLayout24.xml"/><Relationship Id="rId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pPr/>
              <a:t>6/10/2026</a:t>
            </a:fld>
            <a:endParaRPr lang="en-US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5114772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73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="" xmlns:p14="http://schemas.microsoft.com/office/powerpoint/2010/main" val="417460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454" y="534078"/>
            <a:ext cx="731109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16453" y="1269811"/>
            <a:ext cx="6944336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rgbClr val="231F2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4783454"/>
            <a:ext cx="292608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>
                <a:solidFill>
                  <a:prstClr val="black">
                    <a:tint val="75000"/>
                  </a:prstClr>
                </a:solidFill>
              </a:rPr>
              <a:pPr/>
              <a:t>6/10/2026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4783454"/>
            <a:ext cx="2103120" cy="2154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dirty="0">
              <a:solidFill>
                <a:prstClr val="black">
                  <a:tint val="75000"/>
                </a:prst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357779">
        <a:defRPr>
          <a:latin typeface="+mn-lt"/>
          <a:ea typeface="+mn-ea"/>
          <a:cs typeface="+mn-cs"/>
        </a:defRPr>
      </a:lvl2pPr>
      <a:lvl3pPr marL="715558">
        <a:defRPr>
          <a:latin typeface="+mn-lt"/>
          <a:ea typeface="+mn-ea"/>
          <a:cs typeface="+mn-cs"/>
        </a:defRPr>
      </a:lvl3pPr>
      <a:lvl4pPr marL="1073337">
        <a:defRPr>
          <a:latin typeface="+mn-lt"/>
          <a:ea typeface="+mn-ea"/>
          <a:cs typeface="+mn-cs"/>
        </a:defRPr>
      </a:lvl4pPr>
      <a:lvl5pPr marL="1431116">
        <a:defRPr>
          <a:latin typeface="+mn-lt"/>
          <a:ea typeface="+mn-ea"/>
          <a:cs typeface="+mn-cs"/>
        </a:defRPr>
      </a:lvl5pPr>
      <a:lvl6pPr marL="1788895">
        <a:defRPr>
          <a:latin typeface="+mn-lt"/>
          <a:ea typeface="+mn-ea"/>
          <a:cs typeface="+mn-cs"/>
        </a:defRPr>
      </a:lvl6pPr>
      <a:lvl7pPr marL="2146673">
        <a:defRPr>
          <a:latin typeface="+mn-lt"/>
          <a:ea typeface="+mn-ea"/>
          <a:cs typeface="+mn-cs"/>
        </a:defRPr>
      </a:lvl7pPr>
      <a:lvl8pPr marL="2504453">
        <a:defRPr>
          <a:latin typeface="+mn-lt"/>
          <a:ea typeface="+mn-ea"/>
          <a:cs typeface="+mn-cs"/>
        </a:defRPr>
      </a:lvl8pPr>
      <a:lvl9pPr marL="2862232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eg"/><Relationship Id="rId4" Type="http://schemas.openxmlformats.org/officeDocument/2006/relationships/image" Target="../media/image6.jpeg"/></Relationships>
</file>

<file path=ppt/slides/_rels/slide2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jpeg"/></Relationships>
</file>

<file path=ppt/slides/_rels/slide4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2" Type="http://schemas.openxmlformats.org/officeDocument/2006/relationships/slideLayout" Target="../slideLayouts/slideLayout5.xml"/><Relationship Id="rId3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e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0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1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3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">
            <a:extLst>
              <a:ext uri="{FF2B5EF4-FFF2-40B4-BE49-F238E27FC236}">
                <a16:creationId xmlns="" xmlns:a16="http://schemas.microsoft.com/office/drawing/2014/main" id="{1040A872-B93C-48D8-996A-17DB865F4D58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9" y="0"/>
            <a:ext cx="9174600" cy="5141564"/>
          </a:xfrm>
          <a:prstGeom prst="rect">
            <a:avLst/>
          </a:prstGeom>
        </p:spPr>
      </p:pic>
      <p:pic>
        <p:nvPicPr>
          <p:cNvPr id="12" name="Picture 12" descr="broken-bay_logo.jpg">
            <a:extLst>
              <a:ext uri="{FF2B5EF4-FFF2-40B4-BE49-F238E27FC236}">
                <a16:creationId xmlns="" xmlns:a16="http://schemas.microsoft.com/office/drawing/2014/main" id="{E7D6E599-A4AD-4277-9AC8-6DF6337F151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clrChange>
              <a:clrFrom>
                <a:srgbClr val="FDFFFF"/>
              </a:clrFrom>
              <a:clrTo>
                <a:srgbClr val="FD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363905" y="386614"/>
            <a:ext cx="1182298" cy="816984"/>
          </a:xfrm>
          <a:prstGeom prst="rect">
            <a:avLst/>
          </a:prstGeom>
        </p:spPr>
      </p:pic>
      <p:sp>
        <p:nvSpPr>
          <p:cNvPr id="6" name="object 5">
            <a:extLst>
              <a:ext uri="{FF2B5EF4-FFF2-40B4-BE49-F238E27FC236}">
                <a16:creationId xmlns="" xmlns:a16="http://schemas.microsoft.com/office/drawing/2014/main" id="{DA01D17A-8E05-4F9A-BAE4-F0B9DA2A8D38}"/>
              </a:ext>
            </a:extLst>
          </p:cNvPr>
          <p:cNvSpPr txBox="1"/>
          <p:nvPr/>
        </p:nvSpPr>
        <p:spPr>
          <a:xfrm>
            <a:off x="-36512" y="3650914"/>
            <a:ext cx="9174600" cy="1513124"/>
          </a:xfrm>
          <a:prstGeom prst="rect">
            <a:avLst/>
          </a:prstGeom>
          <a:ln w="12700">
            <a:noFill/>
          </a:ln>
        </p:spPr>
        <p:txBody>
          <a:bodyPr vert="horz" wrap="square" lIns="0" tIns="4970" rIns="0" bIns="0" rtlCol="0">
            <a:spAutoFit/>
          </a:bodyPr>
          <a:lstStyle/>
          <a:p>
            <a:pPr marL="684748" marR="678786" indent="74041" algn="ctr">
              <a:spcAft>
                <a:spcPts val="1200"/>
              </a:spcAft>
            </a:pPr>
            <a:r>
              <a:rPr sz="2200" b="1" spc="200" dirty="0" smtClean="0">
                <a:latin typeface="궁서" pitchFamily="18" charset="-127"/>
                <a:ea typeface="궁서" pitchFamily="18" charset="-127"/>
                <a:cs typeface="Malgun Gothic"/>
              </a:rPr>
              <a:t>2026년 7월 22일</a:t>
            </a:r>
            <a:endParaRPr lang="en-US" altLang="ko-KR" sz="2200" b="1" spc="200" dirty="0">
              <a:latin typeface="궁서" pitchFamily="18" charset="-127"/>
              <a:ea typeface="궁서" pitchFamily="18" charset="-127"/>
              <a:cs typeface="Malgun Gothic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ko-KR" altLang="en-US" sz="2800" b="1" spc="500" dirty="0">
                <a:latin typeface="궁서" pitchFamily="18" charset="-127"/>
                <a:ea typeface="궁서" pitchFamily="18" charset="-127"/>
              </a:rPr>
              <a:t>성녀 마리아 막달레나 축일</a:t>
            </a:r>
            <a:endParaRPr lang="en-US" altLang="ko-KR" sz="2800" b="1" spc="500" dirty="0">
              <a:latin typeface="궁서" pitchFamily="18" charset="-127"/>
              <a:ea typeface="궁서" pitchFamily="18" charset="-127"/>
            </a:endParaRPr>
          </a:p>
          <a:p>
            <a:pPr marL="684748" marR="678786" indent="74041" algn="ctr">
              <a:spcAft>
                <a:spcPts val="1200"/>
              </a:spcAft>
            </a:pPr>
            <a:r>
              <a:rPr lang="en-US" altLang="ko-KR" sz="2800" b="1" spc="500" dirty="0">
                <a:latin typeface="궁서" pitchFamily="18" charset="-127"/>
                <a:ea typeface="궁서" pitchFamily="18" charset="-127"/>
              </a:rPr>
              <a:t>(</a:t>
            </a:r>
            <a:r>
              <a:rPr lang="ko-KR" altLang="en-US" sz="2800" b="1" spc="500" dirty="0">
                <a:latin typeface="궁서" pitchFamily="18" charset="-127"/>
                <a:ea typeface="궁서" pitchFamily="18" charset="-127"/>
              </a:rPr>
              <a:t>사제 성화의 날</a:t>
            </a:r>
            <a:r>
              <a:rPr lang="en-US" altLang="ko-KR" sz="2800" b="1" spc="500" dirty="0">
                <a:latin typeface="궁서" pitchFamily="18" charset="-127"/>
                <a:ea typeface="궁서" pitchFamily="18" charset="-127"/>
              </a:rPr>
              <a:t>)</a:t>
            </a:r>
            <a:endParaRPr lang="en-US" altLang="en-US" sz="2800" b="1" spc="500" dirty="0"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7" name="object 4"/>
          <p:cNvSpPr txBox="1"/>
          <p:nvPr/>
        </p:nvSpPr>
        <p:spPr>
          <a:xfrm>
            <a:off x="2258171" y="483518"/>
            <a:ext cx="6130253" cy="104644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algn="ctr"/>
            <a:r>
              <a:rPr sz="2700" b="1" spc="120" dirty="0">
                <a:latin typeface="Arial Black" panose="020B0A04020102020204" pitchFamily="34" charset="0"/>
                <a:ea typeface="나눔고딕" pitchFamily="50" charset="-127"/>
                <a:cs typeface="Malgun Gothic"/>
              </a:rPr>
              <a:t>브로큰 베이 교구 한인 천주교회</a:t>
            </a:r>
            <a:endParaRPr lang="en-US" sz="2700" b="1" spc="120" dirty="0">
              <a:latin typeface="Arial Black" panose="020B0A04020102020204" pitchFamily="34" charset="0"/>
              <a:ea typeface="나눔고딕" pitchFamily="50" charset="-127"/>
              <a:cs typeface="Malgun Gothic"/>
            </a:endParaRPr>
          </a:p>
          <a:p>
            <a:pPr marL="9784" algn="ctr"/>
            <a:r>
              <a:rPr lang="en-GB" sz="2300" dirty="0">
                <a:solidFill>
                  <a:srgbClr val="000000"/>
                </a:solidFill>
                <a:latin typeface="AppleSystemUIFont"/>
                <a:ea typeface="Malgun Gothic" panose="020B0503020000020004" pitchFamily="34" charset="-127"/>
                <a:cs typeface="Arial" panose="020B0604020202020204" pitchFamily="34" charset="0"/>
              </a:rPr>
              <a:t>Korean Chaplaincy </a:t>
            </a:r>
            <a:r>
              <a:rPr lang="en-GB" sz="1300" dirty="0">
                <a:solidFill>
                  <a:srgbClr val="000000"/>
                </a:solidFill>
                <a:latin typeface="AppleSystemUIFont"/>
                <a:ea typeface="Malgun Gothic" panose="020B0503020000020004" pitchFamily="34" charset="-127"/>
                <a:cs typeface="AppleSystemUIFont"/>
              </a:rPr>
              <a:t>CATHOLIC DIOCESE OF BROKEN BAY </a:t>
            </a:r>
            <a:endParaRPr lang="en-AU" sz="1300" dirty="0">
              <a:latin typeface="Calibri" panose="020F0502020204030204" pitchFamily="34" charset="0"/>
              <a:ea typeface="Malgun Gothic" panose="020B0503020000020004" pitchFamily="34" charset="-127"/>
              <a:cs typeface="Times New Roman" panose="02020603050405020304" pitchFamily="18" charset="0"/>
            </a:endParaRPr>
          </a:p>
          <a:p>
            <a:pPr marL="9784" algn="ctr"/>
            <a:endParaRPr sz="1800" dirty="0">
              <a:latin typeface="Gill Sans MT"/>
              <a:cs typeface="Gill Sans MT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11713045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26604367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/>
          <p:cNvSpPr txBox="1"/>
          <p:nvPr/>
        </p:nvSpPr>
        <p:spPr>
          <a:xfrm>
            <a:off x="2699792" y="1084177"/>
            <a:ext cx="5760640" cy="233185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미사가 시작되오니</a:t>
            </a:r>
            <a:r>
              <a:rPr lang="en-AU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</a:t>
            </a: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핸드폰 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설정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을</a:t>
            </a:r>
            <a:endParaRPr lang="en-AU" sz="3200" b="1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  <a:p>
            <a:pPr algn="ctr">
              <a:lnSpc>
                <a:spcPct val="150000"/>
              </a:lnSpc>
              <a:spcAft>
                <a:spcPts val="924"/>
              </a:spcAft>
            </a:pP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확인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하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시</a:t>
            </a:r>
            <a:r>
              <a:rPr lang="ko-KR" altLang="en-US"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기</a:t>
            </a:r>
            <a:r>
              <a:rPr sz="3200" b="1" spc="154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  <a:cs typeface="Malgun Gothic"/>
              </a:rPr>
              <a:t> 바랍니다</a:t>
            </a:r>
            <a:endParaRPr sz="3200" spc="154" dirty="0">
              <a:solidFill>
                <a:schemeClr val="bg1"/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pic>
        <p:nvPicPr>
          <p:cNvPr id="3" name="Picture 2" descr="See the source image">
            <a:extLst>
              <a:ext uri="{FF2B5EF4-FFF2-40B4-BE49-F238E27FC236}">
                <a16:creationId xmlns="" xmlns:a16="http://schemas.microsoft.com/office/drawing/2014/main" id="{233D9B60-48F6-4C8E-B527-60E426E725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="" xmlns:a14="http://schemas.microsoft.com/office/drawing/2010/main" val="0"/>
              </a:ext>
            </a:extLst>
          </a:blip>
          <a:srcRect l="9293" t="1400" r="6384" b="10800"/>
          <a:stretch/>
        </p:blipFill>
        <p:spPr bwMode="auto">
          <a:xfrm>
            <a:off x="755576" y="627534"/>
            <a:ext cx="1862270" cy="2088232"/>
          </a:xfrm>
          <a:prstGeom prst="rect">
            <a:avLst/>
          </a:prstGeom>
          <a:noFill/>
          <a:effectLst>
            <a:reflection blurRad="6350" stA="50000" endA="300" endPos="90000" dir="5400000" sy="-100000" algn="bl" rotWithShape="0"/>
            <a:softEdge rad="127000"/>
          </a:effectLst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="" xmlns:p14="http://schemas.microsoft.com/office/powerpoint/2010/main" val="33888581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699542"/>
            <a:ext cx="8784976" cy="426578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4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지극히 어지신 구세주 예수님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</a:t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 앞에 꿇어 경배하오니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굽어살피소서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20000"/>
              </a:lnSpc>
              <a:spcAft>
                <a:spcPts val="21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저희는 이미 주님의 백성이오니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언제나 주님과 함께 살아가기를 바라나이다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주님과 하나 되고자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오늘 저희를 주님의 성심께 봉헌하나이다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93861"/>
            <a:ext cx="7488832" cy="4616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>
              <a:defRPr/>
            </a:pPr>
            <a:r>
              <a:rPr lang="ko-KR" altLang="en-US" sz="3000" kern="0" spc="77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예수 성심께 천하 만민을 바치는 기도</a:t>
            </a:r>
            <a:endParaRPr lang="ko-KR" altLang="en-US" sz="3000" kern="0" spc="78" dirty="0">
              <a:solidFill>
                <a:srgbClr val="FFC000"/>
              </a:solidFill>
              <a:latin typeface="궁서" pitchFamily="18" charset="-127"/>
              <a:ea typeface="궁서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793315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8"/>
          <p:cNvSpPr/>
          <p:nvPr/>
        </p:nvSpPr>
        <p:spPr>
          <a:xfrm>
            <a:off x="251520" y="355916"/>
            <a:ext cx="8784976" cy="408804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일찍이 알아 모시지 못한 사람도 많고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알고도 주님의 계명을 저버리고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떠난 사람도 많사오니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>
              <a:lnSpc>
                <a:spcPct val="130000"/>
              </a:lnSpc>
              <a:spcAft>
                <a:spcPts val="2400"/>
              </a:spcAft>
              <a:tabLst>
                <a:tab pos="719138" algn="l"/>
              </a:tabLst>
              <a:defRPr/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 </a:t>
            </a:r>
            <a:r>
              <a:rPr lang="en-US" altLang="ko-KR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지극히 인자하신 예수님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이런 사람들도 다 불쌍히 여기시어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주님의 성심께 이끌어 들이소서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35262028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30834"/>
            <a:ext cx="9001000" cy="49171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주님께서는 목자이시니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주님을 떠나지 않은 사람들을 보살피시고 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이미 주님을 떠난 사람들은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다시 아버지 집으로 돌아오게 하시어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굶어 죽는 일이 없게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</a:t>
            </a:r>
          </a:p>
          <a:p>
            <a:pPr>
              <a:lnSpc>
                <a:spcPct val="120000"/>
              </a:lnSpc>
              <a:spcAft>
                <a:spcPts val="1200"/>
              </a:spcAft>
              <a:tabLst>
                <a:tab pos="719138" algn="l"/>
              </a:tabLst>
              <a:defRPr/>
            </a:pPr>
            <a:r>
              <a:rPr lang="ko-KR" altLang="en-US" sz="28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ko-KR" altLang="en-US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0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옹졸한 고집에 사로잡힌 사람들이나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 err="1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불목하여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갈린 사람들도 부르시어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저희가 모두 같은 신앙을 고백하며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한 우리에서 한 목자 밑에 살게 하소서</a:t>
            </a:r>
            <a:r>
              <a:rPr lang="en-US" altLang="ko-KR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4411671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23528" y="115922"/>
            <a:ext cx="8784976" cy="47166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spc="-200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주님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거룩한 교회를 평화의 깃발로 세우시고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모든 나라에 참된 평화를 주시어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온 세상 어디서나 입을 모아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저희를 구원하신 거룩하신 성심께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/>
            </a:r>
            <a:b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</a:b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영원히 찬미와 영광과 흠숭을 드리게 하소서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  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endParaRPr lang="en-US" altLang="ko-KR" sz="3000" b="1" dirty="0">
              <a:solidFill>
                <a:srgbClr val="EEECE1">
                  <a:lumMod val="90000"/>
                </a:srgb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맑은 고딕" panose="020B0503020000020004" pitchFamily="50" charset="-127"/>
              </a:rPr>
              <a:t>◎</a:t>
            </a: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아 멘 </a:t>
            </a:r>
            <a:endParaRPr lang="en-US" altLang="ko-KR" sz="34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500"/>
              </a:spcAft>
              <a:tabLst>
                <a:tab pos="719138" algn="l"/>
              </a:tabLst>
              <a:defRPr/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 </a:t>
            </a:r>
            <a:r>
              <a:rPr lang="en-US" altLang="ko-KR" sz="30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</a:t>
            </a: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 성심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  <a:endParaRPr lang="en-US" altLang="ko-KR" sz="3000" b="1" dirty="0">
              <a:solidFill>
                <a:prstClr val="white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>
              <a:spcAft>
                <a:spcPts val="1800"/>
              </a:spcAft>
              <a:tabLst>
                <a:tab pos="719138" algn="l"/>
              </a:tabLst>
              <a:defRPr/>
            </a:pPr>
            <a:r>
              <a:rPr lang="ko-KR" altLang="en-US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 </a:t>
            </a:r>
            <a:r>
              <a:rPr lang="en-US" altLang="ko-KR" sz="34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	</a:t>
            </a:r>
            <a:r>
              <a:rPr lang="ko-KR" altLang="en-US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이 세상에 주님의 나라를 세우소서</a:t>
            </a:r>
            <a:r>
              <a:rPr lang="en-US" altLang="ko-KR" sz="3400" b="1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3400" b="1" dirty="0">
              <a:solidFill>
                <a:prstClr val="white"/>
              </a:solidFill>
              <a:latin typeface="Batang" pitchFamily="18" charset="-127"/>
              <a:ea typeface="Batang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5097559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CWF August 2019.mp4"/>
          <p:cNvPicPr>
            <a:picLocks noRot="1"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95536" y="0"/>
            <a:ext cx="8280922" cy="5143500"/>
          </a:xfrm>
          <a:prstGeom prst="rect">
            <a:avLst/>
          </a:prstGeom>
        </p:spPr>
      </p:pic>
    </p:spTree>
    <p:extLst>
      <p:ext uri="{BB962C8B-B14F-4D97-AF65-F5344CB8AC3E}">
        <p14:creationId xmlns="" xmlns:p14="http://schemas.microsoft.com/office/powerpoint/2010/main" val="3740952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0674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입당송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5" name="직사각형 2"/>
          <p:cNvSpPr/>
          <p:nvPr/>
        </p:nvSpPr>
        <p:spPr>
          <a:xfrm>
            <a:off x="755576" y="915566"/>
            <a:ext cx="7272808" cy="378565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en-US" altLang="ko-KR" sz="4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◎ 	주님이 마리아 막달레나에게 말씀하셨다. 내 형제들에게 가서 전하여라. 나는 내 아버지시며 너희의 아버지신 분, 내 하느님이시며 너희의 하느님이신 분께 올라간다.</a:t>
            </a:r>
            <a:endParaRPr lang="en-US" altLang="ko-KR" sz="40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입 당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55</a:t>
            </a:r>
            <a:endParaRPr lang="en-US" altLang="ko-KR" sz="4800" b="1" spc="1500" dirty="0"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912970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29137"/>
            <a:ext cx="9108504" cy="4185753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†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하늘 높은데서는 하느님께 영광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땅에서는 주님께서 사랑하시는 사람들에게 평화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 하느님 하늘의 임금님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전능하신 아버지 하느님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기리나이다 찬미하나이다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주님을 흠숭하나이다 찬양하나이다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 영광 크시오니 감사하나이다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483518"/>
            <a:ext cx="9108504" cy="4678196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외아들 주 예수 그리스도님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 하느님 성부의 아드님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하느님의 어린양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세상의 죄를 없애시는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자비를 베푸소서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세상의 죄를 없애시는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저희의 기도를 들어 주소서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0" y="571486"/>
            <a:ext cx="9108504" cy="4170364"/>
          </a:xfrm>
          <a:prstGeom prst="rect">
            <a:avLst/>
          </a:prstGeom>
          <a:noFill/>
        </p:spPr>
        <p:txBody>
          <a:bodyPr wrap="square" lIns="91434" tIns="45716" rIns="91434" bIns="45716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성부 오른편에 앉아 계신 주님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저희에게 자비를 베푸소서</a:t>
            </a:r>
            <a:endParaRPr kumimoji="0" lang="en-AU" sz="24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홀로 거룩하시고 홀로 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주님이시며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홀로 높으신 예수 그리스도님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성령과 함께 아버지 하느님의 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영광안에 계시나이다</a:t>
            </a:r>
            <a:endParaRPr kumimoji="0" lang="en-US" altLang="ko-KR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5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>
                <a:tab pos="361950" algn="l"/>
              </a:tabLst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아멘</a:t>
            </a: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46F17F0B-9570-4BE5-A125-85B2AE51E472}"/>
              </a:ext>
            </a:extLst>
          </p:cNvPr>
          <p:cNvSpPr/>
          <p:nvPr/>
        </p:nvSpPr>
        <p:spPr>
          <a:xfrm>
            <a:off x="8143900" y="0"/>
            <a:ext cx="100010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Calibri"/>
                <a:ea typeface="대한" pitchFamily="50" charset="-127"/>
                <a:cs typeface="+mn-cs"/>
              </a:rPr>
              <a:t>Gloria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대한" pitchFamily="50" charset="-127"/>
              <a:cs typeface="+mn-cs"/>
            </a:endParaRPr>
          </a:p>
        </p:txBody>
      </p:sp>
      <p:sp>
        <p:nvSpPr>
          <p:cNvPr id="4" name="object 3"/>
          <p:cNvSpPr txBox="1">
            <a:spLocks/>
          </p:cNvSpPr>
          <p:nvPr/>
        </p:nvSpPr>
        <p:spPr>
          <a:xfrm>
            <a:off x="179512" y="-20537"/>
            <a:ext cx="7311095" cy="5228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600" b="1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75000"/>
                  </a:srgbClr>
                </a:solidFill>
                <a:effectLst/>
                <a:uLnTx/>
                <a:uFillTx/>
                <a:latin typeface="Batang" pitchFamily="18" charset="-127"/>
                <a:ea typeface="Batang" pitchFamily="18" charset="-127"/>
                <a:cs typeface="+mn-cs"/>
              </a:rPr>
              <a:t>대영광송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0" marR="0" lvl="0" indent="0" algn="ctr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-10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궁서" panose="02030600000101010101" pitchFamily="18" charset="-127"/>
                <a:ea typeface="궁서" panose="02030600000101010101" pitchFamily="18" charset="-127"/>
                <a:cs typeface="+mn-cs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2E6C414F-18E2-4F48-B39D-795A11AE6CDD}"/>
              </a:ext>
            </a:extLst>
          </p:cNvPr>
          <p:cNvSpPr/>
          <p:nvPr/>
        </p:nvSpPr>
        <p:spPr>
          <a:xfrm>
            <a:off x="6338855" y="19814"/>
            <a:ext cx="2701252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The Liturgy of the Word</a:t>
            </a:r>
          </a:p>
          <a:p>
            <a:pPr algn="ctr" latinLnBrk="1">
              <a:defRPr/>
            </a:pPr>
            <a:r>
              <a:rPr lang="en-AU" altLang="ko-KR" sz="2000" dirty="0">
                <a:solidFill>
                  <a:schemeClr val="accent2"/>
                </a:solidFill>
                <a:ea typeface="dotum" panose="020B0600000101010101" pitchFamily="50" charset="-127"/>
              </a:rPr>
              <a:t>First Reading</a:t>
            </a:r>
          </a:p>
        </p:txBody>
      </p:sp>
      <p:sp>
        <p:nvSpPr>
          <p:cNvPr id="10" name="object 3"/>
          <p:cNvSpPr txBox="1">
            <a:spLocks noGrp="1"/>
          </p:cNvSpPr>
          <p:nvPr>
            <p:ph type="title"/>
          </p:nvPr>
        </p:nvSpPr>
        <p:spPr>
          <a:xfrm>
            <a:off x="861305" y="987574"/>
            <a:ext cx="8103183" cy="138499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제 </a:t>
            </a:r>
            <a:r>
              <a:rPr lang="en-US" altLang="ko-KR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1 </a:t>
            </a:r>
            <a:r>
              <a:rPr lang="ko-KR" altLang="en-US"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독서</a:t>
            </a:r>
            <a:r>
              <a:rPr sz="2800" spc="78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 </a:t>
            </a:r>
            <a: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br>
              <a:rPr lang="en-US" spc="78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</a:br>
            <a:r>
              <a:rPr lang="ko-KR" altLang="en-US" sz="3200" spc="50" dirty="0" smtClean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아가의 말씀입니다.</a:t>
            </a:r>
            <a:r>
              <a:rPr lang="en-US" altLang="ko-KR" sz="3200" spc="5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r>
              <a:rPr lang="en-US" altLang="ko-KR" sz="32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/>
            </a:r>
            <a:endParaRPr sz="32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8286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신부가 이렇게 말한다.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“나는 잠자리에서 밤새도록 내가 사랑하는 이를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찾아다녔네. 그이를 찾으려 하였건만 찾아내지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못하였다네.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‘나 일어나 성읍을 돌아다니리라. 거리와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광장마다 돌아다니며 내가 사랑하는 이를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찾으리라.’ 그이를 찾으려 하였건만 찾아내지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못하였다네.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3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성읍을 돌아다니는 야경꾼들이 나를 보았네.</a:t>
            </a: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D0FE5379-552E-5DF6-EA4A-A2F73DBD82E6}"/>
              </a:ext>
            </a:extLst>
          </p:cNvPr>
          <p:cNvSpPr txBox="1"/>
          <p:nvPr/>
        </p:nvSpPr>
        <p:spPr>
          <a:xfrm>
            <a:off x="6516216" y="4876586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object 3">
            <a:extLst>
              <a:ext uri="{FF2B5EF4-FFF2-40B4-BE49-F238E27FC236}">
                <a16:creationId xmlns="" xmlns:a16="http://schemas.microsoft.com/office/drawing/2014/main" id="{E5A6ECC0-0A15-80D4-405D-B92AB07E8085}"/>
              </a:ext>
            </a:extLst>
          </p:cNvPr>
          <p:cNvSpPr txBox="1">
            <a:spLocks/>
          </p:cNvSpPr>
          <p:nvPr/>
        </p:nvSpPr>
        <p:spPr>
          <a:xfrm>
            <a:off x="35496" y="51470"/>
            <a:ext cx="9001000" cy="46747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‘내가 사랑하는 이를 보셨나요?’</a:t>
            </a:r>
          </a:p>
          <a:p>
            <a:pPr lvl="0" defTabSz="914400">
              <a:lnSpc>
                <a:spcPct val="110000"/>
              </a:lnSpc>
              <a:spcAft>
                <a:spcPts val="6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4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그들을 지나치자마자 나는 내가 사랑하는 이를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찾았네.”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C9C3D184-83EF-43D4-8CC2-744C154AE418}"/>
              </a:ext>
            </a:extLst>
          </p:cNvPr>
          <p:cNvSpPr txBox="1">
            <a:spLocks/>
          </p:cNvSpPr>
          <p:nvPr/>
        </p:nvSpPr>
        <p:spPr>
          <a:xfrm>
            <a:off x="683568" y="2648545"/>
            <a:ext cx="5421432" cy="13234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24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주님의 말씀입니다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</a:p>
          <a:p>
            <a:pPr marL="9938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하느님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감사합니다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US" altLang="ko-KR" sz="3200" b="1" i="0" u="none" strike="noStrike" kern="1200" cap="none" spc="-1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atang" pitchFamily="18" charset="-127"/>
              <a:ea typeface="Batang" pitchFamily="18" charset="-127"/>
              <a:cs typeface="+mn-cs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842850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63(62)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주님, 저의 하느님, 제 영혼 당신을 목말라하나이다.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당신의 권능과 영광을 보려고, 성소에서 당신을 바라보나이다. 당신 자애가 생명보다 낫기에, 제 입술이 당신을 찬미하나이다.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63(62)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주님, 저의 하느님, 제 영혼 당신을 목말라하나이다.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하느님, 당신은 저의 하느님. 저는 새벽부터 당신을 찾나이다. 제 영혼 당신을 목말라하나이다. 물기 없이 마르고 메마른 땅에서, 이 몸은 당신을 애타게 그리나이다.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734883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“제가 주님을 뵈었습니다.” 하면서, 예수님께서 자기에게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하신 이 말씀을 전하였다.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B790905A-732B-67D9-B6C3-204998005360}"/>
              </a:ext>
            </a:extLst>
          </p:cNvPr>
          <p:cNvSpPr txBox="1"/>
          <p:nvPr/>
        </p:nvSpPr>
        <p:spPr>
          <a:xfrm>
            <a:off x="179512" y="2327642"/>
            <a:ext cx="7272808" cy="361944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800" b="1" i="0" u="none" strike="noStrike" kern="1200" cap="none" spc="0" normalizeH="0" baseline="0" noProof="0" dirty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endParaRPr lang="en-US" altLang="ko-KR" sz="2800" b="1" dirty="0" smtClean="0">
              <a:solidFill>
                <a:prstClr val="white"/>
              </a:solidFill>
              <a:latin typeface="바탕" pitchFamily="18" charset="-127"/>
              <a:ea typeface="바탕" pitchFamily="18" charset="-127"/>
            </a:endParaRP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36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주님의 </a:t>
            </a:r>
            <a:r>
              <a:rPr kumimoji="0" lang="ko-KR" altLang="en-US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말씀입니다</a:t>
            </a:r>
            <a:r>
              <a:rPr kumimoji="0" lang="en-US" altLang="ko-KR" sz="28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 </a:t>
            </a:r>
          </a:p>
          <a:p>
            <a:pPr marL="0" marR="0" lvl="0" indent="0" algn="l" defTabSz="715558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◎ 그리스도님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,</a:t>
            </a:r>
            <a:r>
              <a:rPr kumimoji="0" lang="ko-KR" alt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 찬미합니다</a:t>
            </a: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srgbClr val="EEECE1">
                    <a:lumMod val="90000"/>
                  </a:srgbClr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n-cs"/>
              </a:rPr>
              <a:t>.</a:t>
            </a:r>
            <a:endParaRPr kumimoji="0" lang="en-AU" sz="3200" b="1" i="0" u="none" strike="noStrike" kern="1200" cap="none" spc="0" normalizeH="0" baseline="0" noProof="0" dirty="0">
              <a:ln>
                <a:noFill/>
              </a:ln>
              <a:solidFill>
                <a:srgbClr val="EEECE1">
                  <a:lumMod val="90000"/>
                </a:srgbClr>
              </a:solidFill>
              <a:effectLst/>
              <a:uLnTx/>
              <a:uFillTx/>
              <a:latin typeface="바탕" pitchFamily="18" charset="-127"/>
              <a:ea typeface="바탕" pitchFamily="18" charset="-127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불렀다. 이는 ‘스승님!’이라는 뜻이다.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17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마리아에게 말씀하셨다. “내가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아직 아버지께 올라가지 않았으니 나를 더 이상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붙들지 마라. 내 형제들에게 가서, ‘나는 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아버지시며 너희의 아버지신 분, 내 하느님이시며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너희의 하느님이신 분께 올라간다.’ 하고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전하여라.”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18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마리아 막달레나는 제자들에게 가서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예수님이신 줄은 몰랐다.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15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마리아에게 “여인아, 왜 우느냐?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누구를 찾느냐?” 하고 물으셨다. 마리아는 그분을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정원지기로 생각하고, “선생님, 선생님께서 그분을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옮겨 가셨으면 어디에 모셨는지 저에게 말씀해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주십시오. 제가 모셔 가겠습니다.” 하고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말하였다.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16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“마리아야!” 하고 부르셨다. 마리아는 돌아서서 히브리 말로 “라뿌니!”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750467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09F1B7D1-ED9E-48F2-98A0-A66CD7A16038}"/>
              </a:ext>
            </a:extLst>
          </p:cNvPr>
          <p:cNvSpPr/>
          <p:nvPr/>
        </p:nvSpPr>
        <p:spPr>
          <a:xfrm>
            <a:off x="285720" y="963405"/>
            <a:ext cx="8316416" cy="38318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 fontAlgn="base">
              <a:lnSpc>
                <a:spcPct val="110000"/>
              </a:lnSpc>
              <a:spcBef>
                <a:spcPct val="0"/>
              </a:spcBef>
              <a:spcAft>
                <a:spcPts val="2400"/>
              </a:spcAft>
            </a:pP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ko-KR" altLang="en-US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.</a:t>
            </a:r>
            <a:endParaRPr lang="en-AU" altLang="ko-KR" sz="3300" b="1" dirty="0">
              <a:solidFill>
                <a:schemeClr val="bg2">
                  <a:lumMod val="75000"/>
                </a:schemeClr>
              </a:solidFill>
              <a:latin typeface="Batang" pitchFamily="18" charset="-127"/>
              <a:ea typeface="Batang" pitchFamily="18" charset="-127"/>
            </a:endParaRPr>
          </a:p>
          <a:p>
            <a:pPr marL="715963" lvl="0" indent="-625475" defTabSz="914400" fontAlgn="base">
              <a:lnSpc>
                <a:spcPct val="120000"/>
              </a:lnSpc>
              <a:spcBef>
                <a:spcPct val="0"/>
              </a:spcBef>
              <a:spcAft>
                <a:spcPts val="3000"/>
              </a:spcAft>
              <a:tabLst>
                <a:tab pos="715963" algn="l"/>
              </a:tabLst>
              <a:defRPr/>
            </a:pPr>
            <a:r>
              <a:rPr kumimoji="0" lang="en-US" altLang="ko-KR" sz="32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대한" pitchFamily="50" charset="-127"/>
                <a:ea typeface="대한" pitchFamily="50" charset="-127"/>
                <a:cs typeface="+mn-cs"/>
              </a:rPr>
              <a:t>○ 	</a:t>
            </a:r>
            <a:r>
              <a:rPr lang="ko-KR" altLang="en-US" sz="32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말하여라, 마리아, 길에서 무엇을 보았느냐? 살아나신 그리스도의 무덤, 부활하신 그분 영광 나는 보았네.</a:t>
            </a:r>
          </a:p>
          <a:p>
            <a:pPr marL="715963" marR="0" lvl="0" indent="-625475" algn="l" defTabSz="914400" rtl="0" eaLnBrk="1" fontAlgn="base" latinLnBrk="0" hangingPunct="1">
              <a:lnSpc>
                <a:spcPct val="120000"/>
              </a:lnSpc>
              <a:spcBef>
                <a:spcPct val="0"/>
              </a:spcBef>
              <a:spcAft>
                <a:spcPts val="3000"/>
              </a:spcAft>
              <a:buClrTx/>
              <a:buSzTx/>
              <a:buFontTx/>
              <a:buNone/>
              <a:tabLst>
                <a:tab pos="715963" algn="l"/>
              </a:tabLst>
              <a:defRPr/>
            </a:pPr>
            <a:r>
              <a:rPr lang="ko-KR" altLang="en-US" sz="3300" b="1" dirty="0">
                <a:solidFill>
                  <a:schemeClr val="bg2">
                    <a:lumMod val="75000"/>
                  </a:schemeClr>
                </a:solidFill>
                <a:latin typeface="대한" pitchFamily="50" charset="-127"/>
                <a:ea typeface="대한" pitchFamily="50" charset="-127"/>
              </a:rPr>
              <a:t>◎ </a:t>
            </a:r>
            <a:r>
              <a:rPr lang="ko-KR" altLang="en-US" sz="3600" dirty="0">
                <a:solidFill>
                  <a:schemeClr val="bg2">
                    <a:lumMod val="75000"/>
                  </a:schemeClr>
                </a:solidFill>
              </a:rPr>
              <a:t> </a:t>
            </a:r>
            <a:r>
              <a:rPr lang="ko-KR" altLang="en-US" sz="3600" b="1" dirty="0" smtClean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알렐루야</a:t>
            </a:r>
            <a:r>
              <a:rPr lang="en-US" altLang="ko-KR" sz="3600" b="1" dirty="0">
                <a:solidFill>
                  <a:schemeClr val="bg2">
                    <a:lumMod val="75000"/>
                  </a:schemeClr>
                </a:solidFill>
                <a:latin typeface="Batang" pitchFamily="18" charset="-127"/>
                <a:ea typeface="Batang" pitchFamily="18" charset="-127"/>
              </a:rPr>
              <a:t>.</a:t>
            </a:r>
            <a:endParaRPr lang="en-AU" altLang="ko-KR" sz="33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BA011866-7B88-4DA6-AFBF-292C0A0227E3}"/>
              </a:ext>
            </a:extLst>
          </p:cNvPr>
          <p:cNvSpPr/>
          <p:nvPr/>
        </p:nvSpPr>
        <p:spPr>
          <a:xfrm>
            <a:off x="8028384" y="51470"/>
            <a:ext cx="101181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2000" b="1" dirty="0">
                <a:solidFill>
                  <a:schemeClr val="accent2"/>
                </a:solidFill>
                <a:latin typeface="dotum" panose="020B0600000101010101" pitchFamily="50" charset="-127"/>
                <a:ea typeface="dotum" panose="020B0600000101010101" pitchFamily="50" charset="-127"/>
              </a:rPr>
              <a:t>Alleluia</a:t>
            </a:r>
            <a:endParaRPr lang="en-AU" sz="2000" dirty="0">
              <a:solidFill>
                <a:schemeClr val="accent2"/>
              </a:solidFill>
            </a:endParaRPr>
          </a:p>
        </p:txBody>
      </p:sp>
      <p:sp>
        <p:nvSpPr>
          <p:cNvPr id="6" name="object 3"/>
          <p:cNvSpPr txBox="1">
            <a:spLocks/>
          </p:cNvSpPr>
          <p:nvPr/>
        </p:nvSpPr>
        <p:spPr>
          <a:xfrm>
            <a:off x="107505" y="-56310"/>
            <a:ext cx="1800200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marR="0" lvl="0" indent="0" defTabSz="91440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400" kern="0" spc="-11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복음 환호</a:t>
            </a:r>
            <a:r>
              <a:rPr kumimoji="0" lang="ko-KR" altLang="en-US" sz="2400" i="0" u="none" strike="noStrike" kern="0" cap="none" spc="-117" normalizeH="0" baseline="0" noProof="0" dirty="0">
                <a:ln>
                  <a:noFill/>
                </a:ln>
                <a:solidFill>
                  <a:schemeClr val="bg2">
                    <a:lumMod val="50000"/>
                  </a:scheme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j-cs"/>
              </a:rPr>
              <a:t>송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299605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1612578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51470"/>
            <a:ext cx="1063304" cy="63812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9938">
              <a:lnSpc>
                <a:spcPct val="150000"/>
              </a:lnSpc>
              <a:defRPr/>
            </a:pPr>
            <a:r>
              <a:rPr lang="ko-KR" altLang="en-US" sz="2800" kern="0" spc="78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Malgun Gothic"/>
              </a:rPr>
              <a:t>복 음</a:t>
            </a:r>
            <a:endParaRPr lang="en-US" altLang="ko-KR" sz="2800" kern="0" spc="78" dirty="0">
              <a:solidFill>
                <a:schemeClr val="tx1">
                  <a:lumMod val="75000"/>
                  <a:lumOff val="25000"/>
                </a:schemeClr>
              </a:solidFill>
              <a:latin typeface="궁서" pitchFamily="18" charset="-127"/>
              <a:ea typeface="궁서" pitchFamily="18" charset="-127"/>
              <a:cs typeface="Malgun Gothic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3F1A5630-FC74-4BD2-B1C5-E128C99C8C35}"/>
              </a:ext>
            </a:extLst>
          </p:cNvPr>
          <p:cNvSpPr/>
          <p:nvPr/>
        </p:nvSpPr>
        <p:spPr>
          <a:xfrm>
            <a:off x="8023077" y="91193"/>
            <a:ext cx="101341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  <a:ea typeface="dotum" panose="020B0600000101010101" pitchFamily="50" charset="-127"/>
              </a:rPr>
              <a:t>GOSPEL</a:t>
            </a:r>
            <a:endParaRPr lang="en-AU" sz="2000" dirty="0">
              <a:solidFill>
                <a:schemeClr val="accent2"/>
              </a:solidFill>
              <a:ea typeface="dotum" panose="020B0600000101010101" pitchFamily="50" charset="-127"/>
            </a:endParaRPr>
          </a:p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35496" y="843558"/>
            <a:ext cx="9073008" cy="366254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ko-KR" altLang="en-US" sz="3600" b="1" dirty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</a:rPr>
              <a:t>주님께서 여러분과 함께</a:t>
            </a:r>
            <a:r>
              <a:rPr lang="en-US" sz="3600" b="1" dirty="0">
                <a:solidFill>
                  <a:schemeClr val="bg2">
                    <a:lumMod val="2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  <a:p>
            <a:pPr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marL="9938" algn="ctr">
              <a:lnSpc>
                <a:spcPct val="150000"/>
              </a:lnSpc>
              <a:defRPr/>
            </a:pPr>
            <a:r>
              <a:rPr lang="ko-KR" altLang="en-US" sz="3600" b="1" kern="0" spc="78" dirty="0" err="1" smtClean="0">
                <a:solidFill>
                  <a:schemeClr val="bg2">
                    <a:lumMod val="50000"/>
                  </a:schemeClr>
                </a:solidFill>
                <a:latin typeface="바탕" pitchFamily="18" charset="-127"/>
                <a:ea typeface="바탕" pitchFamily="18" charset="-127"/>
                <a:cs typeface="Malgun Gothic"/>
              </a:rPr>
              <a:t>요한이 전한 거룩한 복음입니다.</a:t>
            </a:r>
          </a:p>
          <a:p>
            <a:pPr lvl="1" algn="ctr"/>
            <a:endParaRPr lang="en-US" altLang="ko-KR" sz="2000" b="1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 영광 받으소서</a:t>
            </a:r>
            <a:r>
              <a:rPr lang="en-US" sz="44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  <a:r>
              <a:rPr lang="en-US" sz="4400" b="1" spc="300" dirty="0">
                <a:solidFill>
                  <a:schemeClr val="bg1">
                    <a:lumMod val="85000"/>
                  </a:schemeClr>
                </a:solidFill>
                <a:latin typeface="바탕" pitchFamily="18" charset="-127"/>
                <a:ea typeface="바탕" pitchFamily="18" charset="-127"/>
              </a:rPr>
              <a:t> </a:t>
            </a:r>
            <a:endParaRPr lang="ko-KR" altLang="en-US" sz="4000" b="1" kern="0" spc="300" dirty="0">
              <a:solidFill>
                <a:schemeClr val="bg1">
                  <a:lumMod val="85000"/>
                </a:schemeClr>
              </a:solidFill>
              <a:latin typeface="바탕" pitchFamily="18" charset="-127"/>
              <a:ea typeface="바탕" pitchFamily="18" charset="-127"/>
              <a:cs typeface="Malgun Gothic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9DD7C9BC-E46D-4133-ACD4-C347F251CFC4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121394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주간 첫날 이른 아침, 아직도 어두울 때에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마리아 막달레나가 무덤에 가서 보니, 무덤을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막았던 돌이 치워져 있었다.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2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그래서 그 여자는 시몬 베드로와 예수님께서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사랑하신 다른 제자에게 달려가서 말하였다. “누가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주님을 무덤에서 꺼내 갔습니다. 어디에 모셨는지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모르겠습니다.”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11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마리아는 무덤 밖에 서서 울고 있었다.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en-US" altLang="ko-KR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그렇게 울면서 무덤 쪽으로 몸을 굽혀 </a:t>
            </a:r>
            <a:r>
              <a:rPr lang="en-US" altLang="ko-KR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12</a:t>
            </a:r>
          </a:p>
        </p:txBody>
      </p:sp>
    </p:spTree>
    <p:extLst>
      <p:ext uri="{BB962C8B-B14F-4D97-AF65-F5344CB8AC3E}">
        <p14:creationId xmlns="" xmlns:p14="http://schemas.microsoft.com/office/powerpoint/2010/main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68CE7A45-97DA-A502-2EC2-336F66BF72F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718BAB46-46C8-3A12-78C0-B50C8BCD8164}"/>
              </a:ext>
            </a:extLst>
          </p:cNvPr>
          <p:cNvSpPr txBox="1"/>
          <p:nvPr/>
        </p:nvSpPr>
        <p:spPr>
          <a:xfrm>
            <a:off x="179512" y="51470"/>
            <a:ext cx="8928992" cy="5044450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들여다보니 하얀 옷을 입은 두 천사가 앉아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있었다. 한 천사는 예수님의 시신이 놓였던 자리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머리맡에, 다른 천사는 발치에 있었다.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13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그들이 마리아에게 “여인아, 왜 우느냐?”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하고 묻자, 마리아가 그들에게 대답하였다. “누가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저의 주님을 꺼내 갔습니다. 어디에 모셨는지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모르겠습니다.”</a:t>
            </a:r>
          </a:p>
          <a:p>
            <a:pPr>
              <a:lnSpc>
                <a:spcPct val="110000"/>
              </a:lnSpc>
              <a:spcAft>
                <a:spcPts val="300"/>
              </a:spcAft>
            </a:pPr>
            <a:r>
              <a:rPr lang="ko-KR" altLang="en-US" sz="3200" b="1" dirty="0" smtClean="0">
                <a:solidFill>
                  <a:srgbClr val="FFC000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14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이렇게 말하고 나서 뒤로 돌아선 마리아는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 </a:t>
            </a:r>
            <a:r>
              <a:rPr lang="ko-KR" altLang="en-US" sz="3200" b="1" dirty="0" smtClean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예수님께서 서 계신 것을 보았다. 그러나</a:t>
            </a:r>
          </a:p>
        </p:txBody>
      </p:sp>
    </p:spTree>
    <p:extLst>
      <p:ext uri="{BB962C8B-B14F-4D97-AF65-F5344CB8AC3E}">
        <p14:creationId xmlns="" xmlns:p14="http://schemas.microsoft.com/office/powerpoint/2010/main" val="1113271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827734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267494"/>
            <a:ext cx="9112468" cy="4539696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spcAft>
                <a:spcPts val="1200"/>
              </a:spcAft>
            </a:pPr>
            <a:r>
              <a:rPr lang="en-US" altLang="ko-KR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8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한 분이신 하느님을</a:t>
            </a:r>
            <a:endParaRPr lang="en-AU" altLang="ko-KR" sz="28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저는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전능하신 아버지</a:t>
            </a:r>
            <a:endParaRPr lang="en-US" altLang="ko-KR" sz="3300" b="1" spc="-100" dirty="0">
              <a:solidFill>
                <a:schemeClr val="bg1"/>
              </a:solidFill>
              <a:latin typeface="바탕" pitchFamily="18" charset="-127"/>
              <a:ea typeface="바탕" pitchFamily="18" charset="-127"/>
            </a:endParaRPr>
          </a:p>
          <a:p>
            <a:pPr algn="ctr">
              <a:spcAft>
                <a:spcPts val="1200"/>
              </a:spcAft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하늘과 땅과 유형무형한 만물의 창조주를 믿나이다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한 분이신 주 예수 그리스도</a:t>
            </a:r>
            <a:r>
              <a:rPr lang="en-US" altLang="ko-KR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하느님의 외아들</a:t>
            </a:r>
            <a:endParaRPr lang="en-US" altLang="ko-KR" sz="3300" b="1" spc="-2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영원으로부터 성부에게서 나신 분을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하느님에게서 나신 하느님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빛에서 나신 빛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참 하느님에게서 나신 참 하느님으로서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CA9AD5D6-333F-45AB-A982-0ACAA71FF6F3}"/>
              </a:ext>
            </a:extLst>
          </p:cNvPr>
          <p:cNvSpPr txBox="1"/>
          <p:nvPr/>
        </p:nvSpPr>
        <p:spPr>
          <a:xfrm>
            <a:off x="6300192" y="4860343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886962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-3964" y="398311"/>
            <a:ext cx="9112468" cy="4333679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창조되지 않고 나시어</a:t>
            </a:r>
            <a:endParaRPr lang="en-US" altLang="ko-KR" sz="3300" b="1" spc="-10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한 본체로서 만물을 창조하셨음을 믿나이다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성자께서는 저희 인간을 위하여</a:t>
            </a:r>
            <a:r>
              <a:rPr lang="en-US" altLang="ko-KR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, </a:t>
            </a:r>
            <a:r>
              <a:rPr lang="ko-KR" altLang="en-US" sz="3300" b="1" spc="-25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저희 구원을 위하여</a:t>
            </a:r>
            <a:endParaRPr lang="en-US" altLang="ko-KR" sz="3300" b="1" spc="-250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하늘에서 내려오셨음을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25000"/>
              </a:lnSpc>
            </a:pP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(</a:t>
            </a:r>
            <a:r>
              <a:rPr lang="ko-KR" altLang="en-US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고개를 숙이며</a:t>
            </a:r>
            <a:r>
              <a:rPr lang="en-US" altLang="ko-KR" sz="27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)</a:t>
            </a:r>
            <a:endParaRPr lang="en-US" altLang="ko-KR" sz="2700" b="1" spc="-150" dirty="0">
              <a:solidFill>
                <a:schemeClr val="bg2">
                  <a:lumMod val="75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성령으로 인하여 동정 마리아에게서 </a:t>
            </a:r>
            <a:endParaRPr lang="en-US" altLang="ko-KR" sz="3300" b="1" spc="-100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25000"/>
              </a:lnSpc>
            </a:pPr>
            <a:r>
              <a:rPr lang="ko-KR" altLang="en-US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육신을 취하시어 사람이 되셨음을 믿나이다</a:t>
            </a:r>
            <a:r>
              <a:rPr lang="en-US" altLang="ko-KR" sz="3300" b="1" spc="-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51470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20537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FA60F507-E3A1-4108-B3AD-3848C73E0BDC}"/>
              </a:ext>
            </a:extLst>
          </p:cNvPr>
          <p:cNvSpPr txBox="1"/>
          <p:nvPr/>
        </p:nvSpPr>
        <p:spPr>
          <a:xfrm>
            <a:off x="6265794" y="4844532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0528386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460959"/>
            <a:ext cx="9112468" cy="4415047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본시오 빌라도 통치 아래서 저희를 위하여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십자가에 못박혀 수난하고 묻히셨으며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성서 말씀대로 사흗날에 부활하시어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하늘에 올라 성부 오른편에 앉아계심을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그분께서는 산 이와 죽은 이를 심판하러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영광 속에 다시 오시리니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08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그분의 나라는 끝이 없으리이다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08000"/>
              </a:lnSpc>
            </a:pPr>
            <a:r>
              <a:rPr lang="ko-KR" altLang="en-US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또한 주님이시며 생명을 주시는 성령을 믿나이다</a:t>
            </a:r>
            <a:r>
              <a:rPr lang="en-US" altLang="ko-KR" sz="3300" b="1" spc="-100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C7F51F4-96F1-45D7-B57E-F3B2B4267BBF}"/>
              </a:ext>
            </a:extLst>
          </p:cNvPr>
          <p:cNvSpPr txBox="1"/>
          <p:nvPr/>
        </p:nvSpPr>
        <p:spPr>
          <a:xfrm>
            <a:off x="6300192" y="4876561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15106853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0" y="555526"/>
            <a:ext cx="9112468" cy="4561241"/>
          </a:xfrm>
          <a:prstGeom prst="rect">
            <a:avLst/>
          </a:prstGeom>
          <a:noFill/>
        </p:spPr>
        <p:txBody>
          <a:bodyPr wrap="square" lIns="91434" tIns="45716" rIns="91434" bIns="45716" rtlCol="0">
            <a:spAutoFit/>
          </a:bodyPr>
          <a:lstStyle/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성령께서는 성부와 성자에게서 발하시고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성부와 성자와 더불어 영광과 흠숭을 받으시며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예언자들을 통하여 말씀하셨나이다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하나이고 거룩하고 보편되며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사도로부터 이어오는 교회를 믿나이다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죄를 씻는 유일한 세례를 믿으며</a:t>
            </a:r>
            <a:endParaRPr lang="en-US" altLang="ko-KR" sz="33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algn="ctr">
              <a:lnSpc>
                <a:spcPct val="110000"/>
              </a:lnSpc>
            </a:pPr>
            <a:r>
              <a:rPr lang="ko-KR" altLang="en-US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죽은 이들의 부활과 내세의 삶을 기다리나이다</a:t>
            </a:r>
            <a:r>
              <a:rPr lang="en-US" altLang="ko-KR" sz="33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  <a:p>
            <a:pPr algn="ctr">
              <a:lnSpc>
                <a:spcPct val="110000"/>
              </a:lnSpc>
            </a:pPr>
            <a:r>
              <a:rPr lang="ko-KR" altLang="en-US" sz="3400" b="1" kern="0" spc="100" dirty="0">
                <a:solidFill>
                  <a:schemeClr val="bg2">
                    <a:lumMod val="90000"/>
                  </a:schemeClr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endParaRPr lang="en-US" altLang="ko-KR" sz="3400" b="1" kern="0" spc="100" dirty="0">
              <a:solidFill>
                <a:schemeClr val="bg2">
                  <a:lumMod val="90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558368EE-7F62-466A-ABD1-FA19ED44FD40}"/>
              </a:ext>
            </a:extLst>
          </p:cNvPr>
          <p:cNvSpPr/>
          <p:nvPr/>
        </p:nvSpPr>
        <p:spPr>
          <a:xfrm>
            <a:off x="6588224" y="-20539"/>
            <a:ext cx="255037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PROFESSION OF FAITH</a:t>
            </a:r>
            <a:endParaRPr lang="en-AU" sz="2000" dirty="0"/>
          </a:p>
        </p:txBody>
      </p:sp>
      <p:sp>
        <p:nvSpPr>
          <p:cNvPr id="10" name="object 3"/>
          <p:cNvSpPr txBox="1">
            <a:spLocks/>
          </p:cNvSpPr>
          <p:nvPr/>
        </p:nvSpPr>
        <p:spPr>
          <a:xfrm>
            <a:off x="141226" y="-92546"/>
            <a:ext cx="1766477" cy="46782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334">
              <a:lnSpc>
                <a:spcPct val="150000"/>
              </a:lnSpc>
              <a:defRPr/>
            </a:pPr>
            <a:r>
              <a:rPr lang="ko-KR" altLang="en-US" sz="2400" kern="0" spc="100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  <a:cs typeface="+mj-cs"/>
              </a:rPr>
              <a:t>니케아신경</a:t>
            </a:r>
            <a:endParaRPr lang="ko-KR" altLang="en-US" sz="2800" kern="0" spc="100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  <a:cs typeface="+mj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D4623FE5-67F7-4449-AAED-492277CDF490}"/>
              </a:ext>
            </a:extLst>
          </p:cNvPr>
          <p:cNvSpPr txBox="1"/>
          <p:nvPr/>
        </p:nvSpPr>
        <p:spPr>
          <a:xfrm>
            <a:off x="6228184" y="4803998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="" xmlns:p14="http://schemas.microsoft.com/office/powerpoint/2010/main" val="258698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28566515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6512" y="1491630"/>
            <a:ext cx="9071992" cy="1656184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봉 헌</a:t>
            </a:r>
            <a:endParaRPr lang="en-AU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52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216</a:t>
            </a:r>
            <a:endParaRPr lang="en-US" altLang="ko-KR" sz="52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1111662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ECB4AB07-B303-4F10-88DE-59AA695BADE4}"/>
              </a:ext>
            </a:extLst>
          </p:cNvPr>
          <p:cNvSpPr/>
          <p:nvPr/>
        </p:nvSpPr>
        <p:spPr>
          <a:xfrm>
            <a:off x="467544" y="195486"/>
            <a:ext cx="7848872" cy="5386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2900" b="1" spc="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</a:t>
            </a:r>
            <a:r>
              <a:rPr lang="en-AU" sz="2900" b="1" spc="200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 신앙의 신비여!</a:t>
            </a:r>
            <a:endParaRPr lang="en-AU" sz="2500" b="1" spc="100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</p:txBody>
      </p:sp>
      <p:sp>
        <p:nvSpPr>
          <p:cNvPr id="4" name="직사각형 2"/>
          <p:cNvSpPr/>
          <p:nvPr/>
        </p:nvSpPr>
        <p:spPr>
          <a:xfrm>
            <a:off x="1115616" y="966146"/>
            <a:ext cx="7056784" cy="2680759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>
              <a:lnSpc>
                <a:spcPct val="135000"/>
              </a:lnSpc>
              <a:spcAft>
                <a:spcPts val="1200"/>
              </a:spcAft>
            </a:pPr>
            <a:r>
              <a:rPr lang="ko-KR" altLang="en-US" sz="44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주님께서 오실 때까지 주님의 죽음을 전하며 부활을 선포하나이다</a:t>
            </a:r>
            <a:r>
              <a:rPr lang="en-US" altLang="ko-KR" sz="4400" b="1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.</a:t>
            </a:r>
            <a:endParaRPr lang="en-US" altLang="ko-KR" sz="4200" b="1" spc="154" dirty="0">
              <a:solidFill>
                <a:schemeClr val="bg1"/>
              </a:solidFill>
              <a:latin typeface="Batang" pitchFamily="18" charset="-127"/>
              <a:ea typeface="Batang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14F97C2F-2E74-46A4-B1A3-D0EB6787C33C}"/>
              </a:ext>
            </a:extLst>
          </p:cNvPr>
          <p:cNvSpPr txBox="1"/>
          <p:nvPr/>
        </p:nvSpPr>
        <p:spPr>
          <a:xfrm>
            <a:off x="6407252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9"/>
          <p:cNvSpPr txBox="1">
            <a:spLocks noChangeArrowheads="1"/>
          </p:cNvSpPr>
          <p:nvPr/>
        </p:nvSpPr>
        <p:spPr bwMode="auto">
          <a:xfrm>
            <a:off x="251520" y="1460568"/>
            <a:ext cx="8532440" cy="1831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91434" tIns="45716" rIns="91434" bIns="45716">
            <a:spAutoFit/>
          </a:bodyPr>
          <a:lstStyle/>
          <a:p>
            <a:pPr algn="ctr"/>
            <a:r>
              <a:rPr lang="en-US" altLang="ko-KR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† </a:t>
            </a:r>
            <a:r>
              <a:rPr lang="ko-KR" altLang="en-US" sz="2900" b="1" dirty="0">
                <a:solidFill>
                  <a:schemeClr val="bg2">
                    <a:lumMod val="75000"/>
                  </a:schemeClr>
                </a:solidFill>
                <a:latin typeface="바탕" pitchFamily="18" charset="-127"/>
                <a:ea typeface="바탕" pitchFamily="18" charset="-127"/>
              </a:rPr>
              <a:t>주님의 평화가 항상 여러분과 함께</a:t>
            </a:r>
            <a:endParaRPr lang="en-US" altLang="ko-KR" sz="2900" b="1" dirty="0">
              <a:solidFill>
                <a:schemeClr val="bg2">
                  <a:lumMod val="75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endParaRPr lang="en-US" sz="4000" b="1" dirty="0">
              <a:solidFill>
                <a:schemeClr val="accent3">
                  <a:lumMod val="60000"/>
                  <a:lumOff val="40000"/>
                </a:schemeClr>
              </a:solidFill>
              <a:latin typeface="바탕" pitchFamily="18" charset="-127"/>
              <a:ea typeface="바탕" pitchFamily="18" charset="-127"/>
            </a:endParaRPr>
          </a:p>
          <a:p>
            <a:pPr algn="ctr"/>
            <a:r>
              <a:rPr lang="ko-KR" alt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또한 사제의 영과 함께</a:t>
            </a:r>
            <a:r>
              <a:rPr lang="en-US" sz="4000" b="1" spc="300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CD737ADA-6B20-4417-B6EE-13E6EB644697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  <p:extLst>
      <p:ext uri="{BB962C8B-B14F-4D97-AF65-F5344CB8AC3E}">
        <p14:creationId xmlns="" xmlns:p14="http://schemas.microsoft.com/office/powerpoint/2010/main" val="3812530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1"/>
            <a:ext cx="9142914" cy="5140477"/>
          </a:xfrm>
          <a:custGeom>
            <a:avLst/>
            <a:gdLst/>
            <a:ahLst/>
            <a:cxnLst/>
            <a:rect l="l" t="t" r="r" b="b"/>
            <a:pathLst>
              <a:path w="10692130" h="7558405">
                <a:moveTo>
                  <a:pt x="0" y="7558024"/>
                </a:moveTo>
                <a:lnTo>
                  <a:pt x="10692003" y="7558024"/>
                </a:lnTo>
                <a:lnTo>
                  <a:pt x="10692003" y="0"/>
                </a:lnTo>
                <a:lnTo>
                  <a:pt x="0" y="0"/>
                </a:lnTo>
                <a:lnTo>
                  <a:pt x="0" y="7558024"/>
                </a:lnTo>
                <a:close/>
              </a:path>
            </a:pathLst>
          </a:custGeom>
          <a:solidFill>
            <a:srgbClr val="607991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959185" y="1349"/>
            <a:ext cx="5354745" cy="513887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142805" y="9"/>
            <a:ext cx="0" cy="5140477"/>
          </a:xfrm>
          <a:custGeom>
            <a:avLst/>
            <a:gdLst/>
            <a:ahLst/>
            <a:cxnLst/>
            <a:rect l="l" t="t" r="r" b="b"/>
            <a:pathLst>
              <a:path h="7558405">
                <a:moveTo>
                  <a:pt x="0" y="0"/>
                </a:moveTo>
                <a:lnTo>
                  <a:pt x="0" y="7558024"/>
                </a:lnTo>
              </a:path>
            </a:pathLst>
          </a:custGeom>
          <a:ln w="3175">
            <a:solidFill>
              <a:srgbClr val="607991"/>
            </a:solidFill>
          </a:ln>
        </p:spPr>
        <p:txBody>
          <a:bodyPr wrap="square" lIns="0" tIns="0" rIns="0" bIns="0" rtlCol="0"/>
          <a:lstStyle/>
          <a:p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09616" y="-7513"/>
            <a:ext cx="1626080" cy="52629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>
              <a:lnSpc>
                <a:spcPct val="150000"/>
              </a:lnSpc>
            </a:pPr>
            <a:r>
              <a:rPr lang="ko-KR" altLang="en-US" sz="2600" b="0" spc="157" dirty="0">
                <a:solidFill>
                  <a:schemeClr val="bg2">
                    <a:lumMod val="50000"/>
                  </a:schemeClr>
                </a:solidFill>
                <a:latin typeface="궁서" pitchFamily="18" charset="-127"/>
                <a:ea typeface="궁서" pitchFamily="18" charset="-127"/>
              </a:rPr>
              <a:t>영성체송</a:t>
            </a:r>
            <a:endParaRPr sz="2600" b="0" spc="157" dirty="0">
              <a:solidFill>
                <a:schemeClr val="bg2">
                  <a:lumMod val="50000"/>
                </a:scheme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="" xmlns:a16="http://schemas.microsoft.com/office/drawing/2014/main" id="{8FF8F058-4A53-448D-923D-7B3CA886A99A}"/>
              </a:ext>
            </a:extLst>
          </p:cNvPr>
          <p:cNvSpPr/>
          <p:nvPr/>
        </p:nvSpPr>
        <p:spPr>
          <a:xfrm>
            <a:off x="6261891" y="83408"/>
            <a:ext cx="290310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dirty="0">
                <a:solidFill>
                  <a:schemeClr val="accent2"/>
                </a:solidFill>
              </a:rPr>
              <a:t>COMMUNION ANTIPHON</a:t>
            </a:r>
            <a:endParaRPr lang="en-AU" sz="2000" dirty="0"/>
          </a:p>
        </p:txBody>
      </p:sp>
      <p:sp>
        <p:nvSpPr>
          <p:cNvPr id="6" name="TextBox 5">
            <a:extLst>
              <a:ext uri="{FF2B5EF4-FFF2-40B4-BE49-F238E27FC236}">
                <a16:creationId xmlns="" xmlns:a16="http://schemas.microsoft.com/office/drawing/2014/main" id="{A9F64F50-7957-4C51-A072-51F7DFAC0D59}"/>
              </a:ext>
            </a:extLst>
          </p:cNvPr>
          <p:cNvSpPr txBox="1"/>
          <p:nvPr/>
        </p:nvSpPr>
        <p:spPr>
          <a:xfrm>
            <a:off x="6479260" y="4804578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5" name="직사각형 2">
            <a:extLst>
              <a:ext uri="{FF2B5EF4-FFF2-40B4-BE49-F238E27FC236}">
                <a16:creationId xmlns="" xmlns:a16="http://schemas.microsoft.com/office/drawing/2014/main" id="{5256002D-F60C-20F2-45FC-2D07654A49CB}"/>
              </a:ext>
            </a:extLst>
          </p:cNvPr>
          <p:cNvSpPr/>
          <p:nvPr/>
        </p:nvSpPr>
        <p:spPr>
          <a:xfrm>
            <a:off x="395536" y="1059582"/>
            <a:ext cx="7992888" cy="3159159"/>
          </a:xfrm>
          <a:prstGeom prst="rect">
            <a:avLst/>
          </a:prstGeom>
        </p:spPr>
        <p:txBody>
          <a:bodyPr wrap="square" lIns="70445" tIns="35223" rIns="70445" bIns="35223">
            <a:spAutoFit/>
          </a:bodyPr>
          <a:lstStyle/>
          <a:p>
            <a:pPr>
              <a:lnSpc>
                <a:spcPct val="100000"/>
              </a:lnSpc>
              <a:spcAft>
                <a:spcPts val="1200"/>
              </a:spcAft>
            </a:pPr>
            <a:r>
              <a:rPr lang="ko-KR" altLang="en-US" sz="4000" b="1" dirty="0">
                <a:solidFill>
                  <a:schemeClr val="bg1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그리스도의 사랑이 우리를 다그치네. 살아 있는 우리가 이제는 자신을 위하여 살지 않고, 우리를 위하여 돌아가셨다가 부활하신 분을 위하여 살게 하셨네.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성 체</a:t>
            </a:r>
            <a:endParaRPr lang="en-AU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5200" b="1" spc="1500" dirty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163</a:t>
            </a:r>
            <a:endParaRPr lang="ko-KR" altLang="en-US" sz="5200" b="1" spc="1500" dirty="0">
              <a:solidFill>
                <a:srgbClr val="FFC000"/>
              </a:solidFill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33374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3377060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1563638"/>
            <a:ext cx="9144000" cy="1440160"/>
          </a:xfrm>
          <a:prstGeom prst="rect">
            <a:avLst/>
          </a:prstGeom>
          <a:solidFill>
            <a:schemeClr val="tx1"/>
          </a:solidFill>
          <a:ln w="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ko-KR" altLang="en-US" sz="5200" b="1" spc="1500" dirty="0">
                <a:latin typeface="바탕" pitchFamily="18" charset="-127"/>
                <a:ea typeface="바탕" pitchFamily="18" charset="-127"/>
              </a:rPr>
              <a:t>파 견</a:t>
            </a:r>
            <a:endParaRPr lang="en-US" altLang="ko-KR" sz="5200" b="1" spc="1500" dirty="0">
              <a:latin typeface="바탕" pitchFamily="18" charset="-127"/>
              <a:ea typeface="바탕" pitchFamily="18" charset="-127"/>
            </a:endParaRPr>
          </a:p>
          <a:p>
            <a:pPr algn="ctr">
              <a:lnSpc>
                <a:spcPct val="120000"/>
              </a:lnSpc>
              <a:spcAft>
                <a:spcPts val="1200"/>
              </a:spcAft>
            </a:pPr>
            <a:r>
              <a:rPr lang="en-US" altLang="ko-KR" sz="4800" b="1" spc="1500" dirty="0" smtClean="0">
                <a:solidFill>
                  <a:srgbClr val="FFC000"/>
                </a:solidFill>
                <a:latin typeface="바탕" pitchFamily="18" charset="-127"/>
                <a:ea typeface="바탕" pitchFamily="18" charset="-127"/>
              </a:rPr>
              <a:t>19</a:t>
            </a:r>
            <a:endParaRPr lang="en-US" altLang="ko-KR" sz="4800" b="1" spc="1500" dirty="0">
              <a:latin typeface="바탕" pitchFamily="18" charset="-127"/>
              <a:ea typeface="바탕" pitchFamily="18" charset="-127"/>
            </a:endParaRPr>
          </a:p>
        </p:txBody>
      </p:sp>
    </p:spTree>
    <p:extLst>
      <p:ext uri="{BB962C8B-B14F-4D97-AF65-F5344CB8AC3E}">
        <p14:creationId xmlns="" xmlns:p14="http://schemas.microsoft.com/office/powerpoint/2010/main" val="2824450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875219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09273" y="1079191"/>
            <a:ext cx="8856984" cy="3867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 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지극히 좋으신 하느님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</a:p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최양업 토마스 신부를 박해로 고통받는 교회의 든든한 목자로 세워 주셨음에 감사드리나이다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</a:p>
          <a:p>
            <a:pPr marL="625475" indent="-625475">
              <a:lnSpc>
                <a:spcPct val="120000"/>
              </a:lnSpc>
              <a:spcAft>
                <a:spcPts val="1200"/>
              </a:spcAft>
            </a:pPr>
            <a:endParaRPr lang="en-US" altLang="ko-KR" sz="3200" b="1" dirty="0">
              <a:solidFill>
                <a:srgbClr val="DDD9C3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3" name="object 3"/>
          <p:cNvSpPr txBox="1">
            <a:spLocks/>
          </p:cNvSpPr>
          <p:nvPr/>
        </p:nvSpPr>
        <p:spPr>
          <a:xfrm>
            <a:off x="827584" y="196647"/>
            <a:ext cx="7272808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9938" defTabSz="914400"/>
            <a:r>
              <a:rPr lang="ko-KR" altLang="en-US" sz="2800" kern="0" dirty="0">
                <a:solidFill>
                  <a:srgbClr val="FFC000"/>
                </a:solidFill>
                <a:latin typeface="궁서" pitchFamily="18" charset="-127"/>
                <a:ea typeface="궁서" pitchFamily="18" charset="-127"/>
              </a:rPr>
              <a:t>가경자 최양업 토마스 신부 시복 시성 기도문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78DF541-2D9C-4FDB-BFB1-A59A4B9A1C8F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2190241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8049" y="252036"/>
            <a:ext cx="8991076" cy="45632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1200"/>
              </a:spcAft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	</a:t>
            </a:r>
            <a:r>
              <a:rPr lang="ko-KR" altLang="en-US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모든 교우들이 오로지 하느님 자비에 희망을 두고 박해를 피해 산골 깊이 숨어 신앙을 지켜야 했던 시대에 최양업 토마스 신부는 주님을 닮은 착한 목자로 목숨이 다할 때까지 쉼 없이 양들을 찾아 복음을 전하고 주님께서 이루신 구원의 은총을 전했나이다</a:t>
            </a:r>
            <a:r>
              <a:rPr lang="en-AU" altLang="ko-KR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854A94FA-B5D4-48DC-994C-9FCB87C8A2E9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1308187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179512" y="537763"/>
            <a:ext cx="8784976" cy="3701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17550" indent="-717550">
              <a:lnSpc>
                <a:spcPct val="125000"/>
              </a:lnSpc>
              <a:spcAft>
                <a:spcPts val="1200"/>
              </a:spcAft>
            </a:pPr>
            <a:r>
              <a:rPr lang="ko-KR" altLang="en-US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○</a:t>
            </a:r>
            <a:r>
              <a:rPr lang="en-US" altLang="ko-KR" sz="3000" b="1" dirty="0">
                <a:solidFill>
                  <a:srgbClr val="EEECE1">
                    <a:lumMod val="90000"/>
                  </a:srgbClr>
                </a:solidFill>
                <a:latin typeface="바탕" pitchFamily="18" charset="-127"/>
                <a:ea typeface="바탕" pitchFamily="18" charset="-127"/>
              </a:rPr>
              <a:t>  	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자비로우신 하느님 아버지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, </a:t>
            </a:r>
            <a:r>
              <a:rPr lang="ko-KR" altLang="en-US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간절히 청하오니 가경자 최양업 토마스 신부에게 시복 시성의 은혜를 허락하시어 그에게 주셨던 굳건한 믿음과 온전한 헌신의 정신을 본받아 오늘 저희도 한마음으로 복음을 살고 전하는 일꾼이 되게 하소서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endParaRPr lang="en-US" altLang="ko-KR" sz="3200" b="1" dirty="0">
              <a:solidFill>
                <a:prstClr val="white"/>
              </a:solidFill>
              <a:latin typeface="Batang" panose="02030600000101010101" pitchFamily="18" charset="-127"/>
              <a:ea typeface="Batang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7C8B50A-87C0-41C7-83D4-96B95F8F1E2D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35854054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35496" y="102371"/>
            <a:ext cx="9073008" cy="48167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625475" indent="-625475">
              <a:lnSpc>
                <a:spcPct val="150000"/>
              </a:lnSpc>
              <a:spcAft>
                <a:spcPts val="2400"/>
              </a:spcAft>
            </a:pPr>
            <a:r>
              <a:rPr lang="ko-KR" altLang="en-US" sz="3200" dirty="0">
                <a:solidFill>
                  <a:prstClr val="white"/>
                </a:solidFill>
                <a:latin typeface="바탕" pitchFamily="18" charset="-127"/>
                <a:ea typeface="바탕" pitchFamily="18" charset="-127"/>
              </a:rPr>
              <a:t>●</a:t>
            </a:r>
            <a:r>
              <a:rPr lang="en-US" altLang="ko-KR" sz="3200" b="1" dirty="0">
                <a:solidFill>
                  <a:srgbClr val="DDD9C3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</a:t>
            </a:r>
            <a:r>
              <a:rPr lang="en-AU" altLang="ko-KR" sz="4000" dirty="0">
                <a:solidFill>
                  <a:srgbClr val="444444"/>
                </a:solidFill>
                <a:latin typeface="Nanum Gothic Thin"/>
                <a:ea typeface="Batang" panose="02030600000101010101" pitchFamily="18" charset="-127"/>
              </a:rPr>
              <a:t>	</a:t>
            </a:r>
            <a:r>
              <a:rPr lang="ko-KR" altLang="en-US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저희는 가경자 최양업 신부의 시복 시성의 은총을 빌며 그의 전구에 힘입어 브로큰베이 한인천주교회를 위하여 기도드리오니 들어주소서</a:t>
            </a:r>
            <a:r>
              <a:rPr lang="en-US" altLang="ko-KR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 </a:t>
            </a:r>
            <a:r>
              <a:rPr lang="ko-KR" altLang="en-US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우리 주 그리스도를 통하여 비나이다</a:t>
            </a:r>
            <a:r>
              <a:rPr lang="en-US" altLang="ko-KR" sz="3200" b="1" spc="-50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.</a:t>
            </a:r>
            <a:r>
              <a:rPr lang="en-US" altLang="ko-KR" sz="3200" b="1" dirty="0">
                <a:solidFill>
                  <a:prstClr val="white"/>
                </a:solidFill>
                <a:latin typeface="Batang" panose="02030600000101010101" pitchFamily="18" charset="-127"/>
                <a:ea typeface="Batang" panose="02030600000101010101" pitchFamily="18" charset="-127"/>
              </a:rPr>
              <a:t>     </a:t>
            </a:r>
          </a:p>
          <a:p>
            <a:pPr marL="625475" indent="-625475">
              <a:spcAft>
                <a:spcPts val="1200"/>
              </a:spcAft>
            </a:pPr>
            <a:r>
              <a:rPr lang="ko-KR" altLang="en-US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◎</a:t>
            </a:r>
            <a:r>
              <a:rPr lang="en-US" altLang="ko-KR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		</a:t>
            </a:r>
            <a:r>
              <a:rPr lang="ko-KR" altLang="en-US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아 멘</a:t>
            </a:r>
            <a:r>
              <a:rPr lang="en-US" altLang="ko-KR" sz="3500" b="1" dirty="0">
                <a:solidFill>
                  <a:prstClr val="white"/>
                </a:solidFill>
                <a:latin typeface="바탕" panose="02030600000101010101" pitchFamily="18" charset="-127"/>
                <a:ea typeface="바탕" panose="02030600000101010101" pitchFamily="18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C196F71-023D-4BE4-8EE4-DF4BF5614C97}"/>
              </a:ext>
            </a:extLst>
          </p:cNvPr>
          <p:cNvSpPr txBox="1"/>
          <p:nvPr/>
        </p:nvSpPr>
        <p:spPr>
          <a:xfrm>
            <a:off x="6228184" y="4825685"/>
            <a:ext cx="2808312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200" dirty="0">
                <a:solidFill>
                  <a:prstClr val="white">
                    <a:lumMod val="50000"/>
                  </a:prst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가톨릭 기도서 © 한국천주교중앙협의회</a:t>
            </a:r>
          </a:p>
        </p:txBody>
      </p:sp>
    </p:spTree>
    <p:extLst>
      <p:ext uri="{BB962C8B-B14F-4D97-AF65-F5344CB8AC3E}">
        <p14:creationId xmlns:p14="http://schemas.microsoft.com/office/powerpoint/2010/main" xmlns="" val="585637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="" xmlns:a16="http://schemas.microsoft.com/office/drawing/2014/main" id="{9423646B-4619-4289-9220-025A9EFB7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="" xmlns:p14="http://schemas.microsoft.com/office/powerpoint/2010/main" val="1897210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/>
          </p:cNvSpPr>
          <p:nvPr/>
        </p:nvSpPr>
        <p:spPr>
          <a:xfrm>
            <a:off x="0" y="1543324"/>
            <a:ext cx="9144000" cy="170816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784" marR="0" lvl="0" indent="0" algn="ctr" defTabSz="914400" eaLnBrk="1" fontAlgn="auto" latinLnBrk="0" hangingPunct="1">
              <a:lnSpc>
                <a:spcPct val="150000"/>
              </a:lnSpc>
              <a:spcBef>
                <a:spcPts val="924"/>
              </a:spcBef>
              <a:spcAft>
                <a:spcPts val="924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미사가 끝났으니 </a:t>
            </a:r>
            <a:b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</a:br>
            <a:r>
              <a:rPr kumimoji="0" lang="ko-KR" altLang="en-US" sz="3700" b="1" i="0" u="none" strike="noStrike" kern="0" cap="none" spc="231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바탕" pitchFamily="18" charset="-127"/>
                <a:ea typeface="바탕" pitchFamily="18" charset="-127"/>
                <a:cs typeface="+mj-cs"/>
              </a:rPr>
              <a:t>안녕히 돌아가십시오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63(62)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주님, 저의 하느님, 제 영혼 당신을 목말라하나이다.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이렇듯 제 한평생 당신을 찬미하고, 당신 이름 부르며 두 손 높이 올리오리다. 제 영혼이 기름진 음식으로 배불러, 제 입술이 환호하며 당신을 찬양하나이다.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9999" name="BlackBg"/>
          <p:cNvSpPr>
            <a:spLocks noGrp="1"/>
          </p:cNvSpPr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/>
          <a:lstStyle/>
          <a:p/>
        </p:txBody>
      </p:sp>
      <p:sp>
        <p:nvSpPr>
          <p:cNvPr id="5" name="object 3"/>
          <p:cNvSpPr txBox="1">
            <a:spLocks/>
          </p:cNvSpPr>
          <p:nvPr/>
        </p:nvSpPr>
        <p:spPr>
          <a:xfrm>
            <a:off x="179512" y="-20538"/>
            <a:ext cx="8856984" cy="6001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938" defTabSz="914400">
              <a:lnSpc>
                <a:spcPct val="150000"/>
              </a:lnSpc>
              <a:defRPr/>
            </a:pPr>
            <a:r>
              <a:rPr kumimoji="0" lang="ko-KR" altLang="en-US" sz="2600" b="0" i="0" u="none" strike="noStrike" kern="0" cap="none" spc="-117" normalizeH="0" baseline="0" noProof="0" dirty="0">
                <a:ln>
                  <a:noFill/>
                </a:ln>
                <a:solidFill>
                  <a:srgbClr val="EEECE1">
                    <a:lumMod val="50000"/>
                  </a:srgbClr>
                </a:solidFill>
                <a:effectLst/>
                <a:uLnTx/>
                <a:uFillTx/>
                <a:latin typeface="궁서" pitchFamily="18" charset="-127"/>
                <a:ea typeface="궁서" pitchFamily="18" charset="-127"/>
                <a:cs typeface="+mn-cs"/>
              </a:rPr>
              <a:t>화 답 송   시편 63(62)</a:t>
            </a:r>
            <a:endParaRPr lang="ko-KR" altLang="en-US" sz="2600" kern="0" dirty="0">
              <a:solidFill>
                <a:srgbClr val="EEECE1">
                  <a:lumMod val="75000"/>
                </a:srgbClr>
              </a:solidFill>
              <a:latin typeface="궁서" pitchFamily="18" charset="-127"/>
              <a:ea typeface="궁서" pitchFamily="18" charset="-127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="" xmlns:a16="http://schemas.microsoft.com/office/drawing/2014/main" id="{D4766CF3-9F91-47A3-BADF-F0FA5677B86A}"/>
              </a:ext>
            </a:extLst>
          </p:cNvPr>
          <p:cNvSpPr/>
          <p:nvPr/>
        </p:nvSpPr>
        <p:spPr>
          <a:xfrm>
            <a:off x="6602690" y="21371"/>
            <a:ext cx="250581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l" defTabSz="71555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000" b="1" i="0" u="none" strike="noStrike" kern="1200" cap="none" spc="0" normalizeH="0" baseline="0" noProof="0" dirty="0">
                <a:ln>
                  <a:noFill/>
                </a:ln>
                <a:solidFill>
                  <a:srgbClr val="C0504D"/>
                </a:solidFill>
                <a:effectLst/>
                <a:uLnTx/>
                <a:uFillTx/>
                <a:latin typeface="dotum" panose="020B0600000101010101" pitchFamily="50" charset="-127"/>
                <a:ea typeface="dotum" panose="020B0600000101010101" pitchFamily="50" charset="-127"/>
                <a:cs typeface="+mn-cs"/>
              </a:rPr>
              <a:t>Responsorial Psalm</a:t>
            </a:r>
            <a:endParaRPr kumimoji="0" lang="en-AU" sz="2000" b="0" i="0" u="none" strike="noStrike" kern="1200" cap="none" spc="0" normalizeH="0" baseline="0" noProof="0" dirty="0">
              <a:ln>
                <a:noFill/>
              </a:ln>
              <a:solidFill>
                <a:srgbClr val="C0504D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="" xmlns:a16="http://schemas.microsoft.com/office/drawing/2014/main" id="{5157316C-57D6-EBB9-91F6-145DA88765BA}"/>
              </a:ext>
            </a:extLst>
          </p:cNvPr>
          <p:cNvSpPr txBox="1"/>
          <p:nvPr/>
        </p:nvSpPr>
        <p:spPr>
          <a:xfrm>
            <a:off x="6479260" y="4842932"/>
            <a:ext cx="2629244" cy="21544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lang="ko-KR" altLang="en-US" spc="-100" dirty="0">
                <a:solidFill>
                  <a:schemeClr val="bg1">
                    <a:lumMod val="50000"/>
                  </a:schemeClr>
                </a:solidFill>
                <a:latin typeface="궁서" panose="02030600000101010101" pitchFamily="18" charset="-127"/>
                <a:ea typeface="궁서" panose="02030600000101010101" pitchFamily="18" charset="-127"/>
              </a:rPr>
              <a:t>전례문 © 한국천주교중앙협의회</a:t>
            </a:r>
          </a:p>
        </p:txBody>
      </p:sp>
      <p:sp>
        <p:nvSpPr>
          <p:cNvPr id="4" name="object 3">
            <a:extLst>
              <a:ext uri="{FF2B5EF4-FFF2-40B4-BE49-F238E27FC236}">
                <a16:creationId xmlns="" xmlns:a16="http://schemas.microsoft.com/office/drawing/2014/main" id="{F8849E71-E989-7DF3-13FE-C6AE418D96A7}"/>
              </a:ext>
            </a:extLst>
          </p:cNvPr>
          <p:cNvSpPr txBox="1">
            <a:spLocks/>
          </p:cNvSpPr>
          <p:nvPr/>
        </p:nvSpPr>
        <p:spPr>
          <a:xfrm>
            <a:off x="35496" y="627534"/>
            <a:ext cx="9001000" cy="31547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700" b="1" dirty="0">
                <a:solidFill>
                  <a:schemeClr val="bg2">
                    <a:lumMod val="90000"/>
                  </a:schemeClr>
                </a:solidFill>
                <a:latin typeface="바탕" pitchFamily="18" charset="-127"/>
                <a:ea typeface="바탕" pitchFamily="18" charset="-127"/>
              </a:rPr>
              <a:t>◎	주님, 저의 하느님, 제 영혼 당신을 목말라하나이다.</a:t>
            </a:r>
            <a:endParaRPr lang="en-US" altLang="ko-KR" sz="3700" b="1" dirty="0">
              <a:solidFill>
                <a:schemeClr val="bg2">
                  <a:lumMod val="90000"/>
                </a:schemeClr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  <a:p>
            <a:pPr marL="719138" indent="-719138" defTabSz="914400">
              <a:spcAft>
                <a:spcPts val="4200"/>
              </a:spcAft>
              <a:tabLst>
                <a:tab pos="361950" algn="l"/>
              </a:tabLst>
            </a:pPr>
            <a:r>
              <a:rPr lang="ko-KR" altLang="en-US" sz="3000" b="1" dirty="0">
                <a:solidFill>
                  <a:schemeClr val="bg1"/>
                </a:solidFill>
                <a:latin typeface="바탕" pitchFamily="18" charset="-127"/>
                <a:ea typeface="바탕" pitchFamily="18" charset="-127"/>
              </a:rPr>
              <a:t>○	정녕 당신은 저를 도우셨으니, 당신 날개 그늘에서 환호하나이다. 제 영혼 당신께 매달리오면, 당신 오른손이 저를 붙드나이다. ◎</a:t>
            </a:r>
            <a:endParaRPr lang="en-US" altLang="ko-KR" sz="3200" b="1" dirty="0">
              <a:solidFill>
                <a:schemeClr val="bg1"/>
              </a:solidFill>
              <a:latin typeface="바탕" panose="02030600000101010101" pitchFamily="18" charset="-127"/>
              <a:ea typeface="바탕" panose="02030600000101010101" pitchFamily="18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20057</TotalTime>
  <Words>1077</Words>
  <Application>Microsoft Office PowerPoint</Application>
  <PresentationFormat>화면 슬라이드 쇼(16:9)</PresentationFormat>
  <Paragraphs>271</Paragraphs>
  <Slides>60</Slides>
  <Notes>35</Notes>
  <HiddenSlides>0</HiddenSlides>
  <MMClips>0</MMClips>
  <ScaleCrop>false</ScaleCrop>
  <HeadingPairs>
    <vt:vector size="4" baseType="variant">
      <vt:variant>
        <vt:lpstr>테마</vt:lpstr>
      </vt:variant>
      <vt:variant>
        <vt:i4>4</vt:i4>
      </vt:variant>
      <vt:variant>
        <vt:lpstr>슬라이드 제목</vt:lpstr>
      </vt:variant>
      <vt:variant>
        <vt:i4>67</vt:i4>
      </vt:variant>
    </vt:vector>
  </HeadingPairs>
  <TitlesOfParts>
    <vt:vector size="71" baseType="lpstr">
      <vt:lpstr>Office Theme</vt:lpstr>
      <vt:lpstr>1_Office Theme</vt:lpstr>
      <vt:lpstr>2_Office Theme</vt:lpstr>
      <vt:lpstr>3_Office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입당송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제 1 독서  신명기의 말씀입니다.  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제 2 독서  요한 1서의 말씀입니다.</vt:lpstr>
      <vt:lpstr>슬라이드 30</vt:lpstr>
      <vt:lpstr>슬라이드 31</vt:lpstr>
      <vt:lpstr>슬라이드 32</vt:lpstr>
      <vt:lpstr>슬라이드 33</vt:lpstr>
      <vt:lpstr>슬라이드 34</vt:lpstr>
      <vt:lpstr>슬라이드 35</vt:lpstr>
      <vt:lpstr>슬라이드 36</vt:lpstr>
      <vt:lpstr>슬라이드 37</vt:lpstr>
      <vt:lpstr>슬라이드 38</vt:lpstr>
      <vt:lpstr>슬라이드 39</vt:lpstr>
      <vt:lpstr>슬라이드 40</vt:lpstr>
      <vt:lpstr>슬라이드 41</vt:lpstr>
      <vt:lpstr>슬라이드 42</vt:lpstr>
      <vt:lpstr>슬라이드 43</vt:lpstr>
      <vt:lpstr>슬라이드 44</vt:lpstr>
      <vt:lpstr>슬라이드 45</vt:lpstr>
      <vt:lpstr>슬라이드 46</vt:lpstr>
      <vt:lpstr>슬라이드 47</vt:lpstr>
      <vt:lpstr>슬라이드 48</vt:lpstr>
      <vt:lpstr>슬라이드 49</vt:lpstr>
      <vt:lpstr>슬라이드 50</vt:lpstr>
      <vt:lpstr>슬라이드 51</vt:lpstr>
      <vt:lpstr>슬라이드 52</vt:lpstr>
      <vt:lpstr>슬라이드 53</vt:lpstr>
      <vt:lpstr>슬라이드 54</vt:lpstr>
      <vt:lpstr>슬라이드 55</vt:lpstr>
      <vt:lpstr>영성체송</vt:lpstr>
      <vt:lpstr>슬라이드 57</vt:lpstr>
      <vt:lpstr>슬라이드 58</vt:lpstr>
      <vt:lpstr>슬라이드 59</vt:lpstr>
      <vt:lpstr>슬라이드 60</vt:lpstr>
      <vt:lpstr>슬라이드 61</vt:lpstr>
      <vt:lpstr>슬라이드 62</vt:lpstr>
      <vt:lpstr>슬라이드 63</vt:lpstr>
      <vt:lpstr>슬라이드 64</vt:lpstr>
      <vt:lpstr>슬라이드 65</vt:lpstr>
      <vt:lpstr>슬라이드 66</vt:lpstr>
      <vt:lpstr>슬라이드 67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Scott</cp:lastModifiedBy>
  <cp:revision>1953</cp:revision>
  <dcterms:created xsi:type="dcterms:W3CDTF">2016-08-30T00:06:00Z</dcterms:created>
  <dcterms:modified xsi:type="dcterms:W3CDTF">2026-06-09T22:38:52Z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2016-08-27T00:00:00Z</vt:filetime>
  </property>
  <property fmtid="{D5CDD505-2E9C-101B-9397-08002B2CF9AE}" pid="3" name="Creator">
    <vt:lpwstr>Adobe InDesign CC 2015 (Macintosh)</vt:lpwstr>
  </property>
  <property fmtid="{D5CDD505-2E9C-101B-9397-08002B2CF9AE}" pid="4" name="LastSaved">
    <vt:filetime>2016-08-30T00:00:00Z</vt:filetime>
  </property>
</Properties>
</file>
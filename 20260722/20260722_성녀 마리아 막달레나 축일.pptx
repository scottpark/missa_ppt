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  <p:sldMasterId id="2147483674" r:id="rId3"/>
    <p:sldMasterId id="2147483681" r:id="rId4"/>
  </p:sldMasterIdLst>
  <p:notesMasterIdLst>
    <p:notesMasterId r:id="rId72"/>
  </p:notesMasterIdLst>
  <p:sldIdLst>
    <p:sldId id="1842" r:id="rId5"/>
    <p:sldId id="1377" r:id="rId6"/>
    <p:sldId id="1062" r:id="rId7"/>
    <p:sldId id="1063" r:id="rId8"/>
    <p:sldId id="2518" r:id="rId9"/>
    <p:sldId id="2519" r:id="rId10"/>
    <p:sldId id="2520" r:id="rId11"/>
    <p:sldId id="2521" r:id="rId12"/>
    <p:sldId id="1332" r:id="rId13"/>
    <p:sldId id="2079" r:id="rId14"/>
    <p:sldId id="2067" r:id="rId15"/>
    <p:sldId id="1438" r:id="rId16"/>
    <p:sldId id="896" r:id="rId17"/>
    <p:sldId id="2064" r:id="rId18"/>
    <p:sldId id="2065" r:id="rId19"/>
    <p:sldId id="2066" r:id="rId20"/>
    <p:sldId id="2078" r:id="rId21"/>
    <p:sldId id="1796" r:id="rId22"/>
    <p:sldId id="2016" r:id="rId23"/>
    <p:sldId id="2522" r:id="rId24"/>
    <p:sldId id="1520" r:id="rId27"/>
    <p:sldId id="2536" r:id="rId26"/>
    <p:sldId id="2537" r:id="rId25"/>
    <p:sldId id="2538" r:id="rId77"/>
    <p:sldId id="2539" r:id="rId78"/>
    <p:sldId id="2080" r:id="rId39"/>
    <p:sldId id="2036" r:id="rId40"/>
    <p:sldId id="1507" r:id="rId41"/>
    <p:sldId id="344" r:id="rId42"/>
    <p:sldId id="2070" r:id="rId43"/>
    <p:sldId id="2530" r:id="rId44"/>
    <p:sldId id="2540" r:id="rId38"/>
    <p:sldId id="2541" r:id="rId37"/>
    <p:sldId id="2542" r:id="rId36"/>
    <p:sldId id="2086" r:id="rId46"/>
    <p:sldId id="2087" r:id="rId47"/>
    <p:sldId id="2088" r:id="rId48"/>
    <p:sldId id="2089" r:id="rId49"/>
    <p:sldId id="2090" r:id="rId50"/>
    <p:sldId id="1514" r:id="rId51"/>
    <p:sldId id="1962" r:id="rId52"/>
    <p:sldId id="1128" r:id="rId53"/>
    <p:sldId id="2037" r:id="rId54"/>
    <p:sldId id="286" r:id="rId55"/>
    <p:sldId id="1815" r:id="rId56"/>
    <p:sldId id="1149" r:id="rId57"/>
    <p:sldId id="739" r:id="rId58"/>
    <p:sldId id="428" r:id="rId59"/>
    <p:sldId id="1965" r:id="rId60"/>
    <p:sldId id="302" r:id="rId61"/>
    <p:sldId id="1963" r:id="rId62"/>
    <p:sldId id="1379" r:id="rId63"/>
    <p:sldId id="1441" r:id="rId64"/>
    <p:sldId id="1492" r:id="rId65"/>
    <p:sldId id="2532" r:id="rId66"/>
    <p:sldId id="2533" r:id="rId67"/>
    <p:sldId id="2534" r:id="rId68"/>
    <p:sldId id="2535" r:id="rId69"/>
    <p:sldId id="2505" r:id="rId70"/>
    <p:sldId id="893" r:id="rId71"/>
  </p:sldIdLst>
  <p:sldSz cx="9144000" cy="5143500" type="screen16x9"/>
  <p:notesSz cx="10693400" cy="7562850"/>
  <p:defaultTextStyle>
    <a:defPPr>
      <a:defRPr lang="en-US"/>
    </a:defPPr>
    <a:lvl1pPr marL="0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1959">
          <p15:clr>
            <a:srgbClr val="A4A3A4"/>
          </p15:clr>
        </p15:guide>
        <p15:guide id="2" pos="184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clrMru>
    <a:srgbClr val="FFFFCC"/>
    <a:srgbClr val="FFFFFF"/>
    <a:srgbClr val="FFFF99"/>
    <a:srgbClr val="FFFF66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023" autoAdjust="0"/>
    <p:restoredTop sz="92015" autoAdjust="0"/>
  </p:normalViewPr>
  <p:slideViewPr>
    <p:cSldViewPr>
      <p:cViewPr varScale="1">
        <p:scale>
          <a:sx n="154" d="100"/>
          <a:sy n="154" d="100"/>
        </p:scale>
        <p:origin x="-852" y="-96"/>
      </p:cViewPr>
      <p:guideLst>
        <p:guide orient="horz" pos="1959"/>
        <p:guide pos="1847"/>
      </p:guideLst>
    </p:cSldViewPr>
  </p:slideViewPr>
  <p:outlineViewPr>
    <p:cViewPr>
      <p:scale>
        <a:sx n="33" d="100"/>
        <a:sy n="33" d="100"/>
      </p:scale>
      <p:origin x="0" y="8358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Relationship Id="rId77" Type="http://schemas.openxmlformats.org/officeDocument/2006/relationships/slide" Target="slides/slide68.xml"/><Relationship Id="rId78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057900" y="0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ACA7C-5262-4C8E-AE19-3DA31B6A1CDA}" type="datetimeFigureOut">
              <a:rPr lang="en-AU" smtClean="0"/>
              <a:pPr/>
              <a:t>1/08/2026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25750" y="566738"/>
            <a:ext cx="5041900" cy="28368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69975" y="3592513"/>
            <a:ext cx="8553450" cy="340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183438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057900" y="7183438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3FD64-BF31-4C61-B552-27E91C04657E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505940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014770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945548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1878399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28014413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1556744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5590429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12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061556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061556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061556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18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492192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2245972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48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50772857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56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5590429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58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60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343010580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343010580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309366576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39235568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8/1/2026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8/1/2026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8/1/2026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8/1/2026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8/1/2026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8/1/2026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202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8/1/2026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3118444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8/1/2026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139796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8/1/2026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2162040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8/1/2026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18779947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="" xmlns:p14="http://schemas.microsoft.com/office/powerpoint/2010/main" val="38073467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8/1/2026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9340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8/1/2026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3964001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8/1/2026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13826307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8/1/2026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15310352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8/1/2026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15140291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2041445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8/1/2026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8/1/2026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8/1/2026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8/1/2026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8/1/2026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8/1/2026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8/1/2026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511477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8/1/2026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7460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8/1/2026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eg"/><Relationship Id="rId4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jpeg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jpe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="" xmlns:a16="http://schemas.microsoft.com/office/drawing/2014/main" id="{1040A872-B93C-48D8-996A-17DB865F4D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9" y="0"/>
            <a:ext cx="9174600" cy="5141564"/>
          </a:xfrm>
          <a:prstGeom prst="rect">
            <a:avLst/>
          </a:prstGeom>
        </p:spPr>
      </p:pic>
      <p:pic>
        <p:nvPicPr>
          <p:cNvPr id="12" name="Picture 12" descr="broken-bay_logo.jpg">
            <a:extLst>
              <a:ext uri="{FF2B5EF4-FFF2-40B4-BE49-F238E27FC236}">
                <a16:creationId xmlns="" xmlns:a16="http://schemas.microsoft.com/office/drawing/2014/main" id="{E7D6E599-A4AD-4277-9AC8-6DF6337F15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clrChange>
              <a:clrFrom>
                <a:srgbClr val="FDFFFF"/>
              </a:clrFrom>
              <a:clrTo>
                <a:srgbClr val="FD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63905" y="386614"/>
            <a:ext cx="1182298" cy="816984"/>
          </a:xfrm>
          <a:prstGeom prst="rect">
            <a:avLst/>
          </a:prstGeom>
        </p:spPr>
      </p:pic>
      <p:sp>
        <p:nvSpPr>
          <p:cNvPr id="6" name="object 5">
            <a:extLst>
              <a:ext uri="{FF2B5EF4-FFF2-40B4-BE49-F238E27FC236}">
                <a16:creationId xmlns="" xmlns:a16="http://schemas.microsoft.com/office/drawing/2014/main" id="{DA01D17A-8E05-4F9A-BAE4-F0B9DA2A8D38}"/>
              </a:ext>
            </a:extLst>
          </p:cNvPr>
          <p:cNvSpPr txBox="1"/>
          <p:nvPr/>
        </p:nvSpPr>
        <p:spPr>
          <a:xfrm>
            <a:off x="-36512" y="3650914"/>
            <a:ext cx="9174600" cy="1513124"/>
          </a:xfrm>
          <a:prstGeom prst="rect">
            <a:avLst/>
          </a:prstGeom>
          <a:ln w="12700">
            <a:noFill/>
          </a:ln>
        </p:spPr>
        <p:txBody>
          <a:bodyPr vert="horz" wrap="square" lIns="0" tIns="4970" rIns="0" bIns="0" rtlCol="0">
            <a:spAutoFit/>
          </a:bodyPr>
          <a:lstStyle/>
          <a:p>
            <a:pPr marL="684748" marR="678786" indent="74041" algn="ctr">
              <a:spcAft>
                <a:spcPts val="1200"/>
              </a:spcAft>
            </a:pPr>
            <a:r>
              <a:rPr sz="2200" b="1" spc="200" dirty="0" smtClean="0">
                <a:latin typeface="궁서" pitchFamily="18" charset="-127"/>
                <a:ea typeface="궁서" pitchFamily="18" charset="-127"/>
                <a:cs typeface="Malgun Gothic"/>
              </a:rPr>
              <a:t>2026년 7월 22일</a:t>
            </a:r>
            <a:endParaRPr lang="en-US" altLang="ko-KR" sz="2200" b="1" spc="200" dirty="0">
              <a:latin typeface="궁서" pitchFamily="18" charset="-127"/>
              <a:ea typeface="궁서" pitchFamily="18" charset="-127"/>
              <a:cs typeface="Malgun Gothic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ko-KR" altLang="en-US" sz="2800" b="1" spc="500" dirty="0">
                <a:latin typeface="궁서" pitchFamily="18" charset="-127"/>
                <a:ea typeface="궁서" pitchFamily="18" charset="-127"/>
              </a:rPr>
              <a:t>성녀 마리아 막달레나 축일</a:t>
            </a:r>
            <a:endParaRPr lang="en-US" altLang="ko-KR" sz="2800" b="1" spc="500" dirty="0">
              <a:latin typeface="궁서" pitchFamily="18" charset="-127"/>
              <a:ea typeface="궁서" pitchFamily="18" charset="-127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en-US" altLang="ko-KR" sz="2800" b="1" spc="500" dirty="0">
                <a:latin typeface="궁서" pitchFamily="18" charset="-127"/>
                <a:ea typeface="궁서" pitchFamily="18" charset="-127"/>
              </a:rPr>
              <a:t>(</a:t>
            </a:r>
            <a:r>
              <a:rPr lang="ko-KR" altLang="en-US" sz="2800" b="1" spc="500" dirty="0">
                <a:latin typeface="궁서" pitchFamily="18" charset="-127"/>
                <a:ea typeface="궁서" pitchFamily="18" charset="-127"/>
              </a:rPr>
              <a:t>사제 성화의 날</a:t>
            </a:r>
            <a:r>
              <a:rPr lang="en-US" altLang="ko-KR" sz="2800" b="1" spc="500" dirty="0">
                <a:latin typeface="궁서" pitchFamily="18" charset="-127"/>
                <a:ea typeface="궁서" pitchFamily="18" charset="-127"/>
              </a:rPr>
              <a:t>)</a:t>
            </a:r>
            <a:endParaRPr lang="en-US" altLang="en-US" sz="2800" b="1" spc="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object 4"/>
          <p:cNvSpPr txBox="1"/>
          <p:nvPr/>
        </p:nvSpPr>
        <p:spPr>
          <a:xfrm>
            <a:off x="2258171" y="483518"/>
            <a:ext cx="6130253" cy="10464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algn="ctr"/>
            <a:r>
              <a:rPr sz="2700" b="1" spc="120" dirty="0">
                <a:latin typeface="Arial Black" panose="020B0A04020102020204" pitchFamily="34" charset="0"/>
                <a:ea typeface="나눔고딕" pitchFamily="50" charset="-127"/>
                <a:cs typeface="Malgun Gothic"/>
              </a:rPr>
              <a:t>브로큰 베이 교구 한인 천주교회</a:t>
            </a:r>
            <a:endParaRPr lang="en-US" sz="2700" b="1" spc="120" dirty="0">
              <a:latin typeface="Arial Black" panose="020B0A04020102020204" pitchFamily="34" charset="0"/>
              <a:ea typeface="나눔고딕" pitchFamily="50" charset="-127"/>
              <a:cs typeface="Malgun Gothic"/>
            </a:endParaRPr>
          </a:p>
          <a:p>
            <a:pPr marL="9784" algn="ctr"/>
            <a:r>
              <a:rPr lang="en-GB" sz="2300" dirty="0">
                <a:solidFill>
                  <a:srgbClr val="000000"/>
                </a:solidFill>
                <a:latin typeface="AppleSystemUIFont"/>
                <a:ea typeface="Malgun Gothic" panose="020B0503020000020004" pitchFamily="34" charset="-127"/>
                <a:cs typeface="Arial" panose="020B0604020202020204" pitchFamily="34" charset="0"/>
              </a:rPr>
              <a:t>Korean Chaplaincy </a:t>
            </a:r>
            <a:r>
              <a:rPr lang="en-GB" sz="1300" dirty="0">
                <a:solidFill>
                  <a:srgbClr val="000000"/>
                </a:solidFill>
                <a:latin typeface="AppleSystemUIFont"/>
                <a:ea typeface="Malgun Gothic" panose="020B0503020000020004" pitchFamily="34" charset="-127"/>
                <a:cs typeface="AppleSystemUIFont"/>
              </a:rPr>
              <a:t>CATHOLIC DIOCESE OF BROKEN BAY </a:t>
            </a:r>
            <a:endParaRPr lang="en-AU" sz="1300" dirty="0">
              <a:latin typeface="Calibri" panose="020F0502020204030204" pitchFamily="34" charset="0"/>
              <a:ea typeface="Malgun Gothic" panose="020B0503020000020004" pitchFamily="34" charset="-127"/>
              <a:cs typeface="Times New Roman" panose="02020603050405020304" pitchFamily="18" charset="0"/>
            </a:endParaRPr>
          </a:p>
          <a:p>
            <a:pPr marL="9784" algn="ctr"/>
            <a:endParaRPr sz="1800" dirty="0">
              <a:latin typeface="Gill Sans MT"/>
              <a:cs typeface="Gill Sans MT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171304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6604367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/>
          <p:cNvSpPr txBox="1"/>
          <p:nvPr/>
        </p:nvSpPr>
        <p:spPr>
          <a:xfrm>
            <a:off x="2699792" y="1084177"/>
            <a:ext cx="5760640" cy="233185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미사가 시작되오니</a:t>
            </a:r>
            <a:r>
              <a:rPr lang="en-AU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</a:t>
            </a: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핸드폰 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설정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을</a:t>
            </a:r>
            <a:endParaRPr lang="en-AU" sz="3200" b="1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확인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하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시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기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바랍니다</a:t>
            </a:r>
            <a:endParaRPr sz="3200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pic>
        <p:nvPicPr>
          <p:cNvPr id="3" name="Picture 2" descr="See the source image">
            <a:extLst>
              <a:ext uri="{FF2B5EF4-FFF2-40B4-BE49-F238E27FC236}">
                <a16:creationId xmlns="" xmlns:a16="http://schemas.microsoft.com/office/drawing/2014/main" id="{233D9B60-48F6-4C8E-B527-60E426E725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l="9293" t="1400" r="6384" b="10800"/>
          <a:stretch/>
        </p:blipFill>
        <p:spPr bwMode="auto">
          <a:xfrm>
            <a:off x="755576" y="627534"/>
            <a:ext cx="1862270" cy="2088232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  <a:softEdge rad="127000"/>
          </a:effectLst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338885811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79512" y="699542"/>
            <a:ext cx="8784976" cy="42657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지극히 어지신 구세주 예수님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</a:t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 앞에 꿇어 경배하오니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굽어살피소서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20000"/>
              </a:lnSpc>
              <a:spcAft>
                <a:spcPts val="21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저희는 이미 주님의 백성이오니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언제나 주님과 함께 살아가기를 바라나이다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주님과 하나 되고자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오늘 저희를 주님의 성심께 봉헌하나이다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827584" y="93861"/>
            <a:ext cx="7488832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defTabSz="914400">
              <a:defRPr/>
            </a:pPr>
            <a:r>
              <a:rPr lang="ko-KR" altLang="en-US" sz="3000" kern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예수 성심께 천하 만민을 바치는 기도</a:t>
            </a:r>
            <a:endParaRPr lang="ko-KR" altLang="en-US" sz="3000" kern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793315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8"/>
          <p:cNvSpPr/>
          <p:nvPr/>
        </p:nvSpPr>
        <p:spPr>
          <a:xfrm>
            <a:off x="251520" y="355916"/>
            <a:ext cx="8784976" cy="40880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일찍이 알아 모시지 못한 사람도 많고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알고도 주님의 계명을 저버리고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주님을 떠난 사람도 많사오니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지극히 인자하신 예수님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이런 사람들도 다 불쌍히 여기시어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주님의 성심께 이끌어 들이소서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262028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30834"/>
            <a:ext cx="9001000" cy="49171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주님께서는 목자이시니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떠나지 않은 사람들을 보살피시고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이미 주님을 떠난 사람들은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다시 아버지 집으로 돌아오게 하시어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굶어 죽는 일이 없게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</a:t>
            </a:r>
          </a:p>
          <a:p>
            <a:pPr>
              <a:lnSpc>
                <a:spcPct val="120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28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ko-KR" altLang="en-US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옹졸한 고집에 사로잡힌 사람들이나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 err="1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불목하여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갈린 사람들도 부르시어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저희가 모두 같은 신앙을 고백하며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한 우리에서 한 목자 밑에 살게 하소서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41167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115922"/>
            <a:ext cx="8784976" cy="47166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거룩한 교회를 평화의 깃발로 세우시고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모든 나라에 참된 평화를 주시어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온 세상 어디서나 입을 모아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구원하신 거룩하신 성심께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영원히 찬미와 영광과 흠숭을 드리게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endParaRPr lang="en-US" altLang="ko-KR" sz="3000" b="1" dirty="0">
              <a:solidFill>
                <a:srgbClr val="EEECE1">
                  <a:lumMod val="90000"/>
                </a:srgb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맑은 고딕" panose="020B0503020000020004" pitchFamily="50" charset="-127"/>
              </a:rPr>
              <a:t>◎</a:t>
            </a: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아 멘 </a:t>
            </a:r>
            <a:endParaRPr lang="en-US" altLang="ko-KR" sz="34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 </a:t>
            </a:r>
            <a:r>
              <a:rPr lang="en-US" altLang="ko-KR" sz="30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 성심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endParaRPr lang="en-US" altLang="ko-KR" sz="30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8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 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이 세상에 주님의 나라를 세우소서</a:t>
            </a:r>
            <a:r>
              <a:rPr lang="en-US" altLang="ko-KR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4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09755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374095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입당송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755576" y="915566"/>
            <a:ext cx="7272808" cy="3323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720000" indent="-720000">
              <a:lnSpc>
                <a:spcPct val="100000"/>
              </a:lnSpc>
              <a:spcAft>
                <a:spcPts val="1200"/>
              </a:spcAft>
            </a:pPr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	주님이 마리아 막달레나에게 말씀하셨다. 내 형제들에게 가서 전하여라. 나는 내 아버지시며 너희의 아버지신 분, 내 하느님이시며 너희의 하느님이신 분께 올라간다.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입 당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 smtClean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26</a:t>
            </a:r>
            <a:endParaRPr lang="en-US" altLang="ko-KR" sz="4800" b="1" spc="1500" dirty="0"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912970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529137"/>
            <a:ext cx="9108504" cy="4185753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하늘 높은데서는 하느님께 영광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땅에서는 주님께서 사랑하시는 사람들에게 평화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 하느님 하늘의 임금님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전능하신 아버지 하느님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주님을 기리나이다 찬미하나이다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주님을 흠숭하나이다 찬양하나이다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 영광 크시오니 감사하나이다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46F17F0B-9570-4BE5-A125-85B2AE51E472}"/>
              </a:ext>
            </a:extLst>
          </p:cNvPr>
          <p:cNvSpPr/>
          <p:nvPr/>
        </p:nvSpPr>
        <p:spPr>
          <a:xfrm>
            <a:off x="8143900" y="0"/>
            <a:ext cx="10001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179512" y="-20537"/>
            <a:ext cx="7311095" cy="5228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b="1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Batang" pitchFamily="18" charset="-127"/>
                <a:ea typeface="Batang" pitchFamily="18" charset="-127"/>
                <a:cs typeface="+mn-cs"/>
              </a:rPr>
              <a:t>대영광송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483518"/>
            <a:ext cx="9108504" cy="4678196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외아들 주 예수 그리스도님</a:t>
            </a:r>
            <a:endParaRPr kumimoji="0" lang="en-AU" sz="24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 하느님 성부의 아드님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하느님의 어린양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세상의 죄를 없애시는 주님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자비를 베푸소서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세상의 죄를 없애시는 주님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저희의 기도를 들어 주소서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46F17F0B-9570-4BE5-A125-85B2AE51E472}"/>
              </a:ext>
            </a:extLst>
          </p:cNvPr>
          <p:cNvSpPr/>
          <p:nvPr/>
        </p:nvSpPr>
        <p:spPr>
          <a:xfrm>
            <a:off x="8143900" y="0"/>
            <a:ext cx="10001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179512" y="-20537"/>
            <a:ext cx="7311095" cy="5228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b="1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Batang" pitchFamily="18" charset="-127"/>
                <a:ea typeface="Batang" pitchFamily="18" charset="-127"/>
                <a:cs typeface="+mn-cs"/>
              </a:rPr>
              <a:t>대영광송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571486"/>
            <a:ext cx="9108504" cy="4170364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성부 오른편에 앉아 계신 주님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자비를 베푸소서</a:t>
            </a:r>
            <a:endParaRPr kumimoji="0" lang="en-AU" sz="24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홀로 거룩하시고 홀로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주님이시며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홀로 높으신 예수 그리스도님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성령과 함께 아버지 하느님의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영광안에 계시나이다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아멘</a:t>
            </a: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46F17F0B-9570-4BE5-A125-85B2AE51E472}"/>
              </a:ext>
            </a:extLst>
          </p:cNvPr>
          <p:cNvSpPr/>
          <p:nvPr/>
        </p:nvSpPr>
        <p:spPr>
          <a:xfrm>
            <a:off x="8143900" y="0"/>
            <a:ext cx="10001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179512" y="-20537"/>
            <a:ext cx="7311095" cy="5228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b="1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Batang" pitchFamily="18" charset="-127"/>
                <a:ea typeface="Batang" pitchFamily="18" charset="-127"/>
                <a:cs typeface="+mn-cs"/>
              </a:rPr>
              <a:t>대영광송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First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861305" y="987574"/>
            <a:ext cx="8103183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1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spc="50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아가의 말씀입니다.</a:t>
            </a:r>
            <a:r>
              <a:rPr lang="en-US" altLang="ko-KR" sz="3200" spc="5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en-US" altLang="ko-KR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0FE5379-552E-5DF6-EA4A-A2F73DBD82E6}"/>
              </a:ext>
            </a:extLst>
          </p:cNvPr>
          <p:cNvSpPr txBox="1"/>
          <p:nvPr/>
        </p:nvSpPr>
        <p:spPr>
          <a:xfrm>
            <a:off x="6516216" y="4876586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="" xmlns:a16="http://schemas.microsoft.com/office/drawing/2014/main" id="{E5A6ECC0-0A15-80D4-405D-B92AB07E8085}"/>
              </a:ext>
            </a:extLst>
          </p:cNvPr>
          <p:cNvSpPr txBox="1">
            <a:spLocks/>
          </p:cNvSpPr>
          <p:nvPr/>
        </p:nvSpPr>
        <p:spPr>
          <a:xfrm>
            <a:off x="35496" y="47376"/>
            <a:ext cx="9001000" cy="48286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신부가 이렇게 말한다.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“나는 잠자리에서 밤새도록 내가 사랑하는 이를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찾아다녔네. 그이를 찾으려 하였건만 찾아내지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못하였다네.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‘나 일어나 성읍을 돌아다니리라. 거리와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광장마다 돌아다니며 내가 사랑하는 이를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찾으리라.’ 그이를 찾으려 하였건만 찾아내지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못하였다네.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3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성읍을 돌아다니는 야경꾼들이 나를 보았네.</a:t>
            </a:r>
          </a:p>
        </p:txBody>
      </p:sp>
    </p:spTree>
    <p:extLst>
      <p:ext uri="{BB962C8B-B14F-4D97-AF65-F5344CB8AC3E}">
        <p14:creationId xmlns="" xmlns:p14="http://schemas.microsoft.com/office/powerpoint/2010/main" val="8428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0FE5379-552E-5DF6-EA4A-A2F73DBD82E6}"/>
              </a:ext>
            </a:extLst>
          </p:cNvPr>
          <p:cNvSpPr txBox="1"/>
          <p:nvPr/>
        </p:nvSpPr>
        <p:spPr>
          <a:xfrm>
            <a:off x="6516216" y="4876586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="" xmlns:a16="http://schemas.microsoft.com/office/drawing/2014/main" id="{E5A6ECC0-0A15-80D4-405D-B92AB07E8085}"/>
              </a:ext>
            </a:extLst>
          </p:cNvPr>
          <p:cNvSpPr txBox="1">
            <a:spLocks/>
          </p:cNvSpPr>
          <p:nvPr/>
        </p:nvSpPr>
        <p:spPr>
          <a:xfrm>
            <a:off x="35496" y="51470"/>
            <a:ext cx="9001000" cy="480945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‘내가 사랑하는 이를 보셨나요?’</a:t>
            </a:r>
          </a:p>
          <a:p>
            <a:pPr lvl="0" defTabSz="914400">
              <a:lnSpc>
                <a:spcPct val="110000"/>
              </a:lnSpc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그들을 지나치자마자 나는 내가 사랑하는 이를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찾았네.”</a:t>
            </a:r>
          </a:p>
        </p:txBody>
      </p:sp>
      <p:sp>
        <p:nvSpPr>
          <p:cNvPr id="4" name="object 3">
            <a:extLst>
              <a:ext uri="{FF2B5EF4-FFF2-40B4-BE49-F238E27FC236}">
                <a16:creationId xmlns="" xmlns:a16="http://schemas.microsoft.com/office/drawing/2014/main" id="{C9C3D184-83EF-43D4-8CC2-744C154AE418}"/>
              </a:ext>
            </a:extLst>
          </p:cNvPr>
          <p:cNvSpPr txBox="1">
            <a:spLocks/>
          </p:cNvSpPr>
          <p:nvPr/>
        </p:nvSpPr>
        <p:spPr>
          <a:xfrm>
            <a:off x="683568" y="2723390"/>
            <a:ext cx="5421432" cy="13234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주님의 말씀입니다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9938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하느님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감사합니다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2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itchFamily="18" charset="-127"/>
              <a:ea typeface="Batang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8428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63(62)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="" xmlns:a16="http://schemas.microsoft.com/office/drawing/2014/main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주님, 저의 하느님, 제 영혼 당신을 목말라하나이다.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당신의 권능과 영광을 보려고, 성소에서 당신을 바라보나이다. 당신 자애가 생명보다 낫기에, 제 입술이 당신을 찬미하나이다.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63(62)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="" xmlns:a16="http://schemas.microsoft.com/office/drawing/2014/main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주님, 저의 하느님, 제 영혼 당신을 목말라하나이다.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하느님, 당신은 저의 하느님. 저는 새벽부터 당신을 찾나이다. 제 영혼 당신을 목말라하나이다. 물기 없이 마르고 메마른 땅에서, 이 몸은 당신을 애타게 그리나이다.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73488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18BAB46-46C8-3A12-78C0-B50C8BCD8164}"/>
              </a:ext>
            </a:extLst>
          </p:cNvPr>
          <p:cNvSpPr txBox="1"/>
          <p:nvPr/>
        </p:nvSpPr>
        <p:spPr>
          <a:xfrm>
            <a:off x="179512" y="-1082"/>
            <a:ext cx="8928992" cy="4901783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자기에게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하신 이 말씀을 전하였다.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B790905A-732B-67D9-B6C3-204998005360}"/>
              </a:ext>
            </a:extLst>
          </p:cNvPr>
          <p:cNvSpPr txBox="1"/>
          <p:nvPr/>
        </p:nvSpPr>
        <p:spPr>
          <a:xfrm>
            <a:off x="179512" y="1632844"/>
            <a:ext cx="7272808" cy="3619444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6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800" b="1" i="0" u="none" strike="noStrike" kern="1200" cap="none" spc="0" normalizeH="0" baseline="0" noProof="0" dirty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600"/>
              </a:spcAft>
              <a:buClrTx/>
              <a:buSzTx/>
              <a:buFontTx/>
              <a:buNone/>
              <a:tabLst/>
              <a:defRPr/>
            </a:pPr>
            <a:endParaRPr lang="en-US" altLang="ko-KR" sz="2800" b="1" dirty="0" smtClean="0">
              <a:solidFill>
                <a:prstClr val="white"/>
              </a:solidFill>
              <a:latin typeface="바탕" pitchFamily="18" charset="-127"/>
              <a:ea typeface="바탕" pitchFamily="18" charset="-127"/>
            </a:endParaRP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주님의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말씀입니다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그리스도님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찬미합니다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AU" sz="32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18BAB46-46C8-3A12-78C0-B50C8BCD8164}"/>
              </a:ext>
            </a:extLst>
          </p:cNvPr>
          <p:cNvSpPr txBox="1"/>
          <p:nvPr/>
        </p:nvSpPr>
        <p:spPr>
          <a:xfrm>
            <a:off x="179512" y="-1082"/>
            <a:ext cx="8928992" cy="4901783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불렀다. 이는 ‘스승님!’이라는 뜻이다.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17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예수님께서 마리아에게 말씀하셨다. “내가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아직 아버지께 올라가지 않았으니 나를 더 이상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붙들지 마라. 내 형제들에게 가서, ‘나는 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아버지시며 너희의 아버지신 분, 내 하느님이시며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너희의 하느님이신 분께 올라간다.’ 하고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전하여라.”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18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마리아 막달레나는 제자들에게 가서 “제가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주님을 뵈었습니다.” 하면서, 예수님께서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18BAB46-46C8-3A12-78C0-B50C8BCD8164}"/>
              </a:ext>
            </a:extLst>
          </p:cNvPr>
          <p:cNvSpPr txBox="1"/>
          <p:nvPr/>
        </p:nvSpPr>
        <p:spPr>
          <a:xfrm>
            <a:off x="179512" y="-1082"/>
            <a:ext cx="8928992" cy="4901783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예수님이신 줄은 몰랐다.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15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예수님께서 마리아에게 “여인아, 왜 우느냐?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누구를 찾느냐?” 하고 물으셨다. 마리아는 그분을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정원지기로 생각하고, “선생님, 선생님께서 그분을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옮겨 가셨으면 어디에 모셨는지 저에게 말씀해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주십시오. 제가 모셔 가겠습니다.” 하고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말하였다.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16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예수님께서 “마리아야!” 하고 부르셨다.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마리아는 돌아서서 히브리 말로 “라뿌니!” 하고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50467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09F1B7D1-ED9E-48F2-98A0-A66CD7A16038}"/>
              </a:ext>
            </a:extLst>
          </p:cNvPr>
          <p:cNvSpPr/>
          <p:nvPr/>
        </p:nvSpPr>
        <p:spPr>
          <a:xfrm>
            <a:off x="285720" y="963405"/>
            <a:ext cx="8316416" cy="383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400" fontAlgn="base">
              <a:lnSpc>
                <a:spcPct val="110000"/>
              </a:lnSpc>
              <a:spcBef>
                <a:spcPct val="0"/>
              </a:spcBef>
              <a:spcAft>
                <a:spcPts val="2400"/>
              </a:spcAft>
            </a:pP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dirty="0">
                <a:solidFill>
                  <a:schemeClr val="bg2">
                    <a:lumMod val="75000"/>
                  </a:schemeClr>
                </a:solidFill>
              </a:rPr>
              <a:t> 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.</a:t>
            </a:r>
            <a:endParaRPr lang="en-AU" altLang="ko-KR" sz="3300" b="1" dirty="0">
              <a:solidFill>
                <a:schemeClr val="bg2">
                  <a:lumMod val="75000"/>
                </a:schemeClr>
              </a:solidFill>
              <a:latin typeface="Batang" pitchFamily="18" charset="-127"/>
              <a:ea typeface="Batang" pitchFamily="18" charset="-127"/>
            </a:endParaRPr>
          </a:p>
          <a:p>
            <a:pPr marL="715963" lvl="0" indent="-625475" defTabSz="914400" fontAlgn="base">
              <a:lnSpc>
                <a:spcPct val="120000"/>
              </a:lnSpc>
              <a:spcBef>
                <a:spcPct val="0"/>
              </a:spcBef>
              <a:spcAft>
                <a:spcPts val="3000"/>
              </a:spcAft>
              <a:tabLst>
                <a:tab pos="715963" algn="l"/>
              </a:tabLst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대한" pitchFamily="50" charset="-127"/>
                <a:ea typeface="대한" pitchFamily="50" charset="-127"/>
                <a:cs typeface="+mn-cs"/>
              </a:rPr>
              <a:t>○ 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말하여라, 마리아, 길에서 무엇을 보았느냐? 살아나신 그리스도의 무덤, 부활하신 그분 영광 나는 보았네.</a:t>
            </a:r>
          </a:p>
          <a:p>
            <a:pPr marL="715963" marR="0" lvl="0" indent="-625475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ts val="3000"/>
              </a:spcAft>
              <a:buClrTx/>
              <a:buSzTx/>
              <a:buFontTx/>
              <a:buNone/>
              <a:tabLst>
                <a:tab pos="715963" algn="l"/>
              </a:tabLst>
              <a:defRPr/>
            </a:pP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dirty="0">
                <a:solidFill>
                  <a:schemeClr val="bg2">
                    <a:lumMod val="75000"/>
                  </a:schemeClr>
                </a:solidFill>
              </a:rPr>
              <a:t> </a:t>
            </a:r>
            <a:r>
              <a:rPr lang="ko-KR" altLang="en-US" sz="3600" b="1" dirty="0" smtClean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.</a:t>
            </a:r>
            <a:endParaRPr lang="en-AU" altLang="ko-KR" sz="33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BA011866-7B88-4DA6-AFBF-292C0A0227E3}"/>
              </a:ext>
            </a:extLst>
          </p:cNvPr>
          <p:cNvSpPr/>
          <p:nvPr/>
        </p:nvSpPr>
        <p:spPr>
          <a:xfrm>
            <a:off x="8028384" y="51470"/>
            <a:ext cx="101181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Alleluia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07505" y="-56310"/>
            <a:ext cx="1800200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kern="0" spc="-11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복음 환호</a:t>
            </a:r>
            <a:r>
              <a:rPr kumimoji="0" lang="ko-KR" altLang="en-US" sz="24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송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2996057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161257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51520" y="51470"/>
            <a:ext cx="1063304" cy="63812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9938">
              <a:lnSpc>
                <a:spcPct val="150000"/>
              </a:lnSpc>
              <a:defRPr/>
            </a:pPr>
            <a:r>
              <a:rPr lang="ko-KR" altLang="en-US" sz="2800" kern="0" spc="78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Malgun Gothic"/>
              </a:rPr>
              <a:t>복 음</a:t>
            </a:r>
            <a:endParaRPr lang="en-US" altLang="ko-KR" sz="2800" kern="0" spc="78" dirty="0">
              <a:solidFill>
                <a:schemeClr val="tx1">
                  <a:lumMod val="75000"/>
                  <a:lumOff val="25000"/>
                </a:schemeClr>
              </a:solidFill>
              <a:latin typeface="궁서" pitchFamily="18" charset="-127"/>
              <a:ea typeface="궁서" pitchFamily="18" charset="-127"/>
              <a:cs typeface="Malgun Gothic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3F1A5630-FC74-4BD2-B1C5-E128C99C8C35}"/>
              </a:ext>
            </a:extLst>
          </p:cNvPr>
          <p:cNvSpPr/>
          <p:nvPr/>
        </p:nvSpPr>
        <p:spPr>
          <a:xfrm>
            <a:off x="8023077" y="91193"/>
            <a:ext cx="10134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  <a:ea typeface="dotum" panose="020B0600000101010101" pitchFamily="50" charset="-127"/>
              </a:rPr>
              <a:t>GOSPEL</a:t>
            </a:r>
            <a:endParaRPr lang="en-AU" sz="2000" dirty="0">
              <a:solidFill>
                <a:schemeClr val="accent2"/>
              </a:solidFill>
              <a:ea typeface="dotum" panose="020B0600000101010101" pitchFamily="50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35496" y="843558"/>
            <a:ext cx="9073008" cy="36625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marL="9938" algn="ctr">
              <a:lnSpc>
                <a:spcPct val="150000"/>
              </a:lnSpc>
              <a:defRPr/>
            </a:pPr>
            <a:r>
              <a:rPr lang="ko-KR" altLang="en-US" sz="3600" b="1" kern="0" spc="78" dirty="0" err="1" smtClean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  <a:cs typeface="Malgun Gothic"/>
              </a:rPr>
              <a:t>요한이 전한 거룩한 복음입니다.</a:t>
            </a:r>
          </a:p>
          <a:p>
            <a:pPr lvl="1"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 영광 받으소서</a:t>
            </a:r>
            <a:r>
              <a:rPr 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sz="4400" b="1" spc="300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ko-KR" altLang="en-US" sz="4000" b="1" kern="0" spc="300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9DD7C9BC-E46D-4133-ACD4-C347F251CFC4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18BAB46-46C8-3A12-78C0-B50C8BCD8164}"/>
              </a:ext>
            </a:extLst>
          </p:cNvPr>
          <p:cNvSpPr txBox="1"/>
          <p:nvPr/>
        </p:nvSpPr>
        <p:spPr>
          <a:xfrm>
            <a:off x="179512" y="-1082"/>
            <a:ext cx="8928992" cy="4901783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주간 첫날 이른 아침, 아직도 어두울 때에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마리아 막달레나가 무덤에 가서 보니, 무덤을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막았던 돌이 치워져 있었다.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그래서 그 여자는 시몬 베드로와 예수님께서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사랑하신 다른 제자에게 달려가서 말하였다. “누가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주님을 무덤에서 꺼내 갔습니다. 어디에 모셨는지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모르겠습니다.”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11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마리아는 무덤 밖에 서서 울고 있었다.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그렇게 울면서 무덤 쪽으로 몸을 굽혀 </a:t>
            </a: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12</a:t>
            </a:r>
          </a:p>
        </p:txBody>
      </p:sp>
    </p:spTree>
    <p:extLst>
      <p:ext uri="{BB962C8B-B14F-4D97-AF65-F5344CB8AC3E}">
        <p14:creationId xmlns="" xmlns:p14="http://schemas.microsoft.com/office/powerpoint/2010/main" val="1113271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18BAB46-46C8-3A12-78C0-B50C8BCD8164}"/>
              </a:ext>
            </a:extLst>
          </p:cNvPr>
          <p:cNvSpPr txBox="1"/>
          <p:nvPr/>
        </p:nvSpPr>
        <p:spPr>
          <a:xfrm>
            <a:off x="179512" y="2830"/>
            <a:ext cx="8928992" cy="5044450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들여다보니 하얀 옷을 입은 두 천사가 앉아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있었다. 한 천사는 예수님의 시신이 놓였던 자리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머리맡에, 다른 천사는 발치에 있었다.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13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그들이 마리아에게 “여인아, 왜 우느냐?”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하고 묻자, 마리아가 그들에게 대답하였다. “누가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저의 주님을 꺼내 갔습니다. 어디에 모셨는지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모르겠습니다.”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14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이렇게 말하고 나서 뒤로 돌아선 마리아는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예수님께서 서 계신 것을 보았다. 그러나</a:t>
            </a:r>
          </a:p>
        </p:txBody>
      </p:sp>
    </p:spTree>
    <p:extLst>
      <p:ext uri="{BB962C8B-B14F-4D97-AF65-F5344CB8AC3E}">
        <p14:creationId xmlns="" xmlns:p14="http://schemas.microsoft.com/office/powerpoint/2010/main" val="1113271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827734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267494"/>
            <a:ext cx="9112468" cy="4539696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altLang="ko-KR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한 분이신 하느님을</a:t>
            </a:r>
            <a:endParaRPr lang="en-AU" altLang="ko-KR" sz="28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저는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전능하신 아버지</a:t>
            </a:r>
            <a:endParaRPr lang="en-US" altLang="ko-KR" sz="33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하늘과 땅과 유형무형한 만물의 창조주를 믿나이다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한 분이신 주 예수 그리스도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하느님의 외아들</a:t>
            </a:r>
            <a:endParaRPr lang="en-US" altLang="ko-KR" sz="3300" b="1" spc="-2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영원으로부터 성부에게서 나신 분을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하느님에게서 나신 하느님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빛에서 나신 빛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참 하느님에게서 나신 참 하느님으로서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CA9AD5D6-333F-45AB-A982-0ACAA71FF6F3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886962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-3964" y="398311"/>
            <a:ext cx="9112468" cy="433367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창조되지 않고 나시어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한 본체로서 만물을 창조하셨음을 믿나이다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성자께서는 저희 인간을 위하여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 구원을 위하여</a:t>
            </a:r>
            <a:endParaRPr lang="en-US" altLang="ko-KR" sz="3300" b="1" spc="-25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하늘에서 내려오셨음을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</a:t>
            </a:r>
            <a:endParaRPr lang="en-US" altLang="ko-KR" sz="2700" b="1" spc="-150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성령으로 인하여 동정 마리아에게서 </a:t>
            </a:r>
            <a:endParaRPr lang="en-US" altLang="ko-KR" sz="3300" b="1" spc="-100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육신을 취하시어 사람이 되셨음을 믿나이다</a:t>
            </a:r>
            <a:r>
              <a:rPr lang="en-US" altLang="ko-KR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51470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20537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FA60F507-E3A1-4108-B3AD-3848C73E0BDC}"/>
              </a:ext>
            </a:extLst>
          </p:cNvPr>
          <p:cNvSpPr txBox="1"/>
          <p:nvPr/>
        </p:nvSpPr>
        <p:spPr>
          <a:xfrm>
            <a:off x="6265794" y="4844532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0528386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60959"/>
            <a:ext cx="9112468" cy="4415047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본시오 빌라도 통치 아래서 저희를 위하여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십자가에 못박혀 수난하고 묻히셨으며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성서 말씀대로 사흗날에 부활하시어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 올라 성부 오른편에 앉아계심을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그분께서는 산 이와 죽은 이를 심판하러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영광 속에 다시 오시리니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그분의 나라는 끝이 없으리이다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08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주님이시며 생명을 주시는 성령을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BC7F51F4-96F1-45D7-B57E-F3B2B4267BBF}"/>
              </a:ext>
            </a:extLst>
          </p:cNvPr>
          <p:cNvSpPr txBox="1"/>
          <p:nvPr/>
        </p:nvSpPr>
        <p:spPr>
          <a:xfrm>
            <a:off x="6300192" y="4876561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510685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555526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성령께서는 성부와 성자에게서 발하시고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성자와 더불어 영광과 흠숭을 받으시며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예언자들을 통하여 말씀하셨나이다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하나이고 거룩하고 보편되며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사도로부터 이어오는 교회를 믿나이다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죄를 씻는 유일한 세례를 믿으며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죽은 이들의 부활과 내세의 삶을 기다리나이다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400" b="1" kern="0" spc="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endParaRPr lang="en-US" altLang="ko-KR" sz="3400" b="1" kern="0" spc="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D4623FE5-67F7-4449-AAED-492277CDF490}"/>
              </a:ext>
            </a:extLst>
          </p:cNvPr>
          <p:cNvSpPr txBox="1"/>
          <p:nvPr/>
        </p:nvSpPr>
        <p:spPr>
          <a:xfrm>
            <a:off x="6228184" y="4803998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586986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856651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봉 헌</a:t>
            </a:r>
            <a:endParaRPr lang="en-AU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5200" b="1" spc="1500" dirty="0" smtClean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215</a:t>
            </a:r>
            <a:endParaRPr lang="en-US" altLang="ko-KR" sz="52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111166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ECB4AB07-B303-4F10-88DE-59AA695BADE4}"/>
              </a:ext>
            </a:extLst>
          </p:cNvPr>
          <p:cNvSpPr/>
          <p:nvPr/>
        </p:nvSpPr>
        <p:spPr>
          <a:xfrm>
            <a:off x="467544" y="195486"/>
            <a:ext cx="7848872" cy="538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900" b="1" spc="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sz="2900" b="1" spc="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신앙의 신비여!</a:t>
            </a:r>
            <a:endParaRPr lang="en-AU" sz="2500" b="1" spc="1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직사각형 2"/>
          <p:cNvSpPr/>
          <p:nvPr/>
        </p:nvSpPr>
        <p:spPr>
          <a:xfrm>
            <a:off x="1115616" y="966146"/>
            <a:ext cx="7056784" cy="2680759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>
              <a:lnSpc>
                <a:spcPct val="135000"/>
              </a:lnSpc>
              <a:spcAft>
                <a:spcPts val="1200"/>
              </a:spcAft>
            </a:pPr>
            <a:r>
              <a:rPr lang="ko-KR" alt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주님께서 오실 때까지 주님의 죽음을 전하며 부활을 선포하나이다</a:t>
            </a:r>
            <a:r>
              <a:rPr lang="en-US" altLang="ko-KR" sz="4400" b="1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4200" b="1" spc="154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251520" y="1460568"/>
            <a:ext cx="8532440" cy="183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/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주님의 평화가 항상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CD737ADA-6B20-4417-B6EE-13E6EB644697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3812530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"/>
            <a:ext cx="9142914" cy="5140477"/>
          </a:xfrm>
          <a:custGeom>
            <a:avLst/>
            <a:gdLst/>
            <a:ahLst/>
            <a:cxnLst/>
            <a:rect l="l" t="t" r="r" b="b"/>
            <a:pathLst>
              <a:path w="10692130" h="7558405">
                <a:moveTo>
                  <a:pt x="0" y="7558024"/>
                </a:moveTo>
                <a:lnTo>
                  <a:pt x="10692003" y="7558024"/>
                </a:lnTo>
                <a:lnTo>
                  <a:pt x="10692003" y="0"/>
                </a:lnTo>
                <a:lnTo>
                  <a:pt x="0" y="0"/>
                </a:lnTo>
                <a:lnTo>
                  <a:pt x="0" y="7558024"/>
                </a:lnTo>
                <a:close/>
              </a:path>
            </a:pathLst>
          </a:custGeom>
          <a:solidFill>
            <a:srgbClr val="60799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1959185" y="1349"/>
            <a:ext cx="5354745" cy="513887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8FF8F058-4A53-448D-923D-7B3CA886A99A}"/>
              </a:ext>
            </a:extLst>
          </p:cNvPr>
          <p:cNvSpPr/>
          <p:nvPr/>
        </p:nvSpPr>
        <p:spPr>
          <a:xfrm>
            <a:off x="6261891" y="83408"/>
            <a:ext cx="290310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COMMUNION ANTIPHON</a:t>
            </a:r>
            <a:endParaRPr lang="en-AU" sz="2000" dirty="0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5" name="직사각형 2">
            <a:extLst>
              <a:ext uri="{FF2B5EF4-FFF2-40B4-BE49-F238E27FC236}">
                <a16:creationId xmlns="" xmlns:a16="http://schemas.microsoft.com/office/drawing/2014/main" id="{5256002D-F60C-20F2-45FC-2D07654A49CB}"/>
              </a:ext>
            </a:extLst>
          </p:cNvPr>
          <p:cNvSpPr/>
          <p:nvPr/>
        </p:nvSpPr>
        <p:spPr>
          <a:xfrm>
            <a:off x="395536" y="1059582"/>
            <a:ext cx="7992888" cy="3159159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ko-KR" altLang="en-US" sz="40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그리스도의 사랑이 우리를 다그치네. 살아 있는 우리가 이제는 자신을 위하여 살지 않고, 우리를 위하여 돌아가셨다가 부활하신 분을 위하여 살게 하셨네.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성 체</a:t>
            </a:r>
            <a:endParaRPr lang="en-AU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52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170</a:t>
            </a:r>
            <a:endParaRPr lang="ko-KR" altLang="en-US" sz="52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333743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337706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파 견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 smtClean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32</a:t>
            </a:r>
            <a:endParaRPr lang="en-US" altLang="ko-KR" sz="4800" b="1" spc="1500" dirty="0"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824450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875219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209273" y="1079191"/>
            <a:ext cx="8856984" cy="3867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5475">
              <a:lnSpc>
                <a:spcPct val="150000"/>
              </a:lnSpc>
              <a:spcAft>
                <a:spcPts val="1200"/>
              </a:spcAft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  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지극히 좋으신 하느님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, </a:t>
            </a:r>
          </a:p>
          <a:p>
            <a:pPr marL="625475" indent="-625475">
              <a:lnSpc>
                <a:spcPct val="150000"/>
              </a:lnSpc>
              <a:spcAft>
                <a:spcPts val="1200"/>
              </a:spcAft>
            </a:pP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최양업 토마스 신부를 박해로 고통받는 교회의 든든한 목자로 세워 주셨음에 감사드리나이다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</a:p>
          <a:p>
            <a:pPr marL="625475" indent="-625475">
              <a:lnSpc>
                <a:spcPct val="120000"/>
              </a:lnSpc>
              <a:spcAft>
                <a:spcPts val="1200"/>
              </a:spcAft>
            </a:pPr>
            <a:endParaRPr lang="en-US" altLang="ko-KR" sz="3200" b="1" dirty="0">
              <a:solidFill>
                <a:srgbClr val="DDD9C3"/>
              </a:solidFill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827584" y="196647"/>
            <a:ext cx="7272808" cy="4308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defTabSz="914400"/>
            <a:r>
              <a:rPr lang="ko-KR" altLang="en-US" sz="2800" kern="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가경자 최양업 토마스 신부 시복 시성 기도문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78DF541-2D9C-4FDB-BFB1-A59A4B9A1C8F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190241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78049" y="252036"/>
            <a:ext cx="8991076" cy="45632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5475">
              <a:lnSpc>
                <a:spcPct val="150000"/>
              </a:lnSpc>
              <a:spcAft>
                <a:spcPts val="1200"/>
              </a:spcAft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 	</a:t>
            </a:r>
            <a:r>
              <a:rPr lang="ko-KR" altLang="en-US" sz="3200" b="1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모든 교우들이 오로지 하느님 자비에 희망을 두고 박해를 피해 산골 깊이 숨어 신앙을 지켜야 했던 시대에 최양업 토마스 신부는 주님을 닮은 착한 목자로 목숨이 다할 때까지 쉼 없이 양들을 찾아 복음을 전하고 주님께서 이루신 구원의 은총을 전했나이다</a:t>
            </a:r>
            <a:r>
              <a:rPr lang="en-AU" altLang="ko-KR" sz="3200" b="1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854A94FA-B5D4-48DC-994C-9FCB87C8A2E9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3081879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79512" y="537763"/>
            <a:ext cx="8784976" cy="3701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17550" indent="-717550">
              <a:lnSpc>
                <a:spcPct val="125000"/>
              </a:lnSpc>
              <a:spcAft>
                <a:spcPts val="1200"/>
              </a:spcAft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  	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자비로우신 하느님 아버지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, 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간절히 청하오니 가경자 최양업 토마스 신부에게 시복 시성의 은혜를 허락하시어 그에게 주셨던 굳건한 믿음과 온전한 헌신의 정신을 본받아 오늘 저희도 한마음으로 복음을 살고 전하는 일꾼이 되게 하소서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67C8B50A-87C0-41C7-83D4-96B95F8F1E2D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585405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496" y="102371"/>
            <a:ext cx="9073008" cy="4816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5475">
              <a:lnSpc>
                <a:spcPct val="150000"/>
              </a:lnSpc>
              <a:spcAft>
                <a:spcPts val="2400"/>
              </a:spcAft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 </a:t>
            </a:r>
            <a:r>
              <a:rPr lang="en-AU" altLang="ko-KR" sz="4000" dirty="0">
                <a:solidFill>
                  <a:srgbClr val="444444"/>
                </a:solidFill>
                <a:latin typeface="Nanum Gothic Thin"/>
                <a:ea typeface="Batang" panose="02030600000101010101" pitchFamily="18" charset="-127"/>
              </a:rPr>
              <a:t>	</a:t>
            </a:r>
            <a:r>
              <a:rPr lang="ko-KR" altLang="en-US" sz="3200" b="1" spc="-50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저희는 가경자 최양업 신부의 시복 시성의 은총을 빌며 그의 전구에 힘입어 브로큰베이 한인천주교회를 위하여 기도드리오니 들어주소서</a:t>
            </a:r>
            <a:r>
              <a:rPr lang="en-US" altLang="ko-KR" sz="3200" b="1" spc="-50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 </a:t>
            </a:r>
            <a:r>
              <a:rPr lang="ko-KR" altLang="en-US" sz="3200" b="1" spc="-50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우리 주 그리스도를 통하여 비나이다</a:t>
            </a:r>
            <a:r>
              <a:rPr lang="en-US" altLang="ko-KR" sz="3200" b="1" spc="-50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  <a:r>
              <a:rPr lang="en-US" altLang="ko-KR" sz="3200" b="1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     </a:t>
            </a:r>
          </a:p>
          <a:p>
            <a:pPr marL="625475" indent="-625475">
              <a:spcAft>
                <a:spcPts val="1200"/>
              </a:spcAft>
            </a:pPr>
            <a:r>
              <a:rPr lang="ko-KR" altLang="en-US" sz="35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◎</a:t>
            </a:r>
            <a:r>
              <a:rPr lang="en-US" altLang="ko-KR" sz="35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	</a:t>
            </a:r>
            <a:r>
              <a:rPr lang="ko-KR" altLang="en-US" sz="35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r>
              <a:rPr lang="en-US" altLang="ko-KR" sz="35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3C196F71-023D-4BE4-8EE4-DF4BF5614C97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585637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="" xmlns:a16="http://schemas.microsoft.com/office/drawing/2014/main" id="{9423646B-4619-4289-9220-025A9EFB7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897210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/>
          </p:cNvSpPr>
          <p:nvPr/>
        </p:nvSpPr>
        <p:spPr>
          <a:xfrm>
            <a:off x="0" y="1543324"/>
            <a:ext cx="9144000" cy="17081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marR="0" lvl="0" indent="0" algn="ctr" defTabSz="914400" eaLnBrk="1" fontAlgn="auto" latinLnBrk="0" hangingPunct="1">
              <a:lnSpc>
                <a:spcPct val="150000"/>
              </a:lnSpc>
              <a:spcBef>
                <a:spcPts val="924"/>
              </a:spcBef>
              <a:spcAft>
                <a:spcPts val="924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미사가 끝났으니 </a:t>
            </a:r>
            <a:b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</a:b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안녕히 돌아가십시오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63(62)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="" xmlns:a16="http://schemas.microsoft.com/office/drawing/2014/main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주님, 저의 하느님, 제 영혼 당신을 목말라하나이다.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이렇듯 제 한평생 당신을 찬미하고, 당신 이름 부르며 두 손 높이 올리오리다. 제 영혼이 기름진 음식으로 배불러, 제 입술이 환호하며 당신을 찬양하나이다.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63(62)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="" xmlns:a16="http://schemas.microsoft.com/office/drawing/2014/main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주님, 저의 하느님, 제 영혼 당신을 목말라하나이다.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정녕 당신은 저를 도우셨으니, 당신 날개 그늘에서 환호하나이다. 제 영혼 당신께 매달리오면, 당신 오른손이 저를 붙드나이다.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20063</TotalTime>
  <Words>1074</Words>
  <Application>Microsoft Office PowerPoint</Application>
  <PresentationFormat>화면 슬라이드 쇼(16:9)</PresentationFormat>
  <Paragraphs>268</Paragraphs>
  <Slides>60</Slides>
  <Notes>35</Notes>
  <HiddenSlides>0</HiddenSlides>
  <MMClips>0</MMClips>
  <ScaleCrop>false</ScaleCrop>
  <HeadingPairs>
    <vt:vector size="4" baseType="variant">
      <vt:variant>
        <vt:lpstr>테마</vt:lpstr>
      </vt:variant>
      <vt:variant>
        <vt:i4>4</vt:i4>
      </vt:variant>
      <vt:variant>
        <vt:lpstr>슬라이드 제목</vt:lpstr>
      </vt:variant>
      <vt:variant>
        <vt:i4>67</vt:i4>
      </vt:variant>
    </vt:vector>
  </HeadingPairs>
  <TitlesOfParts>
    <vt:vector size="71" baseType="lpstr">
      <vt:lpstr>Office Theme</vt:lpstr>
      <vt:lpstr>1_Office Theme</vt:lpstr>
      <vt:lpstr>2_Office Theme</vt:lpstr>
      <vt:lpstr>3_Office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입당송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제 1 독서  신명기의 말씀입니다.  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제 2 독서  요한 1서의 말씀입니다.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슬라이드 48</vt:lpstr>
      <vt:lpstr>슬라이드 49</vt:lpstr>
      <vt:lpstr>슬라이드 50</vt:lpstr>
      <vt:lpstr>슬라이드 51</vt:lpstr>
      <vt:lpstr>슬라이드 52</vt:lpstr>
      <vt:lpstr>슬라이드 53</vt:lpstr>
      <vt:lpstr>슬라이드 54</vt:lpstr>
      <vt:lpstr>슬라이드 55</vt:lpstr>
      <vt:lpstr>영성체송</vt:lpstr>
      <vt:lpstr>슬라이드 57</vt:lpstr>
      <vt:lpstr>슬라이드 58</vt:lpstr>
      <vt:lpstr>슬라이드 59</vt:lpstr>
      <vt:lpstr>슬라이드 60</vt:lpstr>
      <vt:lpstr>슬라이드 61</vt:lpstr>
      <vt:lpstr>슬라이드 62</vt:lpstr>
      <vt:lpstr>슬라이드 63</vt:lpstr>
      <vt:lpstr>슬라이드 64</vt:lpstr>
      <vt:lpstr>슬라이드 65</vt:lpstr>
      <vt:lpstr>슬라이드 66</vt:lpstr>
      <vt:lpstr>슬라이드 67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Scott</cp:lastModifiedBy>
  <cp:revision>1956</cp:revision>
  <dcterms:created xsi:type="dcterms:W3CDTF">2016-08-30T00:06:00Z</dcterms:created>
  <dcterms:modified xsi:type="dcterms:W3CDTF">2026-07-31T20:37:42Z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2016-08-27T00:00:00Z</vt:filetime>
  </property>
  <property fmtid="{D5CDD505-2E9C-101B-9397-08002B2CF9AE}" pid="3" name="Creator">
    <vt:lpwstr>Adobe InDesign CC 2015 (Macintosh)</vt:lpwstr>
  </property>
  <property fmtid="{D5CDD505-2E9C-101B-9397-08002B2CF9AE}" pid="4" name="LastSaved">
    <vt:filetime>2016-08-30T00:00:00Z</vt:filetime>
  </property>
</Properties>
</file>